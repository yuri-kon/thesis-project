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media/image1.jpeg" ContentType="image/jpe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D1D8"/>
          </a:solidFill>
        </a:fill>
      </a:tcStyle>
    </a:wholeTbl>
    <a:band2H>
      <a:tcTxStyle b="def" i="def"/>
      <a:tcStyle>
        <a:tcBdr/>
        <a:fill>
          <a:solidFill>
            <a:srgbClr val="E7E9EC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BD3CB"/>
          </a:solidFill>
        </a:fill>
      </a:tcStyle>
    </a:wholeTbl>
    <a:band2H>
      <a:tcTxStyle b="def" i="def"/>
      <a:tcStyle>
        <a:tcBdr/>
        <a:fill>
          <a:solidFill>
            <a:srgbClr val="E7EAE7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E1CC"/>
          </a:solidFill>
        </a:fill>
      </a:tcStyle>
    </a:wholeTbl>
    <a:band2H>
      <a:tcTxStyle b="def" i="def"/>
      <a:tcStyle>
        <a:tcBdr/>
        <a:fill>
          <a:solidFill>
            <a:srgbClr val="E8F0E7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hape 17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8" name="Shape 18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n-lt"/>
        <a:ea typeface="+mn-ea"/>
        <a:cs typeface="+mn-cs"/>
        <a:sym typeface="Helvetica Neue"/>
      </a:defRPr>
    </a:lvl1pPr>
    <a:lvl2pPr indent="228600" latinLnBrk="0">
      <a:defRPr sz="1200">
        <a:latin typeface="+mn-lt"/>
        <a:ea typeface="+mn-ea"/>
        <a:cs typeface="+mn-cs"/>
        <a:sym typeface="Helvetica Neue"/>
      </a:defRPr>
    </a:lvl2pPr>
    <a:lvl3pPr indent="457200" latinLnBrk="0">
      <a:defRPr sz="1200">
        <a:latin typeface="+mn-lt"/>
        <a:ea typeface="+mn-ea"/>
        <a:cs typeface="+mn-cs"/>
        <a:sym typeface="Helvetica Neue"/>
      </a:defRPr>
    </a:lvl3pPr>
    <a:lvl4pPr indent="685800" latinLnBrk="0">
      <a:defRPr sz="1200">
        <a:latin typeface="+mn-lt"/>
        <a:ea typeface="+mn-ea"/>
        <a:cs typeface="+mn-cs"/>
        <a:sym typeface="Helvetica Neue"/>
      </a:defRPr>
    </a:lvl4pPr>
    <a:lvl5pPr indent="914400" latinLnBrk="0">
      <a:defRPr sz="1200">
        <a:latin typeface="+mn-lt"/>
        <a:ea typeface="+mn-ea"/>
        <a:cs typeface="+mn-cs"/>
        <a:sym typeface="Helvetica Neue"/>
      </a:defRPr>
    </a:lvl5pPr>
    <a:lvl6pPr indent="1143000" latinLnBrk="0">
      <a:defRPr sz="1200">
        <a:latin typeface="+mn-lt"/>
        <a:ea typeface="+mn-ea"/>
        <a:cs typeface="+mn-cs"/>
        <a:sym typeface="Helvetica Neue"/>
      </a:defRPr>
    </a:lvl6pPr>
    <a:lvl7pPr indent="1371600" latinLnBrk="0">
      <a:defRPr sz="1200">
        <a:latin typeface="+mn-lt"/>
        <a:ea typeface="+mn-ea"/>
        <a:cs typeface="+mn-cs"/>
        <a:sym typeface="Helvetica Neue"/>
      </a:defRPr>
    </a:lvl7pPr>
    <a:lvl8pPr indent="1600200" latinLnBrk="0">
      <a:defRPr sz="1200">
        <a:latin typeface="+mn-lt"/>
        <a:ea typeface="+mn-ea"/>
        <a:cs typeface="+mn-cs"/>
        <a:sym typeface="Helvetica Neue"/>
      </a:defRPr>
    </a:lvl8pPr>
    <a:lvl9pPr indent="1828800" latinLnBrk="0">
      <a:defRPr sz="1200">
        <a:latin typeface="+mn-lt"/>
        <a:ea typeface="+mn-ea"/>
        <a:cs typeface="+mn-cs"/>
        <a:sym typeface="Helvetica Neue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文本"/>
          <p:cNvSpPr txBox="1"/>
          <p:nvPr>
            <p:ph type="title"/>
          </p:nvPr>
        </p:nvSpPr>
        <p:spPr>
          <a:xfrm>
            <a:off x="609600" y="92074"/>
            <a:ext cx="10972800" cy="15081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/>
          <a:lstStyle/>
          <a:p>
            <a:pPr/>
            <a:r>
              <a:t>标题文本</a:t>
            </a:r>
          </a:p>
        </p:txBody>
      </p:sp>
      <p:sp>
        <p:nvSpPr>
          <p:cNvPr id="3" name="正文级别 1…"/>
          <p:cNvSpPr txBox="1"/>
          <p:nvPr>
            <p:ph type="body" idx="1"/>
          </p:nvPr>
        </p:nvSpPr>
        <p:spPr>
          <a:xfrm>
            <a:off x="609600" y="1600200"/>
            <a:ext cx="10972800" cy="5257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/>
          <a:lstStyle/>
          <a:p>
            <a:pPr/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4" name="幻灯片编号"/>
          <p:cNvSpPr txBox="1"/>
          <p:nvPr>
            <p:ph type="sldNum" sz="quarter" idx="2"/>
          </p:nvPr>
        </p:nvSpPr>
        <p:spPr>
          <a:xfrm>
            <a:off x="8478981" y="6232199"/>
            <a:ext cx="258620" cy="248302"/>
          </a:xfrm>
          <a:prstGeom prst="rect">
            <a:avLst/>
          </a:prstGeom>
          <a:ln w="12700">
            <a:miter lim="400000"/>
          </a:ln>
        </p:spPr>
        <p:txBody>
          <a:bodyPr wrap="none" lIns="45718" tIns="45718" rIns="45718" bIns="45718" anchor="ctr">
            <a:spAutoFit/>
          </a:bodyPr>
          <a:lstStyle>
            <a:lvl1pPr algn="r">
              <a:defRPr sz="1200"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  <p:transition xmlns:p14="http://schemas.microsoft.com/office/powerpoint/2010/main" spd="med" advClick="1"/>
  <p:txStyles>
    <p:titleStyle>
      <a:lvl1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1pPr>
      <a:lvl2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2pPr>
      <a:lvl3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3pPr>
      <a:lvl4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4pPr>
      <a:lvl5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5pPr>
      <a:lvl6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6pPr>
      <a:lvl7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7pPr>
      <a:lvl8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8pPr>
      <a:lvl9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9pPr>
    </p:titleStyle>
    <p:bodyStyle>
      <a:lvl1pPr marL="228600" marR="0" indent="-228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1pPr>
      <a:lvl2pPr marL="723900" marR="0" indent="-2667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2pPr>
      <a:lvl3pPr marL="1234438" marR="0" indent="-320038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3pPr>
      <a:lvl4pPr marL="1727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4pPr>
      <a:lvl5pPr marL="21844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5pPr>
      <a:lvl6pPr marL="26416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6pPr>
      <a:lvl7pPr marL="30988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7pPr>
      <a:lvl8pPr marL="35560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8pPr>
      <a:lvl9pPr marL="4013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2.png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2.png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2.png"/><Relationship Id="rId5" Type="http://schemas.openxmlformats.org/officeDocument/2006/relationships/image" Target="../media/image7.png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2.png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2.png"/><Relationship Id="rId5" Type="http://schemas.openxmlformats.org/officeDocument/2006/relationships/image" Target="../media/image8.png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2.png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2.png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2.png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2.png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2.png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2.png"/></Relationships>
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2.png"/></Relationships>
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2.png"/></Relationships>
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2.png"/><Relationship Id="rId5" Type="http://schemas.openxmlformats.org/officeDocument/2006/relationships/image" Target="../media/image9.png"/></Relationships>
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2.png"/><Relationship Id="rId5" Type="http://schemas.openxmlformats.org/officeDocument/2006/relationships/image" Target="../media/image10.png"/></Relationships>
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2.png"/></Relationships>
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92A5E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1" name="矩形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83B82"/>
              </a:gs>
              <a:gs pos="56000">
                <a:srgbClr val="0869B8"/>
              </a:gs>
              <a:gs pos="100000">
                <a:srgbClr val="0B8ED6"/>
              </a:gs>
            </a:gsLst>
            <a:lin ang="8100000"/>
          </a:gra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2" name="椭圆形"/>
          <p:cNvSpPr/>
          <p:nvPr/>
        </p:nvSpPr>
        <p:spPr>
          <a:xfrm>
            <a:off x="171450" y="4476750"/>
            <a:ext cx="2476500" cy="2095500"/>
          </a:xfrm>
          <a:prstGeom prst="ellipse">
            <a:avLst/>
          </a:prstGeom>
          <a:solidFill>
            <a:srgbClr val="FFFFFF">
              <a:alpha val="7058"/>
            </a:srgbClr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3" name="矩形"/>
          <p:cNvSpPr/>
          <p:nvPr/>
        </p:nvSpPr>
        <p:spPr>
          <a:xfrm>
            <a:off x="6381750" y="0"/>
            <a:ext cx="5810250" cy="6858000"/>
          </a:xfrm>
          <a:prstGeom prst="rect">
            <a:avLst/>
          </a:prstGeom>
          <a:solidFill>
            <a:srgbClr val="FFFFFF">
              <a:alpha val="4314"/>
            </a:srgbClr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4" name="矩形"/>
          <p:cNvSpPr/>
          <p:nvPr/>
        </p:nvSpPr>
        <p:spPr>
          <a:xfrm>
            <a:off x="571500" y="3429000"/>
            <a:ext cx="2476500" cy="2667000"/>
          </a:xfrm>
          <a:prstGeom prst="rect">
            <a:avLst/>
          </a:prstGeom>
          <a:solidFill>
            <a:srgbClr val="063B82">
              <a:alpha val="80000"/>
            </a:srgbClr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pic>
        <p:nvPicPr>
          <p:cNvPr id="25" name="image2.png" descr="image2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609600" y="459205"/>
            <a:ext cx="2428875" cy="681792"/>
          </a:xfrm>
          <a:prstGeom prst="rect">
            <a:avLst/>
          </a:prstGeom>
          <a:ln w="12700">
            <a:miter lim="400000"/>
          </a:ln>
        </p:spPr>
      </p:pic>
      <p:sp>
        <p:nvSpPr>
          <p:cNvPr id="26" name="矩形"/>
          <p:cNvSpPr/>
          <p:nvPr/>
        </p:nvSpPr>
        <p:spPr>
          <a:xfrm>
            <a:off x="704850" y="1952624"/>
            <a:ext cx="5810250" cy="1219202"/>
          </a:xfrm>
          <a:prstGeom prst="rect">
            <a:avLst/>
          </a:prstGeom>
          <a:solidFill>
            <a:srgbClr val="000000">
              <a:alpha val="0"/>
            </a:srgbClr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 b="1" sz="30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pPr>
          </a:p>
        </p:txBody>
      </p:sp>
      <p:sp>
        <p:nvSpPr>
          <p:cNvPr id="27" name="基于大模型驱动的 Agent 协作…"/>
          <p:cNvSpPr txBox="1"/>
          <p:nvPr/>
        </p:nvSpPr>
        <p:spPr>
          <a:xfrm>
            <a:off x="704850" y="1952623"/>
            <a:ext cx="5810250" cy="1066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30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pPr>
            <a:r>
              <a:t>基于大模型驱动的 Agent 协作</a:t>
            </a:r>
          </a:p>
          <a:p>
            <a:pPr>
              <a:defRPr b="1" sz="30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pPr>
            <a:r>
              <a:t>新一代蛋白质设计系统开发</a:t>
            </a:r>
          </a:p>
        </p:txBody>
      </p:sp>
      <p:sp>
        <p:nvSpPr>
          <p:cNvPr id="28" name="矩形"/>
          <p:cNvSpPr/>
          <p:nvPr/>
        </p:nvSpPr>
        <p:spPr>
          <a:xfrm>
            <a:off x="742950" y="3381375"/>
            <a:ext cx="1428750" cy="47625"/>
          </a:xfrm>
          <a:prstGeom prst="rect">
            <a:avLst/>
          </a:prstGeom>
          <a:solidFill>
            <a:srgbClr val="D8A32D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9" name="矩形"/>
          <p:cNvSpPr/>
          <p:nvPr/>
        </p:nvSpPr>
        <p:spPr>
          <a:xfrm>
            <a:off x="723900" y="3619498"/>
            <a:ext cx="3810000" cy="304802"/>
          </a:xfrm>
          <a:prstGeom prst="rect">
            <a:avLst/>
          </a:prstGeom>
          <a:solidFill>
            <a:srgbClr val="000000">
              <a:alpha val="0"/>
            </a:srgbClr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 b="1" sz="1500">
                <a:solidFill>
                  <a:srgbClr val="D9ECFF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pPr>
          </a:p>
        </p:txBody>
      </p:sp>
      <p:sp>
        <p:nvSpPr>
          <p:cNvPr id="30" name="毕业设计答辩 | 软件工程"/>
          <p:cNvSpPr txBox="1"/>
          <p:nvPr/>
        </p:nvSpPr>
        <p:spPr>
          <a:xfrm>
            <a:off x="723900" y="3619498"/>
            <a:ext cx="3810000" cy="266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500">
                <a:solidFill>
                  <a:srgbClr val="D9ECFF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1pPr>
          </a:lstStyle>
          <a:p>
            <a:pPr/>
            <a:r>
              <a:t>毕业设计答辩 | 软件工程</a:t>
            </a:r>
          </a:p>
        </p:txBody>
      </p:sp>
      <p:sp>
        <p:nvSpPr>
          <p:cNvPr id="31" name="矩形"/>
          <p:cNvSpPr/>
          <p:nvPr/>
        </p:nvSpPr>
        <p:spPr>
          <a:xfrm>
            <a:off x="723900" y="4476748"/>
            <a:ext cx="4095750" cy="1104902"/>
          </a:xfrm>
          <a:prstGeom prst="rect">
            <a:avLst/>
          </a:prstGeom>
          <a:solidFill>
            <a:srgbClr val="000000">
              <a:alpha val="0"/>
            </a:srgbClr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 sz="1400">
                <a:solidFill>
                  <a:srgbClr val="FFFFFF">
                    <a:alpha val="90196"/>
                  </a:srgbClr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pPr>
          </a:p>
        </p:txBody>
      </p:sp>
      <p:sp>
        <p:nvSpPr>
          <p:cNvPr id="32" name="郑彦文  2022112879…"/>
          <p:cNvSpPr txBox="1"/>
          <p:nvPr/>
        </p:nvSpPr>
        <p:spPr>
          <a:xfrm>
            <a:off x="723900" y="4476748"/>
            <a:ext cx="4095750" cy="1016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sz="1400">
                <a:solidFill>
                  <a:srgbClr val="FFFFFF">
                    <a:alpha val="90196"/>
                  </a:srgbClr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pPr>
            <a:r>
              <a:t>郑彦文  2022112879</a:t>
            </a:r>
          </a:p>
          <a:p>
            <a:pPr>
              <a:defRPr sz="1400">
                <a:solidFill>
                  <a:srgbClr val="FFFFFF">
                    <a:alpha val="90196"/>
                  </a:srgbClr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pPr>
            <a:r>
              <a:t>指导教师：陈源龙</a:t>
            </a:r>
          </a:p>
          <a:p>
            <a:pPr>
              <a:defRPr sz="1400">
                <a:solidFill>
                  <a:srgbClr val="FFFFFF">
                    <a:alpha val="90196"/>
                  </a:srgbClr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pPr>
            <a:r>
              <a:t>哈尔滨工业大学 计算学部</a:t>
            </a:r>
          </a:p>
          <a:p>
            <a:pPr>
              <a:defRPr sz="1400">
                <a:solidFill>
                  <a:srgbClr val="FFFFFF">
                    <a:alpha val="90196"/>
                  </a:srgbClr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pPr>
            <a:r>
              <a:t>2026年5月26日</a:t>
            </a:r>
          </a:p>
        </p:txBody>
      </p:sp>
      <p:sp>
        <p:nvSpPr>
          <p:cNvPr id="33" name="矩形"/>
          <p:cNvSpPr/>
          <p:nvPr/>
        </p:nvSpPr>
        <p:spPr>
          <a:xfrm>
            <a:off x="266700" y="6362700"/>
            <a:ext cx="95250" cy="19050"/>
          </a:xfrm>
          <a:prstGeom prst="rect">
            <a:avLst/>
          </a:prstGeom>
          <a:solidFill>
            <a:srgbClr val="FFFFFF">
              <a:alpha val="66667"/>
            </a:srgbClr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4" name="矩形"/>
          <p:cNvSpPr/>
          <p:nvPr/>
        </p:nvSpPr>
        <p:spPr>
          <a:xfrm>
            <a:off x="419100" y="6362700"/>
            <a:ext cx="95250" cy="19050"/>
          </a:xfrm>
          <a:prstGeom prst="rect">
            <a:avLst/>
          </a:prstGeom>
          <a:solidFill>
            <a:srgbClr val="FFFFFF">
              <a:alpha val="66667"/>
            </a:srgbClr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5" name="矩形"/>
          <p:cNvSpPr/>
          <p:nvPr/>
        </p:nvSpPr>
        <p:spPr>
          <a:xfrm>
            <a:off x="571500" y="6362700"/>
            <a:ext cx="95250" cy="19050"/>
          </a:xfrm>
          <a:prstGeom prst="rect">
            <a:avLst/>
          </a:prstGeom>
          <a:solidFill>
            <a:srgbClr val="FFFFFF">
              <a:alpha val="66667"/>
            </a:srgbClr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6" name="矩形"/>
          <p:cNvSpPr/>
          <p:nvPr/>
        </p:nvSpPr>
        <p:spPr>
          <a:xfrm>
            <a:off x="723900" y="6362700"/>
            <a:ext cx="95250" cy="19050"/>
          </a:xfrm>
          <a:prstGeom prst="rect">
            <a:avLst/>
          </a:prstGeom>
          <a:solidFill>
            <a:srgbClr val="FFFFFF">
              <a:alpha val="66667"/>
            </a:srgbClr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7" name="矩形"/>
          <p:cNvSpPr/>
          <p:nvPr/>
        </p:nvSpPr>
        <p:spPr>
          <a:xfrm>
            <a:off x="876300" y="6362700"/>
            <a:ext cx="95250" cy="19050"/>
          </a:xfrm>
          <a:prstGeom prst="rect">
            <a:avLst/>
          </a:prstGeom>
          <a:solidFill>
            <a:srgbClr val="FFFFFF">
              <a:alpha val="66667"/>
            </a:srgbClr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8" name="矩形"/>
          <p:cNvSpPr/>
          <p:nvPr/>
        </p:nvSpPr>
        <p:spPr>
          <a:xfrm>
            <a:off x="1028700" y="6362700"/>
            <a:ext cx="95250" cy="19050"/>
          </a:xfrm>
          <a:prstGeom prst="rect">
            <a:avLst/>
          </a:prstGeom>
          <a:solidFill>
            <a:srgbClr val="FFFFFF">
              <a:alpha val="66667"/>
            </a:srgbClr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9" name="矩形"/>
          <p:cNvSpPr/>
          <p:nvPr/>
        </p:nvSpPr>
        <p:spPr>
          <a:xfrm>
            <a:off x="1181100" y="6362700"/>
            <a:ext cx="95250" cy="19050"/>
          </a:xfrm>
          <a:prstGeom prst="rect">
            <a:avLst/>
          </a:prstGeom>
          <a:solidFill>
            <a:srgbClr val="FFFFFF">
              <a:alpha val="66667"/>
            </a:srgbClr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0" name="矩形"/>
          <p:cNvSpPr/>
          <p:nvPr/>
        </p:nvSpPr>
        <p:spPr>
          <a:xfrm>
            <a:off x="1333500" y="6362700"/>
            <a:ext cx="95250" cy="19050"/>
          </a:xfrm>
          <a:prstGeom prst="rect">
            <a:avLst/>
          </a:prstGeom>
          <a:solidFill>
            <a:srgbClr val="FFFFFF">
              <a:alpha val="66667"/>
            </a:srgbClr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1" name="矩形"/>
          <p:cNvSpPr/>
          <p:nvPr/>
        </p:nvSpPr>
        <p:spPr>
          <a:xfrm>
            <a:off x="1485900" y="6362700"/>
            <a:ext cx="95250" cy="19050"/>
          </a:xfrm>
          <a:prstGeom prst="rect">
            <a:avLst/>
          </a:prstGeom>
          <a:solidFill>
            <a:srgbClr val="FFFFFF">
              <a:alpha val="66667"/>
            </a:srgbClr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2" name="矩形"/>
          <p:cNvSpPr/>
          <p:nvPr/>
        </p:nvSpPr>
        <p:spPr>
          <a:xfrm>
            <a:off x="1638300" y="6362700"/>
            <a:ext cx="95250" cy="19050"/>
          </a:xfrm>
          <a:prstGeom prst="rect">
            <a:avLst/>
          </a:prstGeom>
          <a:solidFill>
            <a:srgbClr val="FFFFFF">
              <a:alpha val="66667"/>
            </a:srgbClr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3" name="矩形"/>
          <p:cNvSpPr/>
          <p:nvPr/>
        </p:nvSpPr>
        <p:spPr>
          <a:xfrm>
            <a:off x="1790700" y="6362700"/>
            <a:ext cx="95250" cy="19050"/>
          </a:xfrm>
          <a:prstGeom prst="rect">
            <a:avLst/>
          </a:prstGeom>
          <a:solidFill>
            <a:srgbClr val="FFFFFF">
              <a:alpha val="66667"/>
            </a:srgbClr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4" name="矩形"/>
          <p:cNvSpPr/>
          <p:nvPr/>
        </p:nvSpPr>
        <p:spPr>
          <a:xfrm>
            <a:off x="1943100" y="6362700"/>
            <a:ext cx="95250" cy="19050"/>
          </a:xfrm>
          <a:prstGeom prst="rect">
            <a:avLst/>
          </a:prstGeom>
          <a:solidFill>
            <a:srgbClr val="FFFFFF">
              <a:alpha val="66667"/>
            </a:srgbClr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5" name="矩形"/>
          <p:cNvSpPr/>
          <p:nvPr/>
        </p:nvSpPr>
        <p:spPr>
          <a:xfrm>
            <a:off x="2095500" y="6362700"/>
            <a:ext cx="95250" cy="19050"/>
          </a:xfrm>
          <a:prstGeom prst="rect">
            <a:avLst/>
          </a:prstGeom>
          <a:solidFill>
            <a:srgbClr val="FFFFFF">
              <a:alpha val="66667"/>
            </a:srgbClr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6" name="矩形"/>
          <p:cNvSpPr/>
          <p:nvPr/>
        </p:nvSpPr>
        <p:spPr>
          <a:xfrm>
            <a:off x="2247900" y="6362700"/>
            <a:ext cx="95250" cy="19050"/>
          </a:xfrm>
          <a:prstGeom prst="rect">
            <a:avLst/>
          </a:prstGeom>
          <a:solidFill>
            <a:srgbClr val="FFFFFF">
              <a:alpha val="66667"/>
            </a:srgbClr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7" name="矩形"/>
          <p:cNvSpPr/>
          <p:nvPr/>
        </p:nvSpPr>
        <p:spPr>
          <a:xfrm>
            <a:off x="2400300" y="6362700"/>
            <a:ext cx="95250" cy="19050"/>
          </a:xfrm>
          <a:prstGeom prst="rect">
            <a:avLst/>
          </a:prstGeom>
          <a:solidFill>
            <a:srgbClr val="FFFFFF">
              <a:alpha val="66667"/>
            </a:srgbClr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8" name="矩形"/>
          <p:cNvSpPr/>
          <p:nvPr/>
        </p:nvSpPr>
        <p:spPr>
          <a:xfrm>
            <a:off x="2552700" y="6362700"/>
            <a:ext cx="95250" cy="19050"/>
          </a:xfrm>
          <a:prstGeom prst="rect">
            <a:avLst/>
          </a:prstGeom>
          <a:solidFill>
            <a:srgbClr val="FFFFFF">
              <a:alpha val="66667"/>
            </a:srgbClr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9" name="矩形"/>
          <p:cNvSpPr/>
          <p:nvPr/>
        </p:nvSpPr>
        <p:spPr>
          <a:xfrm>
            <a:off x="2705100" y="6362700"/>
            <a:ext cx="95250" cy="19050"/>
          </a:xfrm>
          <a:prstGeom prst="rect">
            <a:avLst/>
          </a:prstGeom>
          <a:solidFill>
            <a:srgbClr val="FFFFFF">
              <a:alpha val="66667"/>
            </a:srgbClr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0" name="矩形"/>
          <p:cNvSpPr/>
          <p:nvPr/>
        </p:nvSpPr>
        <p:spPr>
          <a:xfrm>
            <a:off x="2857500" y="6362700"/>
            <a:ext cx="95250" cy="19050"/>
          </a:xfrm>
          <a:prstGeom prst="rect">
            <a:avLst/>
          </a:prstGeom>
          <a:solidFill>
            <a:srgbClr val="FFFFFF">
              <a:alpha val="66667"/>
            </a:srgbClr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1" name="矩形"/>
          <p:cNvSpPr/>
          <p:nvPr/>
        </p:nvSpPr>
        <p:spPr>
          <a:xfrm>
            <a:off x="3009900" y="6362700"/>
            <a:ext cx="95250" cy="19050"/>
          </a:xfrm>
          <a:prstGeom prst="rect">
            <a:avLst/>
          </a:prstGeom>
          <a:solidFill>
            <a:srgbClr val="FFFFFF">
              <a:alpha val="66667"/>
            </a:srgbClr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2" name="矩形"/>
          <p:cNvSpPr/>
          <p:nvPr/>
        </p:nvSpPr>
        <p:spPr>
          <a:xfrm>
            <a:off x="3162300" y="6362700"/>
            <a:ext cx="95250" cy="19050"/>
          </a:xfrm>
          <a:prstGeom prst="rect">
            <a:avLst/>
          </a:prstGeom>
          <a:solidFill>
            <a:srgbClr val="FFFFFF">
              <a:alpha val="66667"/>
            </a:srgbClr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3" name="矩形"/>
          <p:cNvSpPr/>
          <p:nvPr/>
        </p:nvSpPr>
        <p:spPr>
          <a:xfrm>
            <a:off x="3314700" y="6362700"/>
            <a:ext cx="95250" cy="19050"/>
          </a:xfrm>
          <a:prstGeom prst="rect">
            <a:avLst/>
          </a:prstGeom>
          <a:solidFill>
            <a:srgbClr val="FFFFFF">
              <a:alpha val="66667"/>
            </a:srgbClr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4" name="矩形"/>
          <p:cNvSpPr/>
          <p:nvPr/>
        </p:nvSpPr>
        <p:spPr>
          <a:xfrm>
            <a:off x="3467100" y="6362700"/>
            <a:ext cx="95250" cy="19050"/>
          </a:xfrm>
          <a:prstGeom prst="rect">
            <a:avLst/>
          </a:prstGeom>
          <a:solidFill>
            <a:srgbClr val="FFFFFF">
              <a:alpha val="66667"/>
            </a:srgbClr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5" name="矩形"/>
          <p:cNvSpPr/>
          <p:nvPr/>
        </p:nvSpPr>
        <p:spPr>
          <a:xfrm>
            <a:off x="3619500" y="6362700"/>
            <a:ext cx="95250" cy="19050"/>
          </a:xfrm>
          <a:prstGeom prst="rect">
            <a:avLst/>
          </a:prstGeom>
          <a:solidFill>
            <a:srgbClr val="FFFFFF">
              <a:alpha val="66667"/>
            </a:srgbClr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6" name="矩形"/>
          <p:cNvSpPr/>
          <p:nvPr/>
        </p:nvSpPr>
        <p:spPr>
          <a:xfrm>
            <a:off x="3771900" y="6362700"/>
            <a:ext cx="95250" cy="19050"/>
          </a:xfrm>
          <a:prstGeom prst="rect">
            <a:avLst/>
          </a:prstGeom>
          <a:solidFill>
            <a:srgbClr val="FFFFFF">
              <a:alpha val="66667"/>
            </a:srgbClr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7" name="矩形"/>
          <p:cNvSpPr/>
          <p:nvPr/>
        </p:nvSpPr>
        <p:spPr>
          <a:xfrm>
            <a:off x="3924300" y="6362700"/>
            <a:ext cx="95250" cy="19050"/>
          </a:xfrm>
          <a:prstGeom prst="rect">
            <a:avLst/>
          </a:prstGeom>
          <a:solidFill>
            <a:srgbClr val="FFFFFF">
              <a:alpha val="66667"/>
            </a:srgbClr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8" name="矩形"/>
          <p:cNvSpPr/>
          <p:nvPr/>
        </p:nvSpPr>
        <p:spPr>
          <a:xfrm>
            <a:off x="4076700" y="6362700"/>
            <a:ext cx="95250" cy="19050"/>
          </a:xfrm>
          <a:prstGeom prst="rect">
            <a:avLst/>
          </a:prstGeom>
          <a:solidFill>
            <a:srgbClr val="FFFFFF">
              <a:alpha val="66667"/>
            </a:srgbClr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9" name="矩形"/>
          <p:cNvSpPr/>
          <p:nvPr/>
        </p:nvSpPr>
        <p:spPr>
          <a:xfrm>
            <a:off x="4229100" y="6362700"/>
            <a:ext cx="95250" cy="19050"/>
          </a:xfrm>
          <a:prstGeom prst="rect">
            <a:avLst/>
          </a:prstGeom>
          <a:solidFill>
            <a:srgbClr val="FFFFFF">
              <a:alpha val="66667"/>
            </a:srgbClr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60" name="矩形"/>
          <p:cNvSpPr/>
          <p:nvPr/>
        </p:nvSpPr>
        <p:spPr>
          <a:xfrm>
            <a:off x="4381500" y="6362700"/>
            <a:ext cx="95250" cy="19050"/>
          </a:xfrm>
          <a:prstGeom prst="rect">
            <a:avLst/>
          </a:prstGeom>
          <a:solidFill>
            <a:srgbClr val="FFFFFF">
              <a:alpha val="66667"/>
            </a:srgbClr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61" name="矩形"/>
          <p:cNvSpPr/>
          <p:nvPr/>
        </p:nvSpPr>
        <p:spPr>
          <a:xfrm>
            <a:off x="4533900" y="6362700"/>
            <a:ext cx="95250" cy="19050"/>
          </a:xfrm>
          <a:prstGeom prst="rect">
            <a:avLst/>
          </a:prstGeom>
          <a:solidFill>
            <a:srgbClr val="FFFFFF">
              <a:alpha val="66667"/>
            </a:srgbClr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62" name="矩形"/>
          <p:cNvSpPr/>
          <p:nvPr/>
        </p:nvSpPr>
        <p:spPr>
          <a:xfrm>
            <a:off x="4686300" y="6362700"/>
            <a:ext cx="95250" cy="19050"/>
          </a:xfrm>
          <a:prstGeom prst="rect">
            <a:avLst/>
          </a:prstGeom>
          <a:solidFill>
            <a:srgbClr val="FFFFFF">
              <a:alpha val="66667"/>
            </a:srgbClr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63" name="矩形"/>
          <p:cNvSpPr/>
          <p:nvPr/>
        </p:nvSpPr>
        <p:spPr>
          <a:xfrm>
            <a:off x="4838700" y="6362700"/>
            <a:ext cx="95250" cy="19050"/>
          </a:xfrm>
          <a:prstGeom prst="rect">
            <a:avLst/>
          </a:prstGeom>
          <a:solidFill>
            <a:srgbClr val="FFFFFF">
              <a:alpha val="66667"/>
            </a:srgbClr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64" name="矩形"/>
          <p:cNvSpPr/>
          <p:nvPr/>
        </p:nvSpPr>
        <p:spPr>
          <a:xfrm>
            <a:off x="4991100" y="6362700"/>
            <a:ext cx="95250" cy="19050"/>
          </a:xfrm>
          <a:prstGeom prst="rect">
            <a:avLst/>
          </a:prstGeom>
          <a:solidFill>
            <a:srgbClr val="FFFFFF">
              <a:alpha val="66667"/>
            </a:srgbClr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65" name="矩形"/>
          <p:cNvSpPr/>
          <p:nvPr/>
        </p:nvSpPr>
        <p:spPr>
          <a:xfrm>
            <a:off x="5143500" y="6362700"/>
            <a:ext cx="95250" cy="19050"/>
          </a:xfrm>
          <a:prstGeom prst="rect">
            <a:avLst/>
          </a:prstGeom>
          <a:solidFill>
            <a:srgbClr val="FFFFFF">
              <a:alpha val="66667"/>
            </a:srgbClr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66" name="矩形"/>
          <p:cNvSpPr/>
          <p:nvPr/>
        </p:nvSpPr>
        <p:spPr>
          <a:xfrm>
            <a:off x="5295900" y="6362700"/>
            <a:ext cx="95250" cy="19050"/>
          </a:xfrm>
          <a:prstGeom prst="rect">
            <a:avLst/>
          </a:prstGeom>
          <a:solidFill>
            <a:srgbClr val="FFFFFF">
              <a:alpha val="66667"/>
            </a:srgbClr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67" name="矩形"/>
          <p:cNvSpPr/>
          <p:nvPr/>
        </p:nvSpPr>
        <p:spPr>
          <a:xfrm>
            <a:off x="5448300" y="6362700"/>
            <a:ext cx="95250" cy="19050"/>
          </a:xfrm>
          <a:prstGeom prst="rect">
            <a:avLst/>
          </a:prstGeom>
          <a:solidFill>
            <a:srgbClr val="FFFFFF">
              <a:alpha val="66667"/>
            </a:srgbClr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68" name="矩形"/>
          <p:cNvSpPr/>
          <p:nvPr/>
        </p:nvSpPr>
        <p:spPr>
          <a:xfrm>
            <a:off x="5600700" y="6362700"/>
            <a:ext cx="95250" cy="19050"/>
          </a:xfrm>
          <a:prstGeom prst="rect">
            <a:avLst/>
          </a:prstGeom>
          <a:solidFill>
            <a:srgbClr val="FFFFFF">
              <a:alpha val="66667"/>
            </a:srgbClr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69" name="矩形"/>
          <p:cNvSpPr/>
          <p:nvPr/>
        </p:nvSpPr>
        <p:spPr>
          <a:xfrm>
            <a:off x="5753100" y="6362700"/>
            <a:ext cx="95250" cy="19050"/>
          </a:xfrm>
          <a:prstGeom prst="rect">
            <a:avLst/>
          </a:prstGeom>
          <a:solidFill>
            <a:srgbClr val="FFFFFF">
              <a:alpha val="66667"/>
            </a:srgbClr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70" name="矩形"/>
          <p:cNvSpPr/>
          <p:nvPr/>
        </p:nvSpPr>
        <p:spPr>
          <a:xfrm>
            <a:off x="5905500" y="6362700"/>
            <a:ext cx="95250" cy="19050"/>
          </a:xfrm>
          <a:prstGeom prst="rect">
            <a:avLst/>
          </a:prstGeom>
          <a:solidFill>
            <a:srgbClr val="FFFFFF">
              <a:alpha val="66667"/>
            </a:srgbClr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71" name="矩形"/>
          <p:cNvSpPr/>
          <p:nvPr/>
        </p:nvSpPr>
        <p:spPr>
          <a:xfrm>
            <a:off x="6057900" y="6362700"/>
            <a:ext cx="95250" cy="19050"/>
          </a:xfrm>
          <a:prstGeom prst="rect">
            <a:avLst/>
          </a:prstGeom>
          <a:solidFill>
            <a:srgbClr val="FFFFFF">
              <a:alpha val="66667"/>
            </a:srgbClr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72" name="矩形"/>
          <p:cNvSpPr/>
          <p:nvPr/>
        </p:nvSpPr>
        <p:spPr>
          <a:xfrm>
            <a:off x="6210300" y="6362700"/>
            <a:ext cx="95250" cy="19050"/>
          </a:xfrm>
          <a:prstGeom prst="rect">
            <a:avLst/>
          </a:prstGeom>
          <a:solidFill>
            <a:srgbClr val="FFFFFF">
              <a:alpha val="66667"/>
            </a:srgbClr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73" name="矩形"/>
          <p:cNvSpPr/>
          <p:nvPr/>
        </p:nvSpPr>
        <p:spPr>
          <a:xfrm>
            <a:off x="6362700" y="6362700"/>
            <a:ext cx="95250" cy="19050"/>
          </a:xfrm>
          <a:prstGeom prst="rect">
            <a:avLst/>
          </a:prstGeom>
          <a:solidFill>
            <a:srgbClr val="FFFFFF">
              <a:alpha val="66667"/>
            </a:srgbClr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74" name="矩形"/>
          <p:cNvSpPr/>
          <p:nvPr/>
        </p:nvSpPr>
        <p:spPr>
          <a:xfrm>
            <a:off x="6515100" y="6362700"/>
            <a:ext cx="95250" cy="19050"/>
          </a:xfrm>
          <a:prstGeom prst="rect">
            <a:avLst/>
          </a:prstGeom>
          <a:solidFill>
            <a:srgbClr val="FFFFFF">
              <a:alpha val="66667"/>
            </a:srgbClr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75" name="矩形"/>
          <p:cNvSpPr/>
          <p:nvPr/>
        </p:nvSpPr>
        <p:spPr>
          <a:xfrm>
            <a:off x="6667500" y="6362700"/>
            <a:ext cx="95250" cy="19050"/>
          </a:xfrm>
          <a:prstGeom prst="rect">
            <a:avLst/>
          </a:prstGeom>
          <a:solidFill>
            <a:srgbClr val="FFFFFF">
              <a:alpha val="66667"/>
            </a:srgbClr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76" name="矩形"/>
          <p:cNvSpPr/>
          <p:nvPr/>
        </p:nvSpPr>
        <p:spPr>
          <a:xfrm>
            <a:off x="6819900" y="6362700"/>
            <a:ext cx="95250" cy="19050"/>
          </a:xfrm>
          <a:prstGeom prst="rect">
            <a:avLst/>
          </a:prstGeom>
          <a:solidFill>
            <a:srgbClr val="FFFFFF">
              <a:alpha val="66667"/>
            </a:srgbClr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77" name="矩形"/>
          <p:cNvSpPr/>
          <p:nvPr/>
        </p:nvSpPr>
        <p:spPr>
          <a:xfrm>
            <a:off x="6972300" y="6362700"/>
            <a:ext cx="95250" cy="19050"/>
          </a:xfrm>
          <a:prstGeom prst="rect">
            <a:avLst/>
          </a:prstGeom>
          <a:solidFill>
            <a:srgbClr val="FFFFFF">
              <a:alpha val="66667"/>
            </a:srgbClr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78" name="矩形"/>
          <p:cNvSpPr/>
          <p:nvPr/>
        </p:nvSpPr>
        <p:spPr>
          <a:xfrm>
            <a:off x="7124700" y="6362700"/>
            <a:ext cx="95250" cy="19050"/>
          </a:xfrm>
          <a:prstGeom prst="rect">
            <a:avLst/>
          </a:prstGeom>
          <a:solidFill>
            <a:srgbClr val="FFFFFF">
              <a:alpha val="66667"/>
            </a:srgbClr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79" name="矩形"/>
          <p:cNvSpPr/>
          <p:nvPr/>
        </p:nvSpPr>
        <p:spPr>
          <a:xfrm>
            <a:off x="7277100" y="6362700"/>
            <a:ext cx="95250" cy="19050"/>
          </a:xfrm>
          <a:prstGeom prst="rect">
            <a:avLst/>
          </a:prstGeom>
          <a:solidFill>
            <a:srgbClr val="FFFFFF">
              <a:alpha val="66667"/>
            </a:srgbClr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80" name="矩形"/>
          <p:cNvSpPr/>
          <p:nvPr/>
        </p:nvSpPr>
        <p:spPr>
          <a:xfrm>
            <a:off x="7429500" y="6362700"/>
            <a:ext cx="95250" cy="19050"/>
          </a:xfrm>
          <a:prstGeom prst="rect">
            <a:avLst/>
          </a:prstGeom>
          <a:solidFill>
            <a:srgbClr val="FFFFFF">
              <a:alpha val="66667"/>
            </a:srgbClr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81" name="矩形"/>
          <p:cNvSpPr/>
          <p:nvPr/>
        </p:nvSpPr>
        <p:spPr>
          <a:xfrm>
            <a:off x="7581900" y="6362700"/>
            <a:ext cx="95250" cy="19050"/>
          </a:xfrm>
          <a:prstGeom prst="rect">
            <a:avLst/>
          </a:prstGeom>
          <a:solidFill>
            <a:srgbClr val="FFFFFF">
              <a:alpha val="66667"/>
            </a:srgbClr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82" name="矩形"/>
          <p:cNvSpPr/>
          <p:nvPr/>
        </p:nvSpPr>
        <p:spPr>
          <a:xfrm>
            <a:off x="7734300" y="6362700"/>
            <a:ext cx="95250" cy="19050"/>
          </a:xfrm>
          <a:prstGeom prst="rect">
            <a:avLst/>
          </a:prstGeom>
          <a:solidFill>
            <a:srgbClr val="FFFFFF">
              <a:alpha val="66667"/>
            </a:srgbClr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83" name="矩形"/>
          <p:cNvSpPr/>
          <p:nvPr/>
        </p:nvSpPr>
        <p:spPr>
          <a:xfrm>
            <a:off x="7886700" y="6362700"/>
            <a:ext cx="95250" cy="19050"/>
          </a:xfrm>
          <a:prstGeom prst="rect">
            <a:avLst/>
          </a:prstGeom>
          <a:solidFill>
            <a:srgbClr val="FFFFFF">
              <a:alpha val="66667"/>
            </a:srgbClr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84" name="矩形"/>
          <p:cNvSpPr/>
          <p:nvPr/>
        </p:nvSpPr>
        <p:spPr>
          <a:xfrm>
            <a:off x="8039100" y="6362700"/>
            <a:ext cx="95250" cy="19050"/>
          </a:xfrm>
          <a:prstGeom prst="rect">
            <a:avLst/>
          </a:prstGeom>
          <a:solidFill>
            <a:srgbClr val="FFFFFF">
              <a:alpha val="66667"/>
            </a:srgbClr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85" name="矩形"/>
          <p:cNvSpPr/>
          <p:nvPr/>
        </p:nvSpPr>
        <p:spPr>
          <a:xfrm>
            <a:off x="8191500" y="6362700"/>
            <a:ext cx="95250" cy="19050"/>
          </a:xfrm>
          <a:prstGeom prst="rect">
            <a:avLst/>
          </a:prstGeom>
          <a:solidFill>
            <a:srgbClr val="FFFFFF">
              <a:alpha val="66667"/>
            </a:srgbClr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86" name="矩形"/>
          <p:cNvSpPr/>
          <p:nvPr/>
        </p:nvSpPr>
        <p:spPr>
          <a:xfrm>
            <a:off x="8343900" y="6362700"/>
            <a:ext cx="95250" cy="19050"/>
          </a:xfrm>
          <a:prstGeom prst="rect">
            <a:avLst/>
          </a:prstGeom>
          <a:solidFill>
            <a:srgbClr val="FFFFFF">
              <a:alpha val="66667"/>
            </a:srgbClr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87" name="矩形"/>
          <p:cNvSpPr/>
          <p:nvPr/>
        </p:nvSpPr>
        <p:spPr>
          <a:xfrm>
            <a:off x="8496300" y="6362700"/>
            <a:ext cx="95250" cy="19050"/>
          </a:xfrm>
          <a:prstGeom prst="rect">
            <a:avLst/>
          </a:prstGeom>
          <a:solidFill>
            <a:srgbClr val="FFFFFF">
              <a:alpha val="66667"/>
            </a:srgbClr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88" name="矩形"/>
          <p:cNvSpPr/>
          <p:nvPr/>
        </p:nvSpPr>
        <p:spPr>
          <a:xfrm>
            <a:off x="8648700" y="6362700"/>
            <a:ext cx="95250" cy="19050"/>
          </a:xfrm>
          <a:prstGeom prst="rect">
            <a:avLst/>
          </a:prstGeom>
          <a:solidFill>
            <a:srgbClr val="FFFFFF">
              <a:alpha val="66667"/>
            </a:srgbClr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89" name="矩形"/>
          <p:cNvSpPr/>
          <p:nvPr/>
        </p:nvSpPr>
        <p:spPr>
          <a:xfrm>
            <a:off x="8801100" y="6362700"/>
            <a:ext cx="95250" cy="19050"/>
          </a:xfrm>
          <a:prstGeom prst="rect">
            <a:avLst/>
          </a:prstGeom>
          <a:solidFill>
            <a:srgbClr val="FFFFFF">
              <a:alpha val="66667"/>
            </a:srgbClr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90" name="矩形"/>
          <p:cNvSpPr/>
          <p:nvPr/>
        </p:nvSpPr>
        <p:spPr>
          <a:xfrm>
            <a:off x="8953500" y="6362700"/>
            <a:ext cx="95250" cy="19050"/>
          </a:xfrm>
          <a:prstGeom prst="rect">
            <a:avLst/>
          </a:prstGeom>
          <a:solidFill>
            <a:srgbClr val="FFFFFF">
              <a:alpha val="66667"/>
            </a:srgbClr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91" name="矩形"/>
          <p:cNvSpPr/>
          <p:nvPr/>
        </p:nvSpPr>
        <p:spPr>
          <a:xfrm>
            <a:off x="9105900" y="6362700"/>
            <a:ext cx="95250" cy="19050"/>
          </a:xfrm>
          <a:prstGeom prst="rect">
            <a:avLst/>
          </a:prstGeom>
          <a:solidFill>
            <a:srgbClr val="FFFFFF">
              <a:alpha val="66667"/>
            </a:srgbClr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92" name="矩形"/>
          <p:cNvSpPr/>
          <p:nvPr/>
        </p:nvSpPr>
        <p:spPr>
          <a:xfrm>
            <a:off x="9258300" y="6362700"/>
            <a:ext cx="95250" cy="19050"/>
          </a:xfrm>
          <a:prstGeom prst="rect">
            <a:avLst/>
          </a:prstGeom>
          <a:solidFill>
            <a:srgbClr val="FFFFFF">
              <a:alpha val="66667"/>
            </a:srgbClr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93" name="矩形"/>
          <p:cNvSpPr/>
          <p:nvPr/>
        </p:nvSpPr>
        <p:spPr>
          <a:xfrm>
            <a:off x="9410700" y="6362700"/>
            <a:ext cx="95250" cy="19050"/>
          </a:xfrm>
          <a:prstGeom prst="rect">
            <a:avLst/>
          </a:prstGeom>
          <a:solidFill>
            <a:srgbClr val="FFFFFF">
              <a:alpha val="66667"/>
            </a:srgbClr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94" name="矩形"/>
          <p:cNvSpPr/>
          <p:nvPr/>
        </p:nvSpPr>
        <p:spPr>
          <a:xfrm>
            <a:off x="9563100" y="6362700"/>
            <a:ext cx="95250" cy="19050"/>
          </a:xfrm>
          <a:prstGeom prst="rect">
            <a:avLst/>
          </a:prstGeom>
          <a:solidFill>
            <a:srgbClr val="FFFFFF">
              <a:alpha val="66667"/>
            </a:srgbClr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95" name="矩形"/>
          <p:cNvSpPr/>
          <p:nvPr/>
        </p:nvSpPr>
        <p:spPr>
          <a:xfrm>
            <a:off x="9715500" y="6362700"/>
            <a:ext cx="95250" cy="19050"/>
          </a:xfrm>
          <a:prstGeom prst="rect">
            <a:avLst/>
          </a:prstGeom>
          <a:solidFill>
            <a:srgbClr val="FFFFFF">
              <a:alpha val="66667"/>
            </a:srgbClr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96" name="矩形"/>
          <p:cNvSpPr/>
          <p:nvPr/>
        </p:nvSpPr>
        <p:spPr>
          <a:xfrm>
            <a:off x="9867900" y="6362700"/>
            <a:ext cx="95250" cy="19050"/>
          </a:xfrm>
          <a:prstGeom prst="rect">
            <a:avLst/>
          </a:prstGeom>
          <a:solidFill>
            <a:srgbClr val="FFFFFF">
              <a:alpha val="66667"/>
            </a:srgbClr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97" name="矩形"/>
          <p:cNvSpPr/>
          <p:nvPr/>
        </p:nvSpPr>
        <p:spPr>
          <a:xfrm>
            <a:off x="10020300" y="6362700"/>
            <a:ext cx="95250" cy="19050"/>
          </a:xfrm>
          <a:prstGeom prst="rect">
            <a:avLst/>
          </a:prstGeom>
          <a:solidFill>
            <a:srgbClr val="FFFFFF">
              <a:alpha val="66667"/>
            </a:srgbClr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98" name="矩形"/>
          <p:cNvSpPr/>
          <p:nvPr/>
        </p:nvSpPr>
        <p:spPr>
          <a:xfrm>
            <a:off x="10172700" y="6362700"/>
            <a:ext cx="95250" cy="19050"/>
          </a:xfrm>
          <a:prstGeom prst="rect">
            <a:avLst/>
          </a:prstGeom>
          <a:solidFill>
            <a:srgbClr val="FFFFFF">
              <a:alpha val="66667"/>
            </a:srgbClr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99" name="矩形"/>
          <p:cNvSpPr/>
          <p:nvPr/>
        </p:nvSpPr>
        <p:spPr>
          <a:xfrm>
            <a:off x="10325100" y="6362700"/>
            <a:ext cx="95250" cy="19050"/>
          </a:xfrm>
          <a:prstGeom prst="rect">
            <a:avLst/>
          </a:prstGeom>
          <a:solidFill>
            <a:srgbClr val="FFFFFF">
              <a:alpha val="66667"/>
            </a:srgbClr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pic>
        <p:nvPicPr>
          <p:cNvPr id="100" name="image3.png" descr="image3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400050" y="6535384"/>
            <a:ext cx="2000250" cy="197559"/>
          </a:xfrm>
          <a:prstGeom prst="rect">
            <a:avLst/>
          </a:prstGeom>
          <a:ln w="12700">
            <a:miter lim="400000"/>
          </a:ln>
        </p:spPr>
      </p:pic>
      <p:pic>
        <p:nvPicPr>
          <p:cNvPr id="101" name="Picture 11" descr="Picture 11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 rot="21439852">
            <a:off x="7231466" y="383006"/>
            <a:ext cx="5432668" cy="6574048"/>
          </a:xfrm>
          <a:prstGeom prst="rect">
            <a:avLst/>
          </a:prstGeom>
          <a:ln w="12700">
            <a:miter lim="400000"/>
          </a:ln>
        </p:spPr>
      </p:pic>
      <p:pic>
        <p:nvPicPr>
          <p:cNvPr id="102" name="Picture 18" descr="Picture 18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 rot="21416039">
            <a:off x="7033782" y="412788"/>
            <a:ext cx="5601039" cy="6501479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矩形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pic>
        <p:nvPicPr>
          <p:cNvPr id="105" name="image4.png" descr="image4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09550" y="146513"/>
            <a:ext cx="590550" cy="421349"/>
          </a:xfrm>
          <a:prstGeom prst="rect">
            <a:avLst/>
          </a:prstGeom>
          <a:ln w="12700">
            <a:miter lim="400000"/>
          </a:ln>
        </p:spPr>
      </p:pic>
      <p:pic>
        <p:nvPicPr>
          <p:cNvPr id="106" name="image5.png" descr="image5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0694365" y="133350"/>
            <a:ext cx="690220" cy="457200"/>
          </a:xfrm>
          <a:prstGeom prst="rect">
            <a:avLst/>
          </a:prstGeom>
          <a:ln w="12700">
            <a:miter lim="400000"/>
          </a:ln>
        </p:spPr>
      </p:pic>
      <p:sp>
        <p:nvSpPr>
          <p:cNvPr id="107" name="矩形"/>
          <p:cNvSpPr/>
          <p:nvPr/>
        </p:nvSpPr>
        <p:spPr>
          <a:xfrm>
            <a:off x="0" y="714375"/>
            <a:ext cx="12192000" cy="28575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08" name="矩形"/>
          <p:cNvSpPr/>
          <p:nvPr/>
        </p:nvSpPr>
        <p:spPr>
          <a:xfrm>
            <a:off x="0" y="771525"/>
            <a:ext cx="12192000" cy="19050"/>
          </a:xfrm>
          <a:prstGeom prst="rect">
            <a:avLst/>
          </a:prstGeom>
          <a:solidFill>
            <a:srgbClr val="8BC7F7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09" name="矩形"/>
          <p:cNvSpPr/>
          <p:nvPr/>
        </p:nvSpPr>
        <p:spPr>
          <a:xfrm>
            <a:off x="2667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10" name="矩形"/>
          <p:cNvSpPr/>
          <p:nvPr/>
        </p:nvSpPr>
        <p:spPr>
          <a:xfrm>
            <a:off x="4191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11" name="矩形"/>
          <p:cNvSpPr/>
          <p:nvPr/>
        </p:nvSpPr>
        <p:spPr>
          <a:xfrm>
            <a:off x="5715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12" name="矩形"/>
          <p:cNvSpPr/>
          <p:nvPr/>
        </p:nvSpPr>
        <p:spPr>
          <a:xfrm>
            <a:off x="7239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13" name="矩形"/>
          <p:cNvSpPr/>
          <p:nvPr/>
        </p:nvSpPr>
        <p:spPr>
          <a:xfrm>
            <a:off x="8763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14" name="矩形"/>
          <p:cNvSpPr/>
          <p:nvPr/>
        </p:nvSpPr>
        <p:spPr>
          <a:xfrm>
            <a:off x="10287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15" name="矩形"/>
          <p:cNvSpPr/>
          <p:nvPr/>
        </p:nvSpPr>
        <p:spPr>
          <a:xfrm>
            <a:off x="11811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16" name="矩形"/>
          <p:cNvSpPr/>
          <p:nvPr/>
        </p:nvSpPr>
        <p:spPr>
          <a:xfrm>
            <a:off x="13335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17" name="矩形"/>
          <p:cNvSpPr/>
          <p:nvPr/>
        </p:nvSpPr>
        <p:spPr>
          <a:xfrm>
            <a:off x="14859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18" name="矩形"/>
          <p:cNvSpPr/>
          <p:nvPr/>
        </p:nvSpPr>
        <p:spPr>
          <a:xfrm>
            <a:off x="16383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19" name="矩形"/>
          <p:cNvSpPr/>
          <p:nvPr/>
        </p:nvSpPr>
        <p:spPr>
          <a:xfrm>
            <a:off x="17907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20" name="矩形"/>
          <p:cNvSpPr/>
          <p:nvPr/>
        </p:nvSpPr>
        <p:spPr>
          <a:xfrm>
            <a:off x="19431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21" name="矩形"/>
          <p:cNvSpPr/>
          <p:nvPr/>
        </p:nvSpPr>
        <p:spPr>
          <a:xfrm>
            <a:off x="20955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22" name="矩形"/>
          <p:cNvSpPr/>
          <p:nvPr/>
        </p:nvSpPr>
        <p:spPr>
          <a:xfrm>
            <a:off x="22479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23" name="矩形"/>
          <p:cNvSpPr/>
          <p:nvPr/>
        </p:nvSpPr>
        <p:spPr>
          <a:xfrm>
            <a:off x="24003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24" name="矩形"/>
          <p:cNvSpPr/>
          <p:nvPr/>
        </p:nvSpPr>
        <p:spPr>
          <a:xfrm>
            <a:off x="25527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25" name="矩形"/>
          <p:cNvSpPr/>
          <p:nvPr/>
        </p:nvSpPr>
        <p:spPr>
          <a:xfrm>
            <a:off x="27051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26" name="矩形"/>
          <p:cNvSpPr/>
          <p:nvPr/>
        </p:nvSpPr>
        <p:spPr>
          <a:xfrm>
            <a:off x="28575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27" name="矩形"/>
          <p:cNvSpPr/>
          <p:nvPr/>
        </p:nvSpPr>
        <p:spPr>
          <a:xfrm>
            <a:off x="30099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28" name="矩形"/>
          <p:cNvSpPr/>
          <p:nvPr/>
        </p:nvSpPr>
        <p:spPr>
          <a:xfrm>
            <a:off x="31623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29" name="矩形"/>
          <p:cNvSpPr/>
          <p:nvPr/>
        </p:nvSpPr>
        <p:spPr>
          <a:xfrm>
            <a:off x="33147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30" name="矩形"/>
          <p:cNvSpPr/>
          <p:nvPr/>
        </p:nvSpPr>
        <p:spPr>
          <a:xfrm>
            <a:off x="34671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31" name="矩形"/>
          <p:cNvSpPr/>
          <p:nvPr/>
        </p:nvSpPr>
        <p:spPr>
          <a:xfrm>
            <a:off x="36195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32" name="矩形"/>
          <p:cNvSpPr/>
          <p:nvPr/>
        </p:nvSpPr>
        <p:spPr>
          <a:xfrm>
            <a:off x="37719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33" name="矩形"/>
          <p:cNvSpPr/>
          <p:nvPr/>
        </p:nvSpPr>
        <p:spPr>
          <a:xfrm>
            <a:off x="39243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34" name="矩形"/>
          <p:cNvSpPr/>
          <p:nvPr/>
        </p:nvSpPr>
        <p:spPr>
          <a:xfrm>
            <a:off x="40767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35" name="矩形"/>
          <p:cNvSpPr/>
          <p:nvPr/>
        </p:nvSpPr>
        <p:spPr>
          <a:xfrm>
            <a:off x="42291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36" name="矩形"/>
          <p:cNvSpPr/>
          <p:nvPr/>
        </p:nvSpPr>
        <p:spPr>
          <a:xfrm>
            <a:off x="43815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37" name="矩形"/>
          <p:cNvSpPr/>
          <p:nvPr/>
        </p:nvSpPr>
        <p:spPr>
          <a:xfrm>
            <a:off x="45339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38" name="矩形"/>
          <p:cNvSpPr/>
          <p:nvPr/>
        </p:nvSpPr>
        <p:spPr>
          <a:xfrm>
            <a:off x="46863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39" name="矩形"/>
          <p:cNvSpPr/>
          <p:nvPr/>
        </p:nvSpPr>
        <p:spPr>
          <a:xfrm>
            <a:off x="48387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40" name="矩形"/>
          <p:cNvSpPr/>
          <p:nvPr/>
        </p:nvSpPr>
        <p:spPr>
          <a:xfrm>
            <a:off x="49911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41" name="矩形"/>
          <p:cNvSpPr/>
          <p:nvPr/>
        </p:nvSpPr>
        <p:spPr>
          <a:xfrm>
            <a:off x="51435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42" name="矩形"/>
          <p:cNvSpPr/>
          <p:nvPr/>
        </p:nvSpPr>
        <p:spPr>
          <a:xfrm>
            <a:off x="52959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43" name="矩形"/>
          <p:cNvSpPr/>
          <p:nvPr/>
        </p:nvSpPr>
        <p:spPr>
          <a:xfrm>
            <a:off x="54483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44" name="矩形"/>
          <p:cNvSpPr/>
          <p:nvPr/>
        </p:nvSpPr>
        <p:spPr>
          <a:xfrm>
            <a:off x="56007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45" name="矩形"/>
          <p:cNvSpPr/>
          <p:nvPr/>
        </p:nvSpPr>
        <p:spPr>
          <a:xfrm>
            <a:off x="57531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46" name="矩形"/>
          <p:cNvSpPr/>
          <p:nvPr/>
        </p:nvSpPr>
        <p:spPr>
          <a:xfrm>
            <a:off x="59055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47" name="矩形"/>
          <p:cNvSpPr/>
          <p:nvPr/>
        </p:nvSpPr>
        <p:spPr>
          <a:xfrm>
            <a:off x="60579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48" name="矩形"/>
          <p:cNvSpPr/>
          <p:nvPr/>
        </p:nvSpPr>
        <p:spPr>
          <a:xfrm>
            <a:off x="62103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49" name="矩形"/>
          <p:cNvSpPr/>
          <p:nvPr/>
        </p:nvSpPr>
        <p:spPr>
          <a:xfrm>
            <a:off x="63627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50" name="矩形"/>
          <p:cNvSpPr/>
          <p:nvPr/>
        </p:nvSpPr>
        <p:spPr>
          <a:xfrm>
            <a:off x="65151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51" name="矩形"/>
          <p:cNvSpPr/>
          <p:nvPr/>
        </p:nvSpPr>
        <p:spPr>
          <a:xfrm>
            <a:off x="66675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52" name="矩形"/>
          <p:cNvSpPr/>
          <p:nvPr/>
        </p:nvSpPr>
        <p:spPr>
          <a:xfrm>
            <a:off x="68199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53" name="矩形"/>
          <p:cNvSpPr/>
          <p:nvPr/>
        </p:nvSpPr>
        <p:spPr>
          <a:xfrm>
            <a:off x="69723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54" name="矩形"/>
          <p:cNvSpPr/>
          <p:nvPr/>
        </p:nvSpPr>
        <p:spPr>
          <a:xfrm>
            <a:off x="71247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55" name="矩形"/>
          <p:cNvSpPr/>
          <p:nvPr/>
        </p:nvSpPr>
        <p:spPr>
          <a:xfrm>
            <a:off x="72771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56" name="矩形"/>
          <p:cNvSpPr/>
          <p:nvPr/>
        </p:nvSpPr>
        <p:spPr>
          <a:xfrm>
            <a:off x="74295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57" name="矩形"/>
          <p:cNvSpPr/>
          <p:nvPr/>
        </p:nvSpPr>
        <p:spPr>
          <a:xfrm>
            <a:off x="75819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58" name="矩形"/>
          <p:cNvSpPr/>
          <p:nvPr/>
        </p:nvSpPr>
        <p:spPr>
          <a:xfrm>
            <a:off x="77343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59" name="矩形"/>
          <p:cNvSpPr/>
          <p:nvPr/>
        </p:nvSpPr>
        <p:spPr>
          <a:xfrm>
            <a:off x="78867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60" name="矩形"/>
          <p:cNvSpPr/>
          <p:nvPr/>
        </p:nvSpPr>
        <p:spPr>
          <a:xfrm>
            <a:off x="80391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61" name="矩形"/>
          <p:cNvSpPr/>
          <p:nvPr/>
        </p:nvSpPr>
        <p:spPr>
          <a:xfrm>
            <a:off x="81915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62" name="矩形"/>
          <p:cNvSpPr/>
          <p:nvPr/>
        </p:nvSpPr>
        <p:spPr>
          <a:xfrm>
            <a:off x="83439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63" name="矩形"/>
          <p:cNvSpPr/>
          <p:nvPr/>
        </p:nvSpPr>
        <p:spPr>
          <a:xfrm>
            <a:off x="84963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64" name="矩形"/>
          <p:cNvSpPr/>
          <p:nvPr/>
        </p:nvSpPr>
        <p:spPr>
          <a:xfrm>
            <a:off x="86487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65" name="矩形"/>
          <p:cNvSpPr/>
          <p:nvPr/>
        </p:nvSpPr>
        <p:spPr>
          <a:xfrm>
            <a:off x="88011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66" name="矩形"/>
          <p:cNvSpPr/>
          <p:nvPr/>
        </p:nvSpPr>
        <p:spPr>
          <a:xfrm>
            <a:off x="89535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67" name="矩形"/>
          <p:cNvSpPr/>
          <p:nvPr/>
        </p:nvSpPr>
        <p:spPr>
          <a:xfrm>
            <a:off x="91059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68" name="矩形"/>
          <p:cNvSpPr/>
          <p:nvPr/>
        </p:nvSpPr>
        <p:spPr>
          <a:xfrm>
            <a:off x="92583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69" name="矩形"/>
          <p:cNvSpPr/>
          <p:nvPr/>
        </p:nvSpPr>
        <p:spPr>
          <a:xfrm>
            <a:off x="94107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70" name="矩形"/>
          <p:cNvSpPr/>
          <p:nvPr/>
        </p:nvSpPr>
        <p:spPr>
          <a:xfrm>
            <a:off x="95631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71" name="矩形"/>
          <p:cNvSpPr/>
          <p:nvPr/>
        </p:nvSpPr>
        <p:spPr>
          <a:xfrm>
            <a:off x="97155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72" name="矩形"/>
          <p:cNvSpPr/>
          <p:nvPr/>
        </p:nvSpPr>
        <p:spPr>
          <a:xfrm>
            <a:off x="98679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73" name="矩形"/>
          <p:cNvSpPr/>
          <p:nvPr/>
        </p:nvSpPr>
        <p:spPr>
          <a:xfrm>
            <a:off x="100203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74" name="矩形"/>
          <p:cNvSpPr/>
          <p:nvPr/>
        </p:nvSpPr>
        <p:spPr>
          <a:xfrm>
            <a:off x="101727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75" name="矩形"/>
          <p:cNvSpPr/>
          <p:nvPr/>
        </p:nvSpPr>
        <p:spPr>
          <a:xfrm>
            <a:off x="103251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pic>
        <p:nvPicPr>
          <p:cNvPr id="176" name="image3.png" descr="image3.png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400050" y="6535384"/>
            <a:ext cx="2000250" cy="197559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179" name="矩形 982"/>
          <p:cNvGrpSpPr/>
          <p:nvPr/>
        </p:nvGrpSpPr>
        <p:grpSpPr>
          <a:xfrm>
            <a:off x="1000125" y="200025"/>
            <a:ext cx="7239000" cy="457200"/>
            <a:chOff x="0" y="0"/>
            <a:chExt cx="7239000" cy="457200"/>
          </a:xfrm>
        </p:grpSpPr>
        <p:sp>
          <p:nvSpPr>
            <p:cNvPr id="177" name="矩形"/>
            <p:cNvSpPr/>
            <p:nvPr/>
          </p:nvSpPr>
          <p:spPr>
            <a:xfrm>
              <a:off x="0" y="0"/>
              <a:ext cx="7239000" cy="4572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b="1" sz="2200">
                  <a:solidFill>
                    <a:srgbClr val="0052A5"/>
                  </a:solidFill>
                  <a:latin typeface="Microsoft YaHei"/>
                  <a:ea typeface="Microsoft YaHei"/>
                  <a:cs typeface="Microsoft YaHei"/>
                  <a:sym typeface="Microsoft YaHei"/>
                </a:defRPr>
              </a:pPr>
            </a:p>
          </p:txBody>
        </p:sp>
        <p:sp>
          <p:nvSpPr>
            <p:cNvPr id="178" name="汇报结构与核心问题"/>
            <p:cNvSpPr txBox="1"/>
            <p:nvPr/>
          </p:nvSpPr>
          <p:spPr>
            <a:xfrm>
              <a:off x="0" y="38100"/>
              <a:ext cx="7239000" cy="3810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>
                <a:defRPr b="1" sz="2200">
                  <a:solidFill>
                    <a:srgbClr val="0052A5"/>
                  </a:solidFill>
                  <a:latin typeface="Microsoft YaHei"/>
                  <a:ea typeface="Microsoft YaHei"/>
                  <a:cs typeface="Microsoft YaHei"/>
                  <a:sym typeface="Microsoft YaHei"/>
                </a:defRPr>
              </a:lvl1pPr>
            </a:lstStyle>
            <a:p>
              <a:pPr/>
              <a:r>
                <a:t>汇报结构与核心问题</a:t>
              </a:r>
            </a:p>
          </p:txBody>
        </p:sp>
      </p:grpSp>
      <p:grpSp>
        <p:nvGrpSpPr>
          <p:cNvPr id="182" name="矩形 983"/>
          <p:cNvGrpSpPr/>
          <p:nvPr/>
        </p:nvGrpSpPr>
        <p:grpSpPr>
          <a:xfrm>
            <a:off x="8667750" y="228600"/>
            <a:ext cx="1428750" cy="209550"/>
            <a:chOff x="0" y="0"/>
            <a:chExt cx="1428750" cy="209550"/>
          </a:xfrm>
        </p:grpSpPr>
        <p:sp>
          <p:nvSpPr>
            <p:cNvPr id="180" name="矩形"/>
            <p:cNvSpPr/>
            <p:nvPr/>
          </p:nvSpPr>
          <p:spPr>
            <a:xfrm>
              <a:off x="0" y="0"/>
              <a:ext cx="1428750" cy="20955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b="1" sz="700">
                  <a:solidFill>
                    <a:srgbClr val="6B7280"/>
                  </a:solidFill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181" name="STORYLINE"/>
            <p:cNvSpPr txBox="1"/>
            <p:nvPr/>
          </p:nvSpPr>
          <p:spPr>
            <a:xfrm>
              <a:off x="0" y="41274"/>
              <a:ext cx="1428750" cy="1270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>
                <a:defRPr b="1" sz="700">
                  <a:solidFill>
                    <a:srgbClr val="6B728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STORYLINE</a:t>
              </a:r>
            </a:p>
          </p:txBody>
        </p:sp>
      </p:grpSp>
      <p:grpSp>
        <p:nvGrpSpPr>
          <p:cNvPr id="185" name="矩形 984"/>
          <p:cNvGrpSpPr/>
          <p:nvPr/>
        </p:nvGrpSpPr>
        <p:grpSpPr>
          <a:xfrm>
            <a:off x="11696700" y="6419850"/>
            <a:ext cx="323850" cy="266700"/>
            <a:chOff x="0" y="0"/>
            <a:chExt cx="323850" cy="266700"/>
          </a:xfrm>
        </p:grpSpPr>
        <p:sp>
          <p:nvSpPr>
            <p:cNvPr id="183" name="矩形"/>
            <p:cNvSpPr/>
            <p:nvPr/>
          </p:nvSpPr>
          <p:spPr>
            <a:xfrm>
              <a:off x="0" y="0"/>
              <a:ext cx="323850" cy="2667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algn="ctr">
                <a:defRPr b="1" sz="1300">
                  <a:solidFill>
                    <a:srgbClr val="8A8A8A"/>
                  </a:solidFill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184" name="2"/>
            <p:cNvSpPr txBox="1"/>
            <p:nvPr/>
          </p:nvSpPr>
          <p:spPr>
            <a:xfrm>
              <a:off x="0" y="0"/>
              <a:ext cx="323850" cy="18509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 algn="ctr">
                <a:defRPr b="1" sz="1300">
                  <a:solidFill>
                    <a:srgbClr val="8A8A8A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2</a:t>
              </a:r>
            </a:p>
          </p:txBody>
        </p:sp>
      </p:grpSp>
      <p:grpSp>
        <p:nvGrpSpPr>
          <p:cNvPr id="188" name="矩形 985"/>
          <p:cNvGrpSpPr/>
          <p:nvPr/>
        </p:nvGrpSpPr>
        <p:grpSpPr>
          <a:xfrm>
            <a:off x="781050" y="1066800"/>
            <a:ext cx="10668000" cy="419100"/>
            <a:chOff x="0" y="0"/>
            <a:chExt cx="10668000" cy="419100"/>
          </a:xfrm>
        </p:grpSpPr>
        <p:sp>
          <p:nvSpPr>
            <p:cNvPr id="186" name="矩形"/>
            <p:cNvSpPr/>
            <p:nvPr/>
          </p:nvSpPr>
          <p:spPr>
            <a:xfrm>
              <a:off x="0" y="0"/>
              <a:ext cx="10668000" cy="4191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b="1" sz="1500">
                  <a:solidFill>
                    <a:srgbClr val="082B60"/>
                  </a:solidFill>
                  <a:latin typeface="Microsoft YaHei"/>
                  <a:ea typeface="Microsoft YaHei"/>
                  <a:cs typeface="Microsoft YaHei"/>
                  <a:sym typeface="Microsoft YaHei"/>
                </a:defRPr>
              </a:pPr>
            </a:p>
          </p:txBody>
        </p:sp>
        <p:sp>
          <p:nvSpPr>
            <p:cNvPr id="187" name="本次答辩围绕一个问题展开：高代价、可失败的蛋白质设计工具链，如何在执行中做可解释的规划与恢复决策。"/>
            <p:cNvSpPr txBox="1"/>
            <p:nvPr/>
          </p:nvSpPr>
          <p:spPr>
            <a:xfrm>
              <a:off x="0" y="0"/>
              <a:ext cx="10668000" cy="2667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b="1" sz="1500">
                  <a:solidFill>
                    <a:srgbClr val="082B60"/>
                  </a:solidFill>
                  <a:latin typeface="Microsoft YaHei"/>
                  <a:ea typeface="Microsoft YaHei"/>
                  <a:cs typeface="Microsoft YaHei"/>
                  <a:sym typeface="Microsoft YaHei"/>
                </a:defRPr>
              </a:lvl1pPr>
            </a:lstStyle>
            <a:p>
              <a:pPr/>
              <a:r>
                <a:t>本次答辩围绕一个问题展开：高代价、可失败的蛋白质设计工具链，如何在执行中做可解释的规划与恢复决策。</a:t>
              </a:r>
            </a:p>
          </p:txBody>
        </p:sp>
      </p:grpSp>
      <p:sp>
        <p:nvSpPr>
          <p:cNvPr id="189" name="圆角矩形 986"/>
          <p:cNvSpPr/>
          <p:nvPr/>
        </p:nvSpPr>
        <p:spPr>
          <a:xfrm>
            <a:off x="781050" y="1885950"/>
            <a:ext cx="1695450" cy="2000250"/>
          </a:xfrm>
          <a:prstGeom prst="roundRect">
            <a:avLst>
              <a:gd name="adj" fmla="val 4494"/>
            </a:avLst>
          </a:prstGeom>
          <a:solidFill>
            <a:srgbClr val="FFFFFF"/>
          </a:solidFill>
          <a:ln>
            <a:solidFill>
              <a:srgbClr val="C9DDF1"/>
            </a:solidFill>
          </a:ln>
        </p:spPr>
        <p:txBody>
          <a:bodyPr lIns="45719" rIns="45719"/>
          <a:lstStyle/>
          <a:p>
            <a:pPr/>
          </a:p>
        </p:txBody>
      </p:sp>
      <p:grpSp>
        <p:nvGrpSpPr>
          <p:cNvPr id="192" name="矩形 987"/>
          <p:cNvGrpSpPr/>
          <p:nvPr/>
        </p:nvGrpSpPr>
        <p:grpSpPr>
          <a:xfrm>
            <a:off x="952500" y="2019300"/>
            <a:ext cx="1352550" cy="228600"/>
            <a:chOff x="0" y="0"/>
            <a:chExt cx="1352550" cy="228600"/>
          </a:xfrm>
        </p:grpSpPr>
        <p:sp>
          <p:nvSpPr>
            <p:cNvPr id="190" name="矩形"/>
            <p:cNvSpPr/>
            <p:nvPr/>
          </p:nvSpPr>
          <p:spPr>
            <a:xfrm>
              <a:off x="0" y="0"/>
              <a:ext cx="1352550" cy="2286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b="1" sz="1300">
                  <a:solidFill>
                    <a:srgbClr val="0052A5"/>
                  </a:solidFill>
                  <a:latin typeface="Microsoft YaHei"/>
                  <a:ea typeface="Microsoft YaHei"/>
                  <a:cs typeface="Microsoft YaHei"/>
                  <a:sym typeface="Microsoft YaHei"/>
                </a:defRPr>
              </a:pPr>
            </a:p>
          </p:txBody>
        </p:sp>
        <p:sp>
          <p:nvSpPr>
            <p:cNvPr id="191" name="工程约束"/>
            <p:cNvSpPr txBox="1"/>
            <p:nvPr/>
          </p:nvSpPr>
          <p:spPr>
            <a:xfrm>
              <a:off x="0" y="0"/>
              <a:ext cx="1352550" cy="2286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b="1" sz="1300">
                  <a:solidFill>
                    <a:srgbClr val="0052A5"/>
                  </a:solidFill>
                  <a:latin typeface="Microsoft YaHei"/>
                  <a:ea typeface="Microsoft YaHei"/>
                  <a:cs typeface="Microsoft YaHei"/>
                  <a:sym typeface="Microsoft YaHei"/>
                </a:defRPr>
              </a:lvl1pPr>
            </a:lstStyle>
            <a:p>
              <a:pPr/>
              <a:r>
                <a:t>工程约束</a:t>
              </a:r>
            </a:p>
          </p:txBody>
        </p:sp>
      </p:grpSp>
      <p:grpSp>
        <p:nvGrpSpPr>
          <p:cNvPr id="195" name="矩形 988"/>
          <p:cNvGrpSpPr/>
          <p:nvPr/>
        </p:nvGrpSpPr>
        <p:grpSpPr>
          <a:xfrm>
            <a:off x="952500" y="2324100"/>
            <a:ext cx="1352550" cy="1485900"/>
            <a:chOff x="0" y="0"/>
            <a:chExt cx="1352550" cy="1485900"/>
          </a:xfrm>
        </p:grpSpPr>
        <p:sp>
          <p:nvSpPr>
            <p:cNvPr id="193" name="矩形"/>
            <p:cNvSpPr/>
            <p:nvPr/>
          </p:nvSpPr>
          <p:spPr>
            <a:xfrm>
              <a:off x="0" y="0"/>
              <a:ext cx="1352550" cy="14859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1000">
                  <a:solidFill>
                    <a:srgbClr val="46566A"/>
                  </a:solidFill>
                  <a:latin typeface="Microsoft YaHei"/>
                  <a:ea typeface="Microsoft YaHei"/>
                  <a:cs typeface="Microsoft YaHei"/>
                  <a:sym typeface="Microsoft YaHei"/>
                </a:defRPr>
              </a:pPr>
            </a:p>
          </p:txBody>
        </p:sp>
        <p:sp>
          <p:nvSpPr>
            <p:cNvPr id="194" name="多工具异构…"/>
            <p:cNvSpPr txBox="1"/>
            <p:nvPr/>
          </p:nvSpPr>
          <p:spPr>
            <a:xfrm>
              <a:off x="0" y="0"/>
              <a:ext cx="1352550" cy="5334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/>
            <a:p>
              <a:pPr>
                <a:defRPr sz="1000">
                  <a:solidFill>
                    <a:srgbClr val="46566A"/>
                  </a:solidFill>
                  <a:latin typeface="Microsoft YaHei"/>
                  <a:ea typeface="Microsoft YaHei"/>
                  <a:cs typeface="Microsoft YaHei"/>
                  <a:sym typeface="Microsoft YaHei"/>
                </a:defRPr>
              </a:pPr>
              <a:r>
                <a:t>多工具异构</a:t>
              </a:r>
            </a:p>
            <a:p>
              <a:pPr>
                <a:defRPr sz="1000">
                  <a:solidFill>
                    <a:srgbClr val="46566A"/>
                  </a:solidFill>
                  <a:latin typeface="Microsoft YaHei"/>
                  <a:ea typeface="Microsoft YaHei"/>
                  <a:cs typeface="Microsoft YaHei"/>
                  <a:sym typeface="Microsoft YaHei"/>
                </a:defRPr>
              </a:pPr>
              <a:r>
                <a:t>高代价调用</a:t>
              </a:r>
            </a:p>
            <a:p>
              <a:pPr>
                <a:defRPr sz="1000">
                  <a:solidFill>
                    <a:srgbClr val="46566A"/>
                  </a:solidFill>
                  <a:latin typeface="Microsoft YaHei"/>
                  <a:ea typeface="Microsoft YaHei"/>
                  <a:cs typeface="Microsoft YaHei"/>
                  <a:sym typeface="Microsoft YaHei"/>
                </a:defRPr>
              </a:pPr>
              <a:r>
                <a:t>失败可恢复</a:t>
              </a:r>
            </a:p>
          </p:txBody>
        </p:sp>
      </p:grpSp>
      <p:grpSp>
        <p:nvGrpSpPr>
          <p:cNvPr id="198" name="矩形 989"/>
          <p:cNvGrpSpPr/>
          <p:nvPr/>
        </p:nvGrpSpPr>
        <p:grpSpPr>
          <a:xfrm>
            <a:off x="2533650" y="2809875"/>
            <a:ext cx="304800" cy="285750"/>
            <a:chOff x="0" y="0"/>
            <a:chExt cx="304800" cy="285750"/>
          </a:xfrm>
        </p:grpSpPr>
        <p:sp>
          <p:nvSpPr>
            <p:cNvPr id="196" name="矩形"/>
            <p:cNvSpPr/>
            <p:nvPr/>
          </p:nvSpPr>
          <p:spPr>
            <a:xfrm>
              <a:off x="0" y="0"/>
              <a:ext cx="304800" cy="28575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algn="ctr">
                <a:defRPr b="1" sz="1600">
                  <a:solidFill>
                    <a:srgbClr val="9DC3E6"/>
                  </a:solidFill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197" name="→"/>
            <p:cNvSpPr txBox="1"/>
            <p:nvPr/>
          </p:nvSpPr>
          <p:spPr>
            <a:xfrm>
              <a:off x="0" y="0"/>
              <a:ext cx="304800" cy="22195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 algn="ctr">
                <a:defRPr b="1" sz="1600">
                  <a:solidFill>
                    <a:srgbClr val="9DC3E6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→</a:t>
              </a:r>
            </a:p>
          </p:txBody>
        </p:sp>
      </p:grpSp>
      <p:sp>
        <p:nvSpPr>
          <p:cNvPr id="199" name="圆角矩形 990"/>
          <p:cNvSpPr/>
          <p:nvPr/>
        </p:nvSpPr>
        <p:spPr>
          <a:xfrm>
            <a:off x="2876550" y="1885950"/>
            <a:ext cx="1695450" cy="2000250"/>
          </a:xfrm>
          <a:prstGeom prst="roundRect">
            <a:avLst>
              <a:gd name="adj" fmla="val 4494"/>
            </a:avLst>
          </a:prstGeom>
          <a:solidFill>
            <a:srgbClr val="FFFFFF"/>
          </a:solidFill>
          <a:ln>
            <a:solidFill>
              <a:srgbClr val="C9DDF1"/>
            </a:solidFill>
          </a:ln>
        </p:spPr>
        <p:txBody>
          <a:bodyPr lIns="45719" rIns="45719"/>
          <a:lstStyle/>
          <a:p>
            <a:pPr/>
          </a:p>
        </p:txBody>
      </p:sp>
      <p:grpSp>
        <p:nvGrpSpPr>
          <p:cNvPr id="202" name="矩形 991"/>
          <p:cNvGrpSpPr/>
          <p:nvPr/>
        </p:nvGrpSpPr>
        <p:grpSpPr>
          <a:xfrm>
            <a:off x="3048000" y="2019300"/>
            <a:ext cx="1352550" cy="228600"/>
            <a:chOff x="0" y="0"/>
            <a:chExt cx="1352550" cy="228600"/>
          </a:xfrm>
        </p:grpSpPr>
        <p:sp>
          <p:nvSpPr>
            <p:cNvPr id="200" name="矩形"/>
            <p:cNvSpPr/>
            <p:nvPr/>
          </p:nvSpPr>
          <p:spPr>
            <a:xfrm>
              <a:off x="0" y="0"/>
              <a:ext cx="1352550" cy="2286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b="1" sz="1300">
                  <a:solidFill>
                    <a:srgbClr val="0052A5"/>
                  </a:solidFill>
                  <a:latin typeface="Microsoft YaHei"/>
                  <a:ea typeface="Microsoft YaHei"/>
                  <a:cs typeface="Microsoft YaHei"/>
                  <a:sym typeface="Microsoft YaHei"/>
                </a:defRPr>
              </a:pPr>
            </a:p>
          </p:txBody>
        </p:sp>
        <p:sp>
          <p:nvSpPr>
            <p:cNvPr id="201" name="系统支撑"/>
            <p:cNvSpPr txBox="1"/>
            <p:nvPr/>
          </p:nvSpPr>
          <p:spPr>
            <a:xfrm>
              <a:off x="0" y="0"/>
              <a:ext cx="1352550" cy="2286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b="1" sz="1300">
                  <a:solidFill>
                    <a:srgbClr val="0052A5"/>
                  </a:solidFill>
                  <a:latin typeface="Microsoft YaHei"/>
                  <a:ea typeface="Microsoft YaHei"/>
                  <a:cs typeface="Microsoft YaHei"/>
                  <a:sym typeface="Microsoft YaHei"/>
                </a:defRPr>
              </a:lvl1pPr>
            </a:lstStyle>
            <a:p>
              <a:pPr/>
              <a:r>
                <a:t>系统支撑</a:t>
              </a:r>
            </a:p>
          </p:txBody>
        </p:sp>
      </p:grpSp>
      <p:grpSp>
        <p:nvGrpSpPr>
          <p:cNvPr id="205" name="矩形 992"/>
          <p:cNvGrpSpPr/>
          <p:nvPr/>
        </p:nvGrpSpPr>
        <p:grpSpPr>
          <a:xfrm>
            <a:off x="3048000" y="2324100"/>
            <a:ext cx="1352550" cy="1485900"/>
            <a:chOff x="0" y="0"/>
            <a:chExt cx="1352550" cy="1485900"/>
          </a:xfrm>
        </p:grpSpPr>
        <p:sp>
          <p:nvSpPr>
            <p:cNvPr id="203" name="矩形"/>
            <p:cNvSpPr/>
            <p:nvPr/>
          </p:nvSpPr>
          <p:spPr>
            <a:xfrm>
              <a:off x="0" y="0"/>
              <a:ext cx="1352550" cy="14859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1000">
                  <a:solidFill>
                    <a:srgbClr val="46566A"/>
                  </a:solidFill>
                  <a:latin typeface="Microsoft YaHei"/>
                  <a:ea typeface="Microsoft YaHei"/>
                  <a:cs typeface="Microsoft YaHei"/>
                  <a:sym typeface="Microsoft YaHei"/>
                </a:defRPr>
              </a:pPr>
            </a:p>
          </p:txBody>
        </p:sp>
        <p:sp>
          <p:nvSpPr>
            <p:cNvPr id="204" name="五层架构…"/>
            <p:cNvSpPr txBox="1"/>
            <p:nvPr/>
          </p:nvSpPr>
          <p:spPr>
            <a:xfrm>
              <a:off x="0" y="0"/>
              <a:ext cx="1352550" cy="5080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/>
            <a:p>
              <a:pPr>
                <a:defRPr sz="1000">
                  <a:solidFill>
                    <a:srgbClr val="46566A"/>
                  </a:solidFill>
                  <a:latin typeface="Microsoft YaHei"/>
                  <a:ea typeface="Microsoft YaHei"/>
                  <a:cs typeface="Microsoft YaHei"/>
                  <a:sym typeface="Microsoft YaHei"/>
                </a:defRPr>
              </a:pPr>
              <a:r>
                <a:t>五层架构</a:t>
              </a:r>
            </a:p>
            <a:p>
              <a:pPr>
                <a:defRPr sz="1000">
                  <a:solidFill>
                    <a:srgbClr val="46566A"/>
                  </a:solidFill>
                  <a:latin typeface="Microsoft YaHei"/>
                  <a:ea typeface="Microsoft YaHei"/>
                  <a:cs typeface="Microsoft YaHei"/>
                  <a:sym typeface="Microsoft YaHei"/>
                </a:defRPr>
              </a:pPr>
              <a:r>
                <a:t>结构化对象</a:t>
              </a:r>
            </a:p>
            <a:p>
              <a:pPr>
                <a:defRPr sz="1000">
                  <a:solidFill>
                    <a:srgbClr val="46566A"/>
                  </a:solidFill>
                  <a:latin typeface="Microsoft YaHei"/>
                  <a:ea typeface="Microsoft YaHei"/>
                  <a:cs typeface="Microsoft YaHei"/>
                  <a:sym typeface="Microsoft YaHei"/>
                </a:defRPr>
              </a:pPr>
              <a:r>
                <a:t>FSM / HITL</a:t>
              </a:r>
            </a:p>
          </p:txBody>
        </p:sp>
      </p:grpSp>
      <p:grpSp>
        <p:nvGrpSpPr>
          <p:cNvPr id="208" name="矩形 993"/>
          <p:cNvGrpSpPr/>
          <p:nvPr/>
        </p:nvGrpSpPr>
        <p:grpSpPr>
          <a:xfrm>
            <a:off x="4629150" y="2809875"/>
            <a:ext cx="304800" cy="285750"/>
            <a:chOff x="0" y="0"/>
            <a:chExt cx="304800" cy="285750"/>
          </a:xfrm>
        </p:grpSpPr>
        <p:sp>
          <p:nvSpPr>
            <p:cNvPr id="206" name="矩形"/>
            <p:cNvSpPr/>
            <p:nvPr/>
          </p:nvSpPr>
          <p:spPr>
            <a:xfrm>
              <a:off x="0" y="0"/>
              <a:ext cx="304800" cy="28575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algn="ctr">
                <a:defRPr b="1" sz="1600">
                  <a:solidFill>
                    <a:srgbClr val="9DC3E6"/>
                  </a:solidFill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207" name="→"/>
            <p:cNvSpPr txBox="1"/>
            <p:nvPr/>
          </p:nvSpPr>
          <p:spPr>
            <a:xfrm>
              <a:off x="0" y="0"/>
              <a:ext cx="304800" cy="22195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 algn="ctr">
                <a:defRPr b="1" sz="1600">
                  <a:solidFill>
                    <a:srgbClr val="9DC3E6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→</a:t>
              </a:r>
            </a:p>
          </p:txBody>
        </p:sp>
      </p:grpSp>
      <p:sp>
        <p:nvSpPr>
          <p:cNvPr id="209" name="圆角矩形 994"/>
          <p:cNvSpPr/>
          <p:nvPr/>
        </p:nvSpPr>
        <p:spPr>
          <a:xfrm>
            <a:off x="4972050" y="1885950"/>
            <a:ext cx="1695450" cy="2000250"/>
          </a:xfrm>
          <a:prstGeom prst="roundRect">
            <a:avLst>
              <a:gd name="adj" fmla="val 4494"/>
            </a:avLst>
          </a:prstGeom>
          <a:solidFill>
            <a:srgbClr val="0052A5"/>
          </a:solidFill>
          <a:ln>
            <a:solidFill>
              <a:srgbClr val="0052A5"/>
            </a:solidFill>
          </a:ln>
        </p:spPr>
        <p:txBody>
          <a:bodyPr lIns="45719" rIns="45719"/>
          <a:lstStyle/>
          <a:p>
            <a:pPr/>
          </a:p>
        </p:txBody>
      </p:sp>
      <p:grpSp>
        <p:nvGrpSpPr>
          <p:cNvPr id="212" name="矩形 995"/>
          <p:cNvGrpSpPr/>
          <p:nvPr/>
        </p:nvGrpSpPr>
        <p:grpSpPr>
          <a:xfrm>
            <a:off x="5143500" y="2019300"/>
            <a:ext cx="1352550" cy="228600"/>
            <a:chOff x="0" y="0"/>
            <a:chExt cx="1352550" cy="228600"/>
          </a:xfrm>
        </p:grpSpPr>
        <p:sp>
          <p:nvSpPr>
            <p:cNvPr id="210" name="矩形"/>
            <p:cNvSpPr/>
            <p:nvPr/>
          </p:nvSpPr>
          <p:spPr>
            <a:xfrm>
              <a:off x="0" y="0"/>
              <a:ext cx="1352550" cy="2286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b="1" sz="130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  <a:sym typeface="Microsoft YaHei"/>
                </a:defRPr>
              </a:pPr>
            </a:p>
          </p:txBody>
        </p:sp>
        <p:sp>
          <p:nvSpPr>
            <p:cNvPr id="211" name="核心算法"/>
            <p:cNvSpPr txBox="1"/>
            <p:nvPr/>
          </p:nvSpPr>
          <p:spPr>
            <a:xfrm>
              <a:off x="0" y="0"/>
              <a:ext cx="1352550" cy="2286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b="1" sz="130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  <a:sym typeface="Microsoft YaHei"/>
                </a:defRPr>
              </a:lvl1pPr>
            </a:lstStyle>
            <a:p>
              <a:pPr/>
              <a:r>
                <a:t>核心算法</a:t>
              </a:r>
            </a:p>
          </p:txBody>
        </p:sp>
      </p:grpSp>
      <p:grpSp>
        <p:nvGrpSpPr>
          <p:cNvPr id="215" name="矩形 996"/>
          <p:cNvGrpSpPr/>
          <p:nvPr/>
        </p:nvGrpSpPr>
        <p:grpSpPr>
          <a:xfrm>
            <a:off x="5143500" y="2324100"/>
            <a:ext cx="1352550" cy="1485900"/>
            <a:chOff x="0" y="0"/>
            <a:chExt cx="1352550" cy="1485900"/>
          </a:xfrm>
        </p:grpSpPr>
        <p:sp>
          <p:nvSpPr>
            <p:cNvPr id="213" name="矩形"/>
            <p:cNvSpPr/>
            <p:nvPr/>
          </p:nvSpPr>
          <p:spPr>
            <a:xfrm>
              <a:off x="0" y="0"/>
              <a:ext cx="1352550" cy="14859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100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  <a:sym typeface="Microsoft YaHei"/>
                </a:defRPr>
              </a:pPr>
            </a:p>
          </p:txBody>
        </p:sp>
        <p:sp>
          <p:nvSpPr>
            <p:cNvPr id="214" name="CEBRA-WP…"/>
            <p:cNvSpPr txBox="1"/>
            <p:nvPr/>
          </p:nvSpPr>
          <p:spPr>
            <a:xfrm>
              <a:off x="0" y="0"/>
              <a:ext cx="1352550" cy="5080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/>
            <a:p>
              <a:pPr>
                <a:defRPr sz="100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  <a:sym typeface="Microsoft YaHei"/>
                </a:defRPr>
              </a:pPr>
              <a:r>
                <a:t>CEBRA-WP</a:t>
              </a:r>
            </a:p>
            <a:p>
              <a:pPr>
                <a:defRPr sz="100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  <a:sym typeface="Microsoft YaHei"/>
                </a:defRPr>
              </a:pPr>
              <a:r>
                <a:t>静态规划</a:t>
              </a:r>
            </a:p>
            <a:p>
              <a:pPr>
                <a:defRPr sz="100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  <a:sym typeface="Microsoft YaHei"/>
                </a:defRPr>
              </a:pPr>
              <a:r>
                <a:t>运行时自适应</a:t>
              </a:r>
            </a:p>
          </p:txBody>
        </p:sp>
      </p:grpSp>
      <p:grpSp>
        <p:nvGrpSpPr>
          <p:cNvPr id="218" name="矩形 997"/>
          <p:cNvGrpSpPr/>
          <p:nvPr/>
        </p:nvGrpSpPr>
        <p:grpSpPr>
          <a:xfrm>
            <a:off x="6724650" y="2809875"/>
            <a:ext cx="304800" cy="285750"/>
            <a:chOff x="0" y="0"/>
            <a:chExt cx="304800" cy="285750"/>
          </a:xfrm>
        </p:grpSpPr>
        <p:sp>
          <p:nvSpPr>
            <p:cNvPr id="216" name="矩形"/>
            <p:cNvSpPr/>
            <p:nvPr/>
          </p:nvSpPr>
          <p:spPr>
            <a:xfrm>
              <a:off x="0" y="0"/>
              <a:ext cx="304800" cy="28575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algn="ctr">
                <a:defRPr b="1" sz="1600">
                  <a:solidFill>
                    <a:srgbClr val="9DC3E6"/>
                  </a:solidFill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217" name="→"/>
            <p:cNvSpPr txBox="1"/>
            <p:nvPr/>
          </p:nvSpPr>
          <p:spPr>
            <a:xfrm>
              <a:off x="0" y="0"/>
              <a:ext cx="304800" cy="22195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 algn="ctr">
                <a:defRPr b="1" sz="1600">
                  <a:solidFill>
                    <a:srgbClr val="9DC3E6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→</a:t>
              </a:r>
            </a:p>
          </p:txBody>
        </p:sp>
      </p:grpSp>
      <p:sp>
        <p:nvSpPr>
          <p:cNvPr id="219" name="圆角矩形 998"/>
          <p:cNvSpPr/>
          <p:nvPr/>
        </p:nvSpPr>
        <p:spPr>
          <a:xfrm>
            <a:off x="7067550" y="1885950"/>
            <a:ext cx="1695450" cy="2000250"/>
          </a:xfrm>
          <a:prstGeom prst="roundRect">
            <a:avLst>
              <a:gd name="adj" fmla="val 4494"/>
            </a:avLst>
          </a:prstGeom>
          <a:solidFill>
            <a:srgbClr val="FFFFFF"/>
          </a:solidFill>
          <a:ln>
            <a:solidFill>
              <a:srgbClr val="C9DDF1"/>
            </a:solidFill>
          </a:ln>
        </p:spPr>
        <p:txBody>
          <a:bodyPr lIns="45719" rIns="45719"/>
          <a:lstStyle/>
          <a:p>
            <a:pPr/>
          </a:p>
        </p:txBody>
      </p:sp>
      <p:grpSp>
        <p:nvGrpSpPr>
          <p:cNvPr id="222" name="矩形 999"/>
          <p:cNvGrpSpPr/>
          <p:nvPr/>
        </p:nvGrpSpPr>
        <p:grpSpPr>
          <a:xfrm>
            <a:off x="7239000" y="2019300"/>
            <a:ext cx="1352550" cy="228600"/>
            <a:chOff x="0" y="0"/>
            <a:chExt cx="1352550" cy="228600"/>
          </a:xfrm>
        </p:grpSpPr>
        <p:sp>
          <p:nvSpPr>
            <p:cNvPr id="220" name="矩形"/>
            <p:cNvSpPr/>
            <p:nvPr/>
          </p:nvSpPr>
          <p:spPr>
            <a:xfrm>
              <a:off x="0" y="0"/>
              <a:ext cx="1352550" cy="2286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b="1" sz="1300">
                  <a:solidFill>
                    <a:srgbClr val="0052A5"/>
                  </a:solidFill>
                  <a:latin typeface="Microsoft YaHei"/>
                  <a:ea typeface="Microsoft YaHei"/>
                  <a:cs typeface="Microsoft YaHei"/>
                  <a:sym typeface="Microsoft YaHei"/>
                </a:defRPr>
              </a:pPr>
            </a:p>
          </p:txBody>
        </p:sp>
        <p:sp>
          <p:nvSpPr>
            <p:cNvPr id="221" name="工程落地"/>
            <p:cNvSpPr txBox="1"/>
            <p:nvPr/>
          </p:nvSpPr>
          <p:spPr>
            <a:xfrm>
              <a:off x="0" y="0"/>
              <a:ext cx="1352550" cy="2286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b="1" sz="1300">
                  <a:solidFill>
                    <a:srgbClr val="0052A5"/>
                  </a:solidFill>
                  <a:latin typeface="Microsoft YaHei"/>
                  <a:ea typeface="Microsoft YaHei"/>
                  <a:cs typeface="Microsoft YaHei"/>
                  <a:sym typeface="Microsoft YaHei"/>
                </a:defRPr>
              </a:lvl1pPr>
            </a:lstStyle>
            <a:p>
              <a:pPr/>
              <a:r>
                <a:t>工程落地</a:t>
              </a:r>
            </a:p>
          </p:txBody>
        </p:sp>
      </p:grpSp>
      <p:grpSp>
        <p:nvGrpSpPr>
          <p:cNvPr id="225" name="矩形 1000"/>
          <p:cNvGrpSpPr/>
          <p:nvPr/>
        </p:nvGrpSpPr>
        <p:grpSpPr>
          <a:xfrm>
            <a:off x="7239000" y="2324100"/>
            <a:ext cx="1352550" cy="1485900"/>
            <a:chOff x="0" y="0"/>
            <a:chExt cx="1352550" cy="1485900"/>
          </a:xfrm>
        </p:grpSpPr>
        <p:sp>
          <p:nvSpPr>
            <p:cNvPr id="223" name="矩形"/>
            <p:cNvSpPr/>
            <p:nvPr/>
          </p:nvSpPr>
          <p:spPr>
            <a:xfrm>
              <a:off x="0" y="0"/>
              <a:ext cx="1352550" cy="14859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1000">
                  <a:solidFill>
                    <a:srgbClr val="46566A"/>
                  </a:solidFill>
                  <a:latin typeface="Microsoft YaHei"/>
                  <a:ea typeface="Microsoft YaHei"/>
                  <a:cs typeface="Microsoft YaHei"/>
                  <a:sym typeface="Microsoft YaHei"/>
                </a:defRPr>
              </a:pPr>
            </a:p>
          </p:txBody>
        </p:sp>
        <p:sp>
          <p:nvSpPr>
            <p:cNvPr id="224" name="RuntimeEvaluator…"/>
            <p:cNvSpPr txBox="1"/>
            <p:nvPr/>
          </p:nvSpPr>
          <p:spPr>
            <a:xfrm>
              <a:off x="0" y="0"/>
              <a:ext cx="1352550" cy="4572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/>
            <a:p>
              <a:pPr>
                <a:defRPr sz="1000">
                  <a:solidFill>
                    <a:srgbClr val="46566A"/>
                  </a:solidFill>
                  <a:latin typeface="Microsoft YaHei"/>
                  <a:ea typeface="Microsoft YaHei"/>
                  <a:cs typeface="Microsoft YaHei"/>
                  <a:sym typeface="Microsoft YaHei"/>
                </a:defRPr>
              </a:pPr>
              <a:r>
                <a:t>RuntimeEvaluator</a:t>
              </a:r>
            </a:p>
            <a:p>
              <a:pPr>
                <a:defRPr sz="1000">
                  <a:solidFill>
                    <a:srgbClr val="46566A"/>
                  </a:solidFill>
                  <a:latin typeface="Microsoft YaHei"/>
                  <a:ea typeface="Microsoft YaHei"/>
                  <a:cs typeface="Microsoft YaHei"/>
                  <a:sym typeface="Microsoft YaHei"/>
                </a:defRPr>
              </a:pPr>
              <a:r>
                <a:t>ToolAdapter</a:t>
              </a:r>
            </a:p>
            <a:p>
              <a:pPr>
                <a:defRPr sz="1000">
                  <a:solidFill>
                    <a:srgbClr val="46566A"/>
                  </a:solidFill>
                  <a:latin typeface="Microsoft YaHei"/>
                  <a:ea typeface="Microsoft YaHei"/>
                  <a:cs typeface="Microsoft YaHei"/>
                  <a:sym typeface="Microsoft YaHei"/>
                </a:defRPr>
              </a:pPr>
              <a:r>
                <a:t>EventLog / Snapshot</a:t>
              </a:r>
            </a:p>
          </p:txBody>
        </p:sp>
      </p:grpSp>
      <p:grpSp>
        <p:nvGrpSpPr>
          <p:cNvPr id="228" name="矩形 1001"/>
          <p:cNvGrpSpPr/>
          <p:nvPr/>
        </p:nvGrpSpPr>
        <p:grpSpPr>
          <a:xfrm>
            <a:off x="8820150" y="2809875"/>
            <a:ext cx="304800" cy="285750"/>
            <a:chOff x="0" y="0"/>
            <a:chExt cx="304800" cy="285750"/>
          </a:xfrm>
        </p:grpSpPr>
        <p:sp>
          <p:nvSpPr>
            <p:cNvPr id="226" name="矩形"/>
            <p:cNvSpPr/>
            <p:nvPr/>
          </p:nvSpPr>
          <p:spPr>
            <a:xfrm>
              <a:off x="0" y="0"/>
              <a:ext cx="304800" cy="28575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algn="ctr">
                <a:defRPr b="1" sz="1600">
                  <a:solidFill>
                    <a:srgbClr val="9DC3E6"/>
                  </a:solidFill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227" name="→"/>
            <p:cNvSpPr txBox="1"/>
            <p:nvPr/>
          </p:nvSpPr>
          <p:spPr>
            <a:xfrm>
              <a:off x="0" y="0"/>
              <a:ext cx="304800" cy="22195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 algn="ctr">
                <a:defRPr b="1" sz="1600">
                  <a:solidFill>
                    <a:srgbClr val="9DC3E6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→</a:t>
              </a:r>
            </a:p>
          </p:txBody>
        </p:sp>
      </p:grpSp>
      <p:sp>
        <p:nvSpPr>
          <p:cNvPr id="229" name="圆角矩形 1002"/>
          <p:cNvSpPr/>
          <p:nvPr/>
        </p:nvSpPr>
        <p:spPr>
          <a:xfrm>
            <a:off x="9163050" y="1885950"/>
            <a:ext cx="1695450" cy="2000250"/>
          </a:xfrm>
          <a:prstGeom prst="roundRect">
            <a:avLst>
              <a:gd name="adj" fmla="val 4494"/>
            </a:avLst>
          </a:prstGeom>
          <a:solidFill>
            <a:srgbClr val="FFFFFF"/>
          </a:solidFill>
          <a:ln>
            <a:solidFill>
              <a:srgbClr val="C9DDF1"/>
            </a:solidFill>
          </a:ln>
        </p:spPr>
        <p:txBody>
          <a:bodyPr lIns="45719" rIns="45719"/>
          <a:lstStyle/>
          <a:p>
            <a:pPr/>
          </a:p>
        </p:txBody>
      </p:sp>
      <p:grpSp>
        <p:nvGrpSpPr>
          <p:cNvPr id="232" name="矩形 1003"/>
          <p:cNvGrpSpPr/>
          <p:nvPr/>
        </p:nvGrpSpPr>
        <p:grpSpPr>
          <a:xfrm>
            <a:off x="9334500" y="2019300"/>
            <a:ext cx="1352550" cy="228600"/>
            <a:chOff x="0" y="0"/>
            <a:chExt cx="1352550" cy="228600"/>
          </a:xfrm>
        </p:grpSpPr>
        <p:sp>
          <p:nvSpPr>
            <p:cNvPr id="230" name="矩形"/>
            <p:cNvSpPr/>
            <p:nvPr/>
          </p:nvSpPr>
          <p:spPr>
            <a:xfrm>
              <a:off x="0" y="0"/>
              <a:ext cx="1352550" cy="2286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b="1" sz="1300">
                  <a:solidFill>
                    <a:srgbClr val="0052A5"/>
                  </a:solidFill>
                  <a:latin typeface="Microsoft YaHei"/>
                  <a:ea typeface="Microsoft YaHei"/>
                  <a:cs typeface="Microsoft YaHei"/>
                  <a:sym typeface="Microsoft YaHei"/>
                </a:defRPr>
              </a:pPr>
            </a:p>
          </p:txBody>
        </p:sp>
        <p:sp>
          <p:nvSpPr>
            <p:cNvPr id="231" name="验证边界"/>
            <p:cNvSpPr txBox="1"/>
            <p:nvPr/>
          </p:nvSpPr>
          <p:spPr>
            <a:xfrm>
              <a:off x="0" y="0"/>
              <a:ext cx="1352550" cy="2286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b="1" sz="1300">
                  <a:solidFill>
                    <a:srgbClr val="0052A5"/>
                  </a:solidFill>
                  <a:latin typeface="Microsoft YaHei"/>
                  <a:ea typeface="Microsoft YaHei"/>
                  <a:cs typeface="Microsoft YaHei"/>
                  <a:sym typeface="Microsoft YaHei"/>
                </a:defRPr>
              </a:lvl1pPr>
            </a:lstStyle>
            <a:p>
              <a:pPr/>
              <a:r>
                <a:t>验证边界</a:t>
              </a:r>
            </a:p>
          </p:txBody>
        </p:sp>
      </p:grpSp>
      <p:grpSp>
        <p:nvGrpSpPr>
          <p:cNvPr id="235" name="矩形 1004"/>
          <p:cNvGrpSpPr/>
          <p:nvPr/>
        </p:nvGrpSpPr>
        <p:grpSpPr>
          <a:xfrm>
            <a:off x="9334500" y="2324100"/>
            <a:ext cx="1352550" cy="1485900"/>
            <a:chOff x="0" y="0"/>
            <a:chExt cx="1352550" cy="1485900"/>
          </a:xfrm>
        </p:grpSpPr>
        <p:sp>
          <p:nvSpPr>
            <p:cNvPr id="233" name="矩形"/>
            <p:cNvSpPr/>
            <p:nvPr/>
          </p:nvSpPr>
          <p:spPr>
            <a:xfrm>
              <a:off x="0" y="0"/>
              <a:ext cx="1352550" cy="14859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1000">
                  <a:solidFill>
                    <a:srgbClr val="46566A"/>
                  </a:solidFill>
                  <a:latin typeface="Microsoft YaHei"/>
                  <a:ea typeface="Microsoft YaHei"/>
                  <a:cs typeface="Microsoft YaHei"/>
                  <a:sym typeface="Microsoft YaHei"/>
                </a:defRPr>
              </a:pPr>
            </a:p>
          </p:txBody>
        </p:sp>
        <p:sp>
          <p:nvSpPr>
            <p:cNvPr id="234" name="13 个测试用例…"/>
            <p:cNvSpPr txBox="1"/>
            <p:nvPr/>
          </p:nvSpPr>
          <p:spPr>
            <a:xfrm>
              <a:off x="0" y="0"/>
              <a:ext cx="1352550" cy="5334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/>
            <a:p>
              <a:pPr>
                <a:defRPr sz="1000">
                  <a:solidFill>
                    <a:srgbClr val="46566A"/>
                  </a:solidFill>
                  <a:latin typeface="Microsoft YaHei"/>
                  <a:ea typeface="Microsoft YaHei"/>
                  <a:cs typeface="Microsoft YaHei"/>
                  <a:sym typeface="Microsoft YaHei"/>
                </a:defRPr>
              </a:pPr>
              <a:r>
                <a:t>13 个测试用例</a:t>
              </a:r>
            </a:p>
            <a:p>
              <a:pPr>
                <a:defRPr sz="1000">
                  <a:solidFill>
                    <a:srgbClr val="46566A"/>
                  </a:solidFill>
                  <a:latin typeface="Microsoft YaHei"/>
                  <a:ea typeface="Microsoft YaHei"/>
                  <a:cs typeface="Microsoft YaHei"/>
                  <a:sym typeface="Microsoft YaHei"/>
                </a:defRPr>
              </a:pPr>
              <a:r>
                <a:t>84-run 消融</a:t>
              </a:r>
            </a:p>
            <a:p>
              <a:pPr>
                <a:defRPr sz="1000">
                  <a:solidFill>
                    <a:srgbClr val="46566A"/>
                  </a:solidFill>
                  <a:latin typeface="Microsoft YaHei"/>
                  <a:ea typeface="Microsoft YaHei"/>
                  <a:cs typeface="Microsoft YaHei"/>
                  <a:sym typeface="Microsoft YaHei"/>
                </a:defRPr>
              </a:pPr>
              <a:r>
                <a:t>结论不过度外推</a:t>
              </a:r>
            </a:p>
          </p:txBody>
        </p:sp>
      </p:grpSp>
      <p:sp>
        <p:nvSpPr>
          <p:cNvPr id="236" name="圆角矩形 1005"/>
          <p:cNvSpPr/>
          <p:nvPr/>
        </p:nvSpPr>
        <p:spPr>
          <a:xfrm>
            <a:off x="2047875" y="4476750"/>
            <a:ext cx="8096250" cy="904875"/>
          </a:xfrm>
          <a:prstGeom prst="roundRect">
            <a:avLst>
              <a:gd name="adj" fmla="val 8421"/>
            </a:avLst>
          </a:prstGeom>
          <a:solidFill>
            <a:srgbClr val="EAF3FF"/>
          </a:solidFill>
          <a:ln>
            <a:solidFill>
              <a:srgbClr val="9DC3E6"/>
            </a:solidFill>
          </a:ln>
        </p:spPr>
        <p:txBody>
          <a:bodyPr lIns="45719" rIns="45719"/>
          <a:lstStyle/>
          <a:p>
            <a:pPr/>
          </a:p>
        </p:txBody>
      </p:sp>
      <p:grpSp>
        <p:nvGrpSpPr>
          <p:cNvPr id="239" name="矩形 1006"/>
          <p:cNvGrpSpPr/>
          <p:nvPr/>
        </p:nvGrpSpPr>
        <p:grpSpPr>
          <a:xfrm>
            <a:off x="2219325" y="4610100"/>
            <a:ext cx="7753350" cy="228600"/>
            <a:chOff x="0" y="0"/>
            <a:chExt cx="7753350" cy="228600"/>
          </a:xfrm>
        </p:grpSpPr>
        <p:sp>
          <p:nvSpPr>
            <p:cNvPr id="237" name="矩形"/>
            <p:cNvSpPr/>
            <p:nvPr/>
          </p:nvSpPr>
          <p:spPr>
            <a:xfrm>
              <a:off x="0" y="0"/>
              <a:ext cx="7753350" cy="2286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b="1" sz="1300">
                  <a:solidFill>
                    <a:srgbClr val="0052A5"/>
                  </a:solidFill>
                  <a:latin typeface="Microsoft YaHei"/>
                  <a:ea typeface="Microsoft YaHei"/>
                  <a:cs typeface="Microsoft YaHei"/>
                  <a:sym typeface="Microsoft YaHei"/>
                </a:defRPr>
              </a:pPr>
            </a:p>
          </p:txBody>
        </p:sp>
        <p:sp>
          <p:nvSpPr>
            <p:cNvPr id="238" name="核心判断"/>
            <p:cNvSpPr txBox="1"/>
            <p:nvPr/>
          </p:nvSpPr>
          <p:spPr>
            <a:xfrm>
              <a:off x="0" y="0"/>
              <a:ext cx="7753350" cy="2286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b="1" sz="1300">
                  <a:solidFill>
                    <a:srgbClr val="0052A5"/>
                  </a:solidFill>
                  <a:latin typeface="Microsoft YaHei"/>
                  <a:ea typeface="Microsoft YaHei"/>
                  <a:cs typeface="Microsoft YaHei"/>
                  <a:sym typeface="Microsoft YaHei"/>
                </a:defRPr>
              </a:lvl1pPr>
            </a:lstStyle>
            <a:p>
              <a:pPr/>
              <a:r>
                <a:t>核心判断</a:t>
              </a:r>
            </a:p>
          </p:txBody>
        </p:sp>
      </p:grpSp>
      <p:grpSp>
        <p:nvGrpSpPr>
          <p:cNvPr id="242" name="矩形 1007"/>
          <p:cNvGrpSpPr/>
          <p:nvPr/>
        </p:nvGrpSpPr>
        <p:grpSpPr>
          <a:xfrm>
            <a:off x="2219325" y="4914900"/>
            <a:ext cx="7753350" cy="406400"/>
            <a:chOff x="0" y="0"/>
            <a:chExt cx="7753350" cy="406400"/>
          </a:xfrm>
        </p:grpSpPr>
        <p:sp>
          <p:nvSpPr>
            <p:cNvPr id="240" name="矩形"/>
            <p:cNvSpPr/>
            <p:nvPr/>
          </p:nvSpPr>
          <p:spPr>
            <a:xfrm>
              <a:off x="0" y="0"/>
              <a:ext cx="7753350" cy="390525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1100">
                  <a:solidFill>
                    <a:srgbClr val="46566A"/>
                  </a:solidFill>
                  <a:latin typeface="Microsoft YaHei"/>
                  <a:ea typeface="Microsoft YaHei"/>
                  <a:cs typeface="Microsoft YaHei"/>
                  <a:sym typeface="Microsoft YaHei"/>
                </a:defRPr>
              </a:pPr>
            </a:p>
          </p:txBody>
        </p:sp>
        <p:sp>
          <p:nvSpPr>
            <p:cNvPr id="241" name="贡献集中在运行时工作流规划：先约束候选可执行；…"/>
            <p:cNvSpPr txBox="1"/>
            <p:nvPr/>
          </p:nvSpPr>
          <p:spPr>
            <a:xfrm>
              <a:off x="0" y="0"/>
              <a:ext cx="7753350" cy="4064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/>
            <a:p>
              <a:pPr>
                <a:defRPr sz="1100">
                  <a:solidFill>
                    <a:srgbClr val="46566A"/>
                  </a:solidFill>
                  <a:latin typeface="Microsoft YaHei"/>
                  <a:ea typeface="Microsoft YaHei"/>
                  <a:cs typeface="Microsoft YaHei"/>
                  <a:sym typeface="Microsoft YaHei"/>
                </a:defRPr>
              </a:pPr>
              <a:r>
                <a:t>贡献集中在运行时工作流规划：先约束候选可执行；</a:t>
              </a:r>
            </a:p>
            <a:p>
              <a:pPr>
                <a:defRPr sz="1100">
                  <a:solidFill>
                    <a:srgbClr val="46566A"/>
                  </a:solidFill>
                  <a:latin typeface="Microsoft YaHei"/>
                  <a:ea typeface="Microsoft YaHei"/>
                  <a:cs typeface="Microsoft YaHei"/>
                  <a:sym typeface="Microsoft YaHei"/>
                </a:defRPr>
              </a:pPr>
              <a:r>
                <a:t>再依据运行时证据选择 continue / patch_local / suffix_replan / stop。</a:t>
              </a:r>
            </a:p>
          </p:txBody>
        </p:sp>
      </p:grp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矩形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pic>
        <p:nvPicPr>
          <p:cNvPr id="245" name="image4.png" descr="image4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09550" y="146513"/>
            <a:ext cx="590550" cy="421349"/>
          </a:xfrm>
          <a:prstGeom prst="rect">
            <a:avLst/>
          </a:prstGeom>
          <a:ln w="12700">
            <a:miter lim="400000"/>
          </a:ln>
        </p:spPr>
      </p:pic>
      <p:pic>
        <p:nvPicPr>
          <p:cNvPr id="246" name="image5.png" descr="image5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0694365" y="133350"/>
            <a:ext cx="690220" cy="457200"/>
          </a:xfrm>
          <a:prstGeom prst="rect">
            <a:avLst/>
          </a:prstGeom>
          <a:ln w="12700">
            <a:miter lim="400000"/>
          </a:ln>
        </p:spPr>
      </p:pic>
      <p:sp>
        <p:nvSpPr>
          <p:cNvPr id="247" name="矩形"/>
          <p:cNvSpPr/>
          <p:nvPr/>
        </p:nvSpPr>
        <p:spPr>
          <a:xfrm>
            <a:off x="0" y="714375"/>
            <a:ext cx="12192000" cy="28575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48" name="矩形"/>
          <p:cNvSpPr/>
          <p:nvPr/>
        </p:nvSpPr>
        <p:spPr>
          <a:xfrm>
            <a:off x="0" y="771525"/>
            <a:ext cx="12192000" cy="19050"/>
          </a:xfrm>
          <a:prstGeom prst="rect">
            <a:avLst/>
          </a:prstGeom>
          <a:solidFill>
            <a:srgbClr val="8BC7F7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49" name="矩形"/>
          <p:cNvSpPr/>
          <p:nvPr/>
        </p:nvSpPr>
        <p:spPr>
          <a:xfrm>
            <a:off x="2667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50" name="矩形"/>
          <p:cNvSpPr/>
          <p:nvPr/>
        </p:nvSpPr>
        <p:spPr>
          <a:xfrm>
            <a:off x="4191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51" name="矩形"/>
          <p:cNvSpPr/>
          <p:nvPr/>
        </p:nvSpPr>
        <p:spPr>
          <a:xfrm>
            <a:off x="5715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52" name="矩形"/>
          <p:cNvSpPr/>
          <p:nvPr/>
        </p:nvSpPr>
        <p:spPr>
          <a:xfrm>
            <a:off x="7239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53" name="矩形"/>
          <p:cNvSpPr/>
          <p:nvPr/>
        </p:nvSpPr>
        <p:spPr>
          <a:xfrm>
            <a:off x="8763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54" name="矩形"/>
          <p:cNvSpPr/>
          <p:nvPr/>
        </p:nvSpPr>
        <p:spPr>
          <a:xfrm>
            <a:off x="10287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55" name="矩形"/>
          <p:cNvSpPr/>
          <p:nvPr/>
        </p:nvSpPr>
        <p:spPr>
          <a:xfrm>
            <a:off x="11811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56" name="矩形"/>
          <p:cNvSpPr/>
          <p:nvPr/>
        </p:nvSpPr>
        <p:spPr>
          <a:xfrm>
            <a:off x="13335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57" name="矩形"/>
          <p:cNvSpPr/>
          <p:nvPr/>
        </p:nvSpPr>
        <p:spPr>
          <a:xfrm>
            <a:off x="14859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58" name="矩形"/>
          <p:cNvSpPr/>
          <p:nvPr/>
        </p:nvSpPr>
        <p:spPr>
          <a:xfrm>
            <a:off x="16383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59" name="矩形"/>
          <p:cNvSpPr/>
          <p:nvPr/>
        </p:nvSpPr>
        <p:spPr>
          <a:xfrm>
            <a:off x="17907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60" name="矩形"/>
          <p:cNvSpPr/>
          <p:nvPr/>
        </p:nvSpPr>
        <p:spPr>
          <a:xfrm>
            <a:off x="19431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61" name="矩形"/>
          <p:cNvSpPr/>
          <p:nvPr/>
        </p:nvSpPr>
        <p:spPr>
          <a:xfrm>
            <a:off x="20955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62" name="矩形"/>
          <p:cNvSpPr/>
          <p:nvPr/>
        </p:nvSpPr>
        <p:spPr>
          <a:xfrm>
            <a:off x="22479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63" name="矩形"/>
          <p:cNvSpPr/>
          <p:nvPr/>
        </p:nvSpPr>
        <p:spPr>
          <a:xfrm>
            <a:off x="24003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64" name="矩形"/>
          <p:cNvSpPr/>
          <p:nvPr/>
        </p:nvSpPr>
        <p:spPr>
          <a:xfrm>
            <a:off x="25527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65" name="矩形"/>
          <p:cNvSpPr/>
          <p:nvPr/>
        </p:nvSpPr>
        <p:spPr>
          <a:xfrm>
            <a:off x="27051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66" name="矩形"/>
          <p:cNvSpPr/>
          <p:nvPr/>
        </p:nvSpPr>
        <p:spPr>
          <a:xfrm>
            <a:off x="28575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67" name="矩形"/>
          <p:cNvSpPr/>
          <p:nvPr/>
        </p:nvSpPr>
        <p:spPr>
          <a:xfrm>
            <a:off x="30099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68" name="矩形"/>
          <p:cNvSpPr/>
          <p:nvPr/>
        </p:nvSpPr>
        <p:spPr>
          <a:xfrm>
            <a:off x="31623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69" name="矩形"/>
          <p:cNvSpPr/>
          <p:nvPr/>
        </p:nvSpPr>
        <p:spPr>
          <a:xfrm>
            <a:off x="33147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70" name="矩形"/>
          <p:cNvSpPr/>
          <p:nvPr/>
        </p:nvSpPr>
        <p:spPr>
          <a:xfrm>
            <a:off x="34671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71" name="矩形"/>
          <p:cNvSpPr/>
          <p:nvPr/>
        </p:nvSpPr>
        <p:spPr>
          <a:xfrm>
            <a:off x="36195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72" name="矩形"/>
          <p:cNvSpPr/>
          <p:nvPr/>
        </p:nvSpPr>
        <p:spPr>
          <a:xfrm>
            <a:off x="37719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73" name="矩形"/>
          <p:cNvSpPr/>
          <p:nvPr/>
        </p:nvSpPr>
        <p:spPr>
          <a:xfrm>
            <a:off x="39243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74" name="矩形"/>
          <p:cNvSpPr/>
          <p:nvPr/>
        </p:nvSpPr>
        <p:spPr>
          <a:xfrm>
            <a:off x="40767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75" name="矩形"/>
          <p:cNvSpPr/>
          <p:nvPr/>
        </p:nvSpPr>
        <p:spPr>
          <a:xfrm>
            <a:off x="42291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76" name="矩形"/>
          <p:cNvSpPr/>
          <p:nvPr/>
        </p:nvSpPr>
        <p:spPr>
          <a:xfrm>
            <a:off x="43815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77" name="矩形"/>
          <p:cNvSpPr/>
          <p:nvPr/>
        </p:nvSpPr>
        <p:spPr>
          <a:xfrm>
            <a:off x="45339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78" name="矩形"/>
          <p:cNvSpPr/>
          <p:nvPr/>
        </p:nvSpPr>
        <p:spPr>
          <a:xfrm>
            <a:off x="46863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79" name="矩形"/>
          <p:cNvSpPr/>
          <p:nvPr/>
        </p:nvSpPr>
        <p:spPr>
          <a:xfrm>
            <a:off x="48387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80" name="矩形"/>
          <p:cNvSpPr/>
          <p:nvPr/>
        </p:nvSpPr>
        <p:spPr>
          <a:xfrm>
            <a:off x="49911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81" name="矩形"/>
          <p:cNvSpPr/>
          <p:nvPr/>
        </p:nvSpPr>
        <p:spPr>
          <a:xfrm>
            <a:off x="51435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82" name="矩形"/>
          <p:cNvSpPr/>
          <p:nvPr/>
        </p:nvSpPr>
        <p:spPr>
          <a:xfrm>
            <a:off x="52959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83" name="矩形"/>
          <p:cNvSpPr/>
          <p:nvPr/>
        </p:nvSpPr>
        <p:spPr>
          <a:xfrm>
            <a:off x="54483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84" name="矩形"/>
          <p:cNvSpPr/>
          <p:nvPr/>
        </p:nvSpPr>
        <p:spPr>
          <a:xfrm>
            <a:off x="56007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85" name="矩形"/>
          <p:cNvSpPr/>
          <p:nvPr/>
        </p:nvSpPr>
        <p:spPr>
          <a:xfrm>
            <a:off x="57531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86" name="矩形"/>
          <p:cNvSpPr/>
          <p:nvPr/>
        </p:nvSpPr>
        <p:spPr>
          <a:xfrm>
            <a:off x="59055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87" name="矩形"/>
          <p:cNvSpPr/>
          <p:nvPr/>
        </p:nvSpPr>
        <p:spPr>
          <a:xfrm>
            <a:off x="60579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88" name="矩形"/>
          <p:cNvSpPr/>
          <p:nvPr/>
        </p:nvSpPr>
        <p:spPr>
          <a:xfrm>
            <a:off x="62103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89" name="矩形"/>
          <p:cNvSpPr/>
          <p:nvPr/>
        </p:nvSpPr>
        <p:spPr>
          <a:xfrm>
            <a:off x="63627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90" name="矩形"/>
          <p:cNvSpPr/>
          <p:nvPr/>
        </p:nvSpPr>
        <p:spPr>
          <a:xfrm>
            <a:off x="65151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91" name="矩形"/>
          <p:cNvSpPr/>
          <p:nvPr/>
        </p:nvSpPr>
        <p:spPr>
          <a:xfrm>
            <a:off x="66675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92" name="矩形"/>
          <p:cNvSpPr/>
          <p:nvPr/>
        </p:nvSpPr>
        <p:spPr>
          <a:xfrm>
            <a:off x="68199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93" name="矩形"/>
          <p:cNvSpPr/>
          <p:nvPr/>
        </p:nvSpPr>
        <p:spPr>
          <a:xfrm>
            <a:off x="69723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94" name="矩形"/>
          <p:cNvSpPr/>
          <p:nvPr/>
        </p:nvSpPr>
        <p:spPr>
          <a:xfrm>
            <a:off x="71247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95" name="矩形"/>
          <p:cNvSpPr/>
          <p:nvPr/>
        </p:nvSpPr>
        <p:spPr>
          <a:xfrm>
            <a:off x="72771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96" name="矩形"/>
          <p:cNvSpPr/>
          <p:nvPr/>
        </p:nvSpPr>
        <p:spPr>
          <a:xfrm>
            <a:off x="74295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97" name="矩形"/>
          <p:cNvSpPr/>
          <p:nvPr/>
        </p:nvSpPr>
        <p:spPr>
          <a:xfrm>
            <a:off x="75819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98" name="矩形"/>
          <p:cNvSpPr/>
          <p:nvPr/>
        </p:nvSpPr>
        <p:spPr>
          <a:xfrm>
            <a:off x="77343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99" name="矩形"/>
          <p:cNvSpPr/>
          <p:nvPr/>
        </p:nvSpPr>
        <p:spPr>
          <a:xfrm>
            <a:off x="78867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00" name="矩形"/>
          <p:cNvSpPr/>
          <p:nvPr/>
        </p:nvSpPr>
        <p:spPr>
          <a:xfrm>
            <a:off x="80391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01" name="矩形"/>
          <p:cNvSpPr/>
          <p:nvPr/>
        </p:nvSpPr>
        <p:spPr>
          <a:xfrm>
            <a:off x="81915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02" name="矩形"/>
          <p:cNvSpPr/>
          <p:nvPr/>
        </p:nvSpPr>
        <p:spPr>
          <a:xfrm>
            <a:off x="83439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03" name="矩形"/>
          <p:cNvSpPr/>
          <p:nvPr/>
        </p:nvSpPr>
        <p:spPr>
          <a:xfrm>
            <a:off x="84963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04" name="矩形"/>
          <p:cNvSpPr/>
          <p:nvPr/>
        </p:nvSpPr>
        <p:spPr>
          <a:xfrm>
            <a:off x="86487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05" name="矩形"/>
          <p:cNvSpPr/>
          <p:nvPr/>
        </p:nvSpPr>
        <p:spPr>
          <a:xfrm>
            <a:off x="88011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06" name="矩形"/>
          <p:cNvSpPr/>
          <p:nvPr/>
        </p:nvSpPr>
        <p:spPr>
          <a:xfrm>
            <a:off x="89535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07" name="矩形"/>
          <p:cNvSpPr/>
          <p:nvPr/>
        </p:nvSpPr>
        <p:spPr>
          <a:xfrm>
            <a:off x="91059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08" name="矩形"/>
          <p:cNvSpPr/>
          <p:nvPr/>
        </p:nvSpPr>
        <p:spPr>
          <a:xfrm>
            <a:off x="92583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09" name="矩形"/>
          <p:cNvSpPr/>
          <p:nvPr/>
        </p:nvSpPr>
        <p:spPr>
          <a:xfrm>
            <a:off x="94107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10" name="矩形"/>
          <p:cNvSpPr/>
          <p:nvPr/>
        </p:nvSpPr>
        <p:spPr>
          <a:xfrm>
            <a:off x="95631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11" name="矩形"/>
          <p:cNvSpPr/>
          <p:nvPr/>
        </p:nvSpPr>
        <p:spPr>
          <a:xfrm>
            <a:off x="97155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12" name="矩形"/>
          <p:cNvSpPr/>
          <p:nvPr/>
        </p:nvSpPr>
        <p:spPr>
          <a:xfrm>
            <a:off x="98679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13" name="矩形"/>
          <p:cNvSpPr/>
          <p:nvPr/>
        </p:nvSpPr>
        <p:spPr>
          <a:xfrm>
            <a:off x="100203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14" name="矩形"/>
          <p:cNvSpPr/>
          <p:nvPr/>
        </p:nvSpPr>
        <p:spPr>
          <a:xfrm>
            <a:off x="101727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15" name="矩形"/>
          <p:cNvSpPr/>
          <p:nvPr/>
        </p:nvSpPr>
        <p:spPr>
          <a:xfrm>
            <a:off x="103251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pic>
        <p:nvPicPr>
          <p:cNvPr id="316" name="image3.png" descr="image3.png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400050" y="6535384"/>
            <a:ext cx="2000250" cy="197559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319" name="矩形 982"/>
          <p:cNvGrpSpPr/>
          <p:nvPr/>
        </p:nvGrpSpPr>
        <p:grpSpPr>
          <a:xfrm>
            <a:off x="1000125" y="200025"/>
            <a:ext cx="7239000" cy="457200"/>
            <a:chOff x="0" y="0"/>
            <a:chExt cx="7239000" cy="457200"/>
          </a:xfrm>
        </p:grpSpPr>
        <p:sp>
          <p:nvSpPr>
            <p:cNvPr id="317" name="矩形"/>
            <p:cNvSpPr/>
            <p:nvPr/>
          </p:nvSpPr>
          <p:spPr>
            <a:xfrm>
              <a:off x="0" y="0"/>
              <a:ext cx="7239000" cy="4572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b="1" sz="2200">
                  <a:solidFill>
                    <a:srgbClr val="0052A5"/>
                  </a:solidFill>
                  <a:latin typeface="Microsoft YaHei"/>
                  <a:ea typeface="Microsoft YaHei"/>
                  <a:cs typeface="Microsoft YaHei"/>
                  <a:sym typeface="Microsoft YaHei"/>
                </a:defRPr>
              </a:pPr>
            </a:p>
          </p:txBody>
        </p:sp>
        <p:sp>
          <p:nvSpPr>
            <p:cNvPr id="318" name="为什么需要工作流规划机制"/>
            <p:cNvSpPr txBox="1"/>
            <p:nvPr/>
          </p:nvSpPr>
          <p:spPr>
            <a:xfrm>
              <a:off x="0" y="38100"/>
              <a:ext cx="7239000" cy="3810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>
                <a:defRPr b="1" sz="2200">
                  <a:solidFill>
                    <a:srgbClr val="0052A5"/>
                  </a:solidFill>
                  <a:latin typeface="Microsoft YaHei"/>
                  <a:ea typeface="Microsoft YaHei"/>
                  <a:cs typeface="Microsoft YaHei"/>
                  <a:sym typeface="Microsoft YaHei"/>
                </a:defRPr>
              </a:lvl1pPr>
            </a:lstStyle>
            <a:p>
              <a:pPr/>
              <a:r>
                <a:t>为什么需要工作流规划机制</a:t>
              </a:r>
            </a:p>
          </p:txBody>
        </p:sp>
      </p:grpSp>
      <p:grpSp>
        <p:nvGrpSpPr>
          <p:cNvPr id="322" name="矩形 983"/>
          <p:cNvGrpSpPr/>
          <p:nvPr/>
        </p:nvGrpSpPr>
        <p:grpSpPr>
          <a:xfrm>
            <a:off x="8667750" y="228600"/>
            <a:ext cx="1428750" cy="209550"/>
            <a:chOff x="0" y="0"/>
            <a:chExt cx="1428750" cy="209550"/>
          </a:xfrm>
        </p:grpSpPr>
        <p:sp>
          <p:nvSpPr>
            <p:cNvPr id="320" name="矩形"/>
            <p:cNvSpPr/>
            <p:nvPr/>
          </p:nvSpPr>
          <p:spPr>
            <a:xfrm>
              <a:off x="0" y="0"/>
              <a:ext cx="1428750" cy="20955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b="1" sz="700">
                  <a:solidFill>
                    <a:srgbClr val="6B7280"/>
                  </a:solidFill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321" name="PROBLEM"/>
            <p:cNvSpPr txBox="1"/>
            <p:nvPr/>
          </p:nvSpPr>
          <p:spPr>
            <a:xfrm>
              <a:off x="0" y="41274"/>
              <a:ext cx="1428750" cy="1270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>
                <a:defRPr b="1" sz="700">
                  <a:solidFill>
                    <a:srgbClr val="6B728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PROBLEM</a:t>
              </a:r>
            </a:p>
          </p:txBody>
        </p:sp>
      </p:grpSp>
      <p:grpSp>
        <p:nvGrpSpPr>
          <p:cNvPr id="325" name="矩形 984"/>
          <p:cNvGrpSpPr/>
          <p:nvPr/>
        </p:nvGrpSpPr>
        <p:grpSpPr>
          <a:xfrm>
            <a:off x="11696700" y="6419850"/>
            <a:ext cx="323850" cy="266700"/>
            <a:chOff x="0" y="0"/>
            <a:chExt cx="323850" cy="266700"/>
          </a:xfrm>
        </p:grpSpPr>
        <p:sp>
          <p:nvSpPr>
            <p:cNvPr id="323" name="矩形"/>
            <p:cNvSpPr/>
            <p:nvPr/>
          </p:nvSpPr>
          <p:spPr>
            <a:xfrm>
              <a:off x="0" y="0"/>
              <a:ext cx="323850" cy="2667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algn="ctr">
                <a:defRPr b="1" sz="1300">
                  <a:solidFill>
                    <a:srgbClr val="8A8A8A"/>
                  </a:solidFill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324" name="3"/>
            <p:cNvSpPr txBox="1"/>
            <p:nvPr/>
          </p:nvSpPr>
          <p:spPr>
            <a:xfrm>
              <a:off x="0" y="0"/>
              <a:ext cx="323850" cy="18509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 algn="ctr">
                <a:defRPr b="1" sz="1300">
                  <a:solidFill>
                    <a:srgbClr val="8A8A8A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3</a:t>
              </a:r>
            </a:p>
          </p:txBody>
        </p:sp>
      </p:grpSp>
      <p:grpSp>
        <p:nvGrpSpPr>
          <p:cNvPr id="328" name="矩形 985"/>
          <p:cNvGrpSpPr/>
          <p:nvPr/>
        </p:nvGrpSpPr>
        <p:grpSpPr>
          <a:xfrm>
            <a:off x="781050" y="1028700"/>
            <a:ext cx="10572750" cy="381000"/>
            <a:chOff x="0" y="0"/>
            <a:chExt cx="10572750" cy="381000"/>
          </a:xfrm>
        </p:grpSpPr>
        <p:sp>
          <p:nvSpPr>
            <p:cNvPr id="326" name="矩形"/>
            <p:cNvSpPr/>
            <p:nvPr/>
          </p:nvSpPr>
          <p:spPr>
            <a:xfrm>
              <a:off x="0" y="0"/>
              <a:ext cx="10572750" cy="381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b="1" sz="1500">
                  <a:solidFill>
                    <a:srgbClr val="082B60"/>
                  </a:solidFill>
                  <a:latin typeface="Microsoft YaHei"/>
                  <a:ea typeface="Microsoft YaHei"/>
                  <a:cs typeface="Microsoft YaHei"/>
                  <a:sym typeface="Microsoft YaHei"/>
                </a:defRPr>
              </a:pPr>
            </a:p>
          </p:txBody>
        </p:sp>
        <p:sp>
          <p:nvSpPr>
            <p:cNvPr id="327" name="蛋白质设计工具链不是一次模型调用，而是由生成、结构预测、质量门禁、目标评分和汇总组成的长链路。"/>
            <p:cNvSpPr txBox="1"/>
            <p:nvPr/>
          </p:nvSpPr>
          <p:spPr>
            <a:xfrm>
              <a:off x="0" y="0"/>
              <a:ext cx="10572750" cy="2667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b="1" sz="1500">
                  <a:solidFill>
                    <a:srgbClr val="082B60"/>
                  </a:solidFill>
                  <a:latin typeface="Microsoft YaHei"/>
                  <a:ea typeface="Microsoft YaHei"/>
                  <a:cs typeface="Microsoft YaHei"/>
                  <a:sym typeface="Microsoft YaHei"/>
                </a:defRPr>
              </a:lvl1pPr>
            </a:lstStyle>
            <a:p>
              <a:pPr/>
              <a:r>
                <a:t>蛋白质设计工具链不是一次模型调用，而是由生成、结构预测、质量门禁、目标评分和汇总组成的长链路。</a:t>
              </a:r>
            </a:p>
          </p:txBody>
        </p:sp>
      </p:grpSp>
      <p:sp>
        <p:nvSpPr>
          <p:cNvPr id="329" name="圆角矩形 986"/>
          <p:cNvSpPr/>
          <p:nvPr/>
        </p:nvSpPr>
        <p:spPr>
          <a:xfrm>
            <a:off x="781050" y="1809750"/>
            <a:ext cx="2333625" cy="1524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solidFill>
              <a:srgbClr val="0052A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30" name="矩形 987"/>
          <p:cNvSpPr/>
          <p:nvPr/>
        </p:nvSpPr>
        <p:spPr>
          <a:xfrm>
            <a:off x="781050" y="1809750"/>
            <a:ext cx="57150" cy="1524000"/>
          </a:xfrm>
          <a:prstGeom prst="rect">
            <a:avLst/>
          </a:prstGeom>
          <a:solidFill>
            <a:srgbClr val="0052A5"/>
          </a:solidFill>
          <a:ln w="3175">
            <a:solidFill>
              <a:srgbClr val="0052A5"/>
            </a:solidFill>
          </a:ln>
        </p:spPr>
        <p:txBody>
          <a:bodyPr lIns="45719" rIns="45719"/>
          <a:lstStyle/>
          <a:p>
            <a:pPr/>
          </a:p>
        </p:txBody>
      </p:sp>
      <p:grpSp>
        <p:nvGrpSpPr>
          <p:cNvPr id="333" name="矩形 988"/>
          <p:cNvGrpSpPr/>
          <p:nvPr/>
        </p:nvGrpSpPr>
        <p:grpSpPr>
          <a:xfrm>
            <a:off x="952500" y="1943100"/>
            <a:ext cx="1990725" cy="228600"/>
            <a:chOff x="0" y="0"/>
            <a:chExt cx="1990725" cy="228600"/>
          </a:xfrm>
        </p:grpSpPr>
        <p:sp>
          <p:nvSpPr>
            <p:cNvPr id="331" name="矩形"/>
            <p:cNvSpPr/>
            <p:nvPr/>
          </p:nvSpPr>
          <p:spPr>
            <a:xfrm>
              <a:off x="0" y="0"/>
              <a:ext cx="1990725" cy="2286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b="1" sz="1300">
                  <a:solidFill>
                    <a:srgbClr val="0052A5"/>
                  </a:solidFill>
                  <a:latin typeface="Microsoft YaHei"/>
                  <a:ea typeface="Microsoft YaHei"/>
                  <a:cs typeface="Microsoft YaHei"/>
                  <a:sym typeface="Microsoft YaHei"/>
                </a:defRPr>
              </a:pPr>
            </a:p>
          </p:txBody>
        </p:sp>
        <p:sp>
          <p:nvSpPr>
            <p:cNvPr id="332" name="接口异构"/>
            <p:cNvSpPr txBox="1"/>
            <p:nvPr/>
          </p:nvSpPr>
          <p:spPr>
            <a:xfrm>
              <a:off x="0" y="0"/>
              <a:ext cx="1990725" cy="2286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b="1" sz="1300">
                  <a:solidFill>
                    <a:srgbClr val="0052A5"/>
                  </a:solidFill>
                  <a:latin typeface="Microsoft YaHei"/>
                  <a:ea typeface="Microsoft YaHei"/>
                  <a:cs typeface="Microsoft YaHei"/>
                  <a:sym typeface="Microsoft YaHei"/>
                </a:defRPr>
              </a:lvl1pPr>
            </a:lstStyle>
            <a:p>
              <a:pPr/>
              <a:r>
                <a:t>接口异构</a:t>
              </a:r>
            </a:p>
          </p:txBody>
        </p:sp>
      </p:grpSp>
      <p:grpSp>
        <p:nvGrpSpPr>
          <p:cNvPr id="336" name="矩形 989"/>
          <p:cNvGrpSpPr/>
          <p:nvPr/>
        </p:nvGrpSpPr>
        <p:grpSpPr>
          <a:xfrm>
            <a:off x="952500" y="2247900"/>
            <a:ext cx="1990725" cy="1009650"/>
            <a:chOff x="0" y="0"/>
            <a:chExt cx="1990725" cy="1009650"/>
          </a:xfrm>
        </p:grpSpPr>
        <p:sp>
          <p:nvSpPr>
            <p:cNvPr id="334" name="矩形"/>
            <p:cNvSpPr/>
            <p:nvPr/>
          </p:nvSpPr>
          <p:spPr>
            <a:xfrm>
              <a:off x="0" y="0"/>
              <a:ext cx="1990725" cy="100965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1100">
                  <a:solidFill>
                    <a:srgbClr val="46566A"/>
                  </a:solidFill>
                  <a:latin typeface="Microsoft YaHei"/>
                  <a:ea typeface="Microsoft YaHei"/>
                  <a:cs typeface="Microsoft YaHei"/>
                  <a:sym typeface="Microsoft YaHei"/>
                </a:defRPr>
              </a:pPr>
            </a:p>
          </p:txBody>
        </p:sp>
        <p:sp>
          <p:nvSpPr>
            <p:cNvPr id="335" name="序列、结构、评分工具的输入输出格式差异明显"/>
            <p:cNvSpPr txBox="1"/>
            <p:nvPr/>
          </p:nvSpPr>
          <p:spPr>
            <a:xfrm>
              <a:off x="0" y="0"/>
              <a:ext cx="1990725" cy="4064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sz="1100">
                  <a:solidFill>
                    <a:srgbClr val="46566A"/>
                  </a:solidFill>
                  <a:latin typeface="Microsoft YaHei"/>
                  <a:ea typeface="Microsoft YaHei"/>
                  <a:cs typeface="Microsoft YaHei"/>
                  <a:sym typeface="Microsoft YaHei"/>
                </a:defRPr>
              </a:lvl1pPr>
            </a:lstStyle>
            <a:p>
              <a:pPr/>
              <a:r>
                <a:t>序列、结构、评分工具的输入输出格式差异明显</a:t>
              </a:r>
            </a:p>
          </p:txBody>
        </p:sp>
      </p:grpSp>
      <p:sp>
        <p:nvSpPr>
          <p:cNvPr id="337" name="圆角矩形 990"/>
          <p:cNvSpPr/>
          <p:nvPr/>
        </p:nvSpPr>
        <p:spPr>
          <a:xfrm>
            <a:off x="3543300" y="1809750"/>
            <a:ext cx="2333625" cy="1524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solidFill>
              <a:srgbClr val="D9A12A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38" name="矩形 991"/>
          <p:cNvSpPr/>
          <p:nvPr/>
        </p:nvSpPr>
        <p:spPr>
          <a:xfrm>
            <a:off x="3543300" y="1809750"/>
            <a:ext cx="57150" cy="1524000"/>
          </a:xfrm>
          <a:prstGeom prst="rect">
            <a:avLst/>
          </a:prstGeom>
          <a:solidFill>
            <a:srgbClr val="D9A12A"/>
          </a:solidFill>
          <a:ln w="3175">
            <a:solidFill>
              <a:srgbClr val="D9A12A"/>
            </a:solidFill>
          </a:ln>
        </p:spPr>
        <p:txBody>
          <a:bodyPr lIns="45719" rIns="45719"/>
          <a:lstStyle/>
          <a:p>
            <a:pPr/>
          </a:p>
        </p:txBody>
      </p:sp>
      <p:grpSp>
        <p:nvGrpSpPr>
          <p:cNvPr id="341" name="矩形 992"/>
          <p:cNvGrpSpPr/>
          <p:nvPr/>
        </p:nvGrpSpPr>
        <p:grpSpPr>
          <a:xfrm>
            <a:off x="3714750" y="1943100"/>
            <a:ext cx="1990725" cy="228600"/>
            <a:chOff x="0" y="0"/>
            <a:chExt cx="1990725" cy="228600"/>
          </a:xfrm>
        </p:grpSpPr>
        <p:sp>
          <p:nvSpPr>
            <p:cNvPr id="339" name="矩形"/>
            <p:cNvSpPr/>
            <p:nvPr/>
          </p:nvSpPr>
          <p:spPr>
            <a:xfrm>
              <a:off x="0" y="0"/>
              <a:ext cx="1990725" cy="2286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b="1" sz="1300">
                  <a:solidFill>
                    <a:srgbClr val="D9A12A"/>
                  </a:solidFill>
                  <a:latin typeface="Microsoft YaHei"/>
                  <a:ea typeface="Microsoft YaHei"/>
                  <a:cs typeface="Microsoft YaHei"/>
                  <a:sym typeface="Microsoft YaHei"/>
                </a:defRPr>
              </a:pPr>
            </a:p>
          </p:txBody>
        </p:sp>
        <p:sp>
          <p:nvSpPr>
            <p:cNvPr id="340" name="高代价调用"/>
            <p:cNvSpPr txBox="1"/>
            <p:nvPr/>
          </p:nvSpPr>
          <p:spPr>
            <a:xfrm>
              <a:off x="0" y="0"/>
              <a:ext cx="1990725" cy="2286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b="1" sz="1300">
                  <a:solidFill>
                    <a:srgbClr val="D9A12A"/>
                  </a:solidFill>
                  <a:latin typeface="Microsoft YaHei"/>
                  <a:ea typeface="Microsoft YaHei"/>
                  <a:cs typeface="Microsoft YaHei"/>
                  <a:sym typeface="Microsoft YaHei"/>
                </a:defRPr>
              </a:lvl1pPr>
            </a:lstStyle>
            <a:p>
              <a:pPr/>
              <a:r>
                <a:t>高代价调用</a:t>
              </a:r>
            </a:p>
          </p:txBody>
        </p:sp>
      </p:grpSp>
      <p:grpSp>
        <p:nvGrpSpPr>
          <p:cNvPr id="344" name="矩形 993"/>
          <p:cNvGrpSpPr/>
          <p:nvPr/>
        </p:nvGrpSpPr>
        <p:grpSpPr>
          <a:xfrm>
            <a:off x="3714750" y="2247900"/>
            <a:ext cx="1990725" cy="1009650"/>
            <a:chOff x="0" y="0"/>
            <a:chExt cx="1990725" cy="1009650"/>
          </a:xfrm>
        </p:grpSpPr>
        <p:sp>
          <p:nvSpPr>
            <p:cNvPr id="342" name="矩形"/>
            <p:cNvSpPr/>
            <p:nvPr/>
          </p:nvSpPr>
          <p:spPr>
            <a:xfrm>
              <a:off x="0" y="0"/>
              <a:ext cx="1990725" cy="100965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1100">
                  <a:solidFill>
                    <a:srgbClr val="46566A"/>
                  </a:solidFill>
                  <a:latin typeface="Microsoft YaHei"/>
                  <a:ea typeface="Microsoft YaHei"/>
                  <a:cs typeface="Microsoft YaHei"/>
                  <a:sym typeface="Microsoft YaHei"/>
                </a:defRPr>
              </a:pPr>
            </a:p>
          </p:txBody>
        </p:sp>
        <p:sp>
          <p:nvSpPr>
            <p:cNvPr id="343" name="结构预测与重型打分不宜在证据不足时盲目执行"/>
            <p:cNvSpPr txBox="1"/>
            <p:nvPr/>
          </p:nvSpPr>
          <p:spPr>
            <a:xfrm>
              <a:off x="0" y="0"/>
              <a:ext cx="1990725" cy="4064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sz="1100">
                  <a:solidFill>
                    <a:srgbClr val="46566A"/>
                  </a:solidFill>
                  <a:latin typeface="Microsoft YaHei"/>
                  <a:ea typeface="Microsoft YaHei"/>
                  <a:cs typeface="Microsoft YaHei"/>
                  <a:sym typeface="Microsoft YaHei"/>
                </a:defRPr>
              </a:lvl1pPr>
            </a:lstStyle>
            <a:p>
              <a:pPr/>
              <a:r>
                <a:t>结构预测与重型打分不宜在证据不足时盲目执行</a:t>
              </a:r>
            </a:p>
          </p:txBody>
        </p:sp>
      </p:grpSp>
      <p:sp>
        <p:nvSpPr>
          <p:cNvPr id="345" name="圆角矩形 994"/>
          <p:cNvSpPr/>
          <p:nvPr/>
        </p:nvSpPr>
        <p:spPr>
          <a:xfrm>
            <a:off x="6305550" y="1809750"/>
            <a:ext cx="2333625" cy="1524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solidFill>
              <a:srgbClr val="2F9D68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46" name="矩形 995"/>
          <p:cNvSpPr/>
          <p:nvPr/>
        </p:nvSpPr>
        <p:spPr>
          <a:xfrm>
            <a:off x="6305550" y="1809750"/>
            <a:ext cx="57150" cy="1524000"/>
          </a:xfrm>
          <a:prstGeom prst="rect">
            <a:avLst/>
          </a:prstGeom>
          <a:solidFill>
            <a:srgbClr val="2F9D68"/>
          </a:solidFill>
          <a:ln w="3175">
            <a:solidFill>
              <a:srgbClr val="2F9D68"/>
            </a:solidFill>
          </a:ln>
        </p:spPr>
        <p:txBody>
          <a:bodyPr lIns="45719" rIns="45719"/>
          <a:lstStyle/>
          <a:p>
            <a:pPr/>
          </a:p>
        </p:txBody>
      </p:sp>
      <p:grpSp>
        <p:nvGrpSpPr>
          <p:cNvPr id="349" name="矩形 996"/>
          <p:cNvGrpSpPr/>
          <p:nvPr/>
        </p:nvGrpSpPr>
        <p:grpSpPr>
          <a:xfrm>
            <a:off x="6477000" y="1943100"/>
            <a:ext cx="1990725" cy="228600"/>
            <a:chOff x="0" y="0"/>
            <a:chExt cx="1990725" cy="228600"/>
          </a:xfrm>
        </p:grpSpPr>
        <p:sp>
          <p:nvSpPr>
            <p:cNvPr id="347" name="矩形"/>
            <p:cNvSpPr/>
            <p:nvPr/>
          </p:nvSpPr>
          <p:spPr>
            <a:xfrm>
              <a:off x="0" y="0"/>
              <a:ext cx="1990725" cy="2286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b="1" sz="1300">
                  <a:solidFill>
                    <a:srgbClr val="2F9D68"/>
                  </a:solidFill>
                  <a:latin typeface="Microsoft YaHei"/>
                  <a:ea typeface="Microsoft YaHei"/>
                  <a:cs typeface="Microsoft YaHei"/>
                  <a:sym typeface="Microsoft YaHei"/>
                </a:defRPr>
              </a:pPr>
            </a:p>
          </p:txBody>
        </p:sp>
        <p:sp>
          <p:nvSpPr>
            <p:cNvPr id="348" name="失败可恢复"/>
            <p:cNvSpPr txBox="1"/>
            <p:nvPr/>
          </p:nvSpPr>
          <p:spPr>
            <a:xfrm>
              <a:off x="0" y="0"/>
              <a:ext cx="1990725" cy="2286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b="1" sz="1300">
                  <a:solidFill>
                    <a:srgbClr val="2F9D68"/>
                  </a:solidFill>
                  <a:latin typeface="Microsoft YaHei"/>
                  <a:ea typeface="Microsoft YaHei"/>
                  <a:cs typeface="Microsoft YaHei"/>
                  <a:sym typeface="Microsoft YaHei"/>
                </a:defRPr>
              </a:lvl1pPr>
            </a:lstStyle>
            <a:p>
              <a:pPr/>
              <a:r>
                <a:t>失败可恢复</a:t>
              </a:r>
            </a:p>
          </p:txBody>
        </p:sp>
      </p:grpSp>
      <p:grpSp>
        <p:nvGrpSpPr>
          <p:cNvPr id="352" name="矩形 997"/>
          <p:cNvGrpSpPr/>
          <p:nvPr/>
        </p:nvGrpSpPr>
        <p:grpSpPr>
          <a:xfrm>
            <a:off x="6477000" y="2247900"/>
            <a:ext cx="1990725" cy="1009650"/>
            <a:chOff x="0" y="0"/>
            <a:chExt cx="1990725" cy="1009650"/>
          </a:xfrm>
        </p:grpSpPr>
        <p:sp>
          <p:nvSpPr>
            <p:cNvPr id="350" name="矩形"/>
            <p:cNvSpPr/>
            <p:nvPr/>
          </p:nvSpPr>
          <p:spPr>
            <a:xfrm>
              <a:off x="0" y="0"/>
              <a:ext cx="1990725" cy="100965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1100">
                  <a:solidFill>
                    <a:srgbClr val="46566A"/>
                  </a:solidFill>
                  <a:latin typeface="Microsoft YaHei"/>
                  <a:ea typeface="Microsoft YaHei"/>
                  <a:cs typeface="Microsoft YaHei"/>
                  <a:sym typeface="Microsoft YaHei"/>
                </a:defRPr>
              </a:pPr>
            </a:p>
          </p:txBody>
        </p:sp>
        <p:sp>
          <p:nvSpPr>
            <p:cNvPr id="351" name="参数错误、I/O 缺失、质量门禁失败不应直接终止"/>
            <p:cNvSpPr txBox="1"/>
            <p:nvPr/>
          </p:nvSpPr>
          <p:spPr>
            <a:xfrm>
              <a:off x="0" y="0"/>
              <a:ext cx="1990725" cy="4064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sz="1100">
                  <a:solidFill>
                    <a:srgbClr val="46566A"/>
                  </a:solidFill>
                  <a:latin typeface="Microsoft YaHei"/>
                  <a:ea typeface="Microsoft YaHei"/>
                  <a:cs typeface="Microsoft YaHei"/>
                  <a:sym typeface="Microsoft YaHei"/>
                </a:defRPr>
              </a:lvl1pPr>
            </a:lstStyle>
            <a:p>
              <a:pPr/>
              <a:r>
                <a:t>参数错误、I/O 缺失、质量门禁失败不应直接终止</a:t>
              </a:r>
            </a:p>
          </p:txBody>
        </p:sp>
      </p:grpSp>
      <p:sp>
        <p:nvSpPr>
          <p:cNvPr id="353" name="圆角矩形 998"/>
          <p:cNvSpPr/>
          <p:nvPr/>
        </p:nvSpPr>
        <p:spPr>
          <a:xfrm>
            <a:off x="9067800" y="1809750"/>
            <a:ext cx="2333625" cy="1524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solidFill>
              <a:srgbClr val="0052A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54" name="矩形 999"/>
          <p:cNvSpPr/>
          <p:nvPr/>
        </p:nvSpPr>
        <p:spPr>
          <a:xfrm>
            <a:off x="9067800" y="1809750"/>
            <a:ext cx="57150" cy="1524000"/>
          </a:xfrm>
          <a:prstGeom prst="rect">
            <a:avLst/>
          </a:prstGeom>
          <a:solidFill>
            <a:srgbClr val="0052A5"/>
          </a:solidFill>
          <a:ln w="3175">
            <a:solidFill>
              <a:srgbClr val="0052A5"/>
            </a:solidFill>
          </a:ln>
        </p:spPr>
        <p:txBody>
          <a:bodyPr lIns="45719" rIns="45719"/>
          <a:lstStyle/>
          <a:p>
            <a:pPr/>
          </a:p>
        </p:txBody>
      </p:sp>
      <p:grpSp>
        <p:nvGrpSpPr>
          <p:cNvPr id="357" name="矩形 1000"/>
          <p:cNvGrpSpPr/>
          <p:nvPr/>
        </p:nvGrpSpPr>
        <p:grpSpPr>
          <a:xfrm>
            <a:off x="9239250" y="1943100"/>
            <a:ext cx="1990725" cy="228600"/>
            <a:chOff x="0" y="0"/>
            <a:chExt cx="1990725" cy="228600"/>
          </a:xfrm>
        </p:grpSpPr>
        <p:sp>
          <p:nvSpPr>
            <p:cNvPr id="355" name="矩形"/>
            <p:cNvSpPr/>
            <p:nvPr/>
          </p:nvSpPr>
          <p:spPr>
            <a:xfrm>
              <a:off x="0" y="0"/>
              <a:ext cx="1990725" cy="2286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b="1" sz="1300">
                  <a:solidFill>
                    <a:srgbClr val="0052A5"/>
                  </a:solidFill>
                  <a:latin typeface="Microsoft YaHei"/>
                  <a:ea typeface="Microsoft YaHei"/>
                  <a:cs typeface="Microsoft YaHei"/>
                  <a:sym typeface="Microsoft YaHei"/>
                </a:defRPr>
              </a:pPr>
            </a:p>
          </p:txBody>
        </p:sp>
        <p:sp>
          <p:nvSpPr>
            <p:cNvPr id="356" name="决策需审查"/>
            <p:cNvSpPr txBox="1"/>
            <p:nvPr/>
          </p:nvSpPr>
          <p:spPr>
            <a:xfrm>
              <a:off x="0" y="0"/>
              <a:ext cx="1990725" cy="2286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b="1" sz="1300">
                  <a:solidFill>
                    <a:srgbClr val="0052A5"/>
                  </a:solidFill>
                  <a:latin typeface="Microsoft YaHei"/>
                  <a:ea typeface="Microsoft YaHei"/>
                  <a:cs typeface="Microsoft YaHei"/>
                  <a:sym typeface="Microsoft YaHei"/>
                </a:defRPr>
              </a:lvl1pPr>
            </a:lstStyle>
            <a:p>
              <a:pPr/>
              <a:r>
                <a:t>决策需审查</a:t>
              </a:r>
            </a:p>
          </p:txBody>
        </p:sp>
      </p:grpSp>
      <p:grpSp>
        <p:nvGrpSpPr>
          <p:cNvPr id="360" name="矩形 1001"/>
          <p:cNvGrpSpPr/>
          <p:nvPr/>
        </p:nvGrpSpPr>
        <p:grpSpPr>
          <a:xfrm>
            <a:off x="9239250" y="2247900"/>
            <a:ext cx="1990725" cy="1009650"/>
            <a:chOff x="0" y="0"/>
            <a:chExt cx="1990725" cy="1009650"/>
          </a:xfrm>
        </p:grpSpPr>
        <p:sp>
          <p:nvSpPr>
            <p:cNvPr id="358" name="矩形"/>
            <p:cNvSpPr/>
            <p:nvPr/>
          </p:nvSpPr>
          <p:spPr>
            <a:xfrm>
              <a:off x="0" y="0"/>
              <a:ext cx="1990725" cy="100965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1100">
                  <a:solidFill>
                    <a:srgbClr val="46566A"/>
                  </a:solidFill>
                  <a:latin typeface="Microsoft YaHei"/>
                  <a:ea typeface="Microsoft YaHei"/>
                  <a:cs typeface="Microsoft YaHei"/>
                  <a:sym typeface="Microsoft YaHei"/>
                </a:defRPr>
              </a:pPr>
            </a:p>
          </p:txBody>
        </p:sp>
        <p:sp>
          <p:nvSpPr>
            <p:cNvPr id="359" name="高风险、高成本、不确定场景需要人工确认"/>
            <p:cNvSpPr txBox="1"/>
            <p:nvPr/>
          </p:nvSpPr>
          <p:spPr>
            <a:xfrm>
              <a:off x="0" y="0"/>
              <a:ext cx="1990725" cy="4064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sz="1100">
                  <a:solidFill>
                    <a:srgbClr val="46566A"/>
                  </a:solidFill>
                  <a:latin typeface="Microsoft YaHei"/>
                  <a:ea typeface="Microsoft YaHei"/>
                  <a:cs typeface="Microsoft YaHei"/>
                  <a:sym typeface="Microsoft YaHei"/>
                </a:defRPr>
              </a:lvl1pPr>
            </a:lstStyle>
            <a:p>
              <a:pPr/>
              <a:r>
                <a:t>高风险、高成本、不确定场景需要人工确认</a:t>
              </a:r>
            </a:p>
          </p:txBody>
        </p:sp>
      </p:grpSp>
      <p:sp>
        <p:nvSpPr>
          <p:cNvPr id="361" name="圆角矩形 1002"/>
          <p:cNvSpPr/>
          <p:nvPr/>
        </p:nvSpPr>
        <p:spPr>
          <a:xfrm>
            <a:off x="1285875" y="3905250"/>
            <a:ext cx="4381500" cy="1000125"/>
          </a:xfrm>
          <a:prstGeom prst="roundRect">
            <a:avLst>
              <a:gd name="adj" fmla="val 7619"/>
            </a:avLst>
          </a:prstGeom>
          <a:solidFill>
            <a:srgbClr val="F5F9FE"/>
          </a:solidFill>
          <a:ln>
            <a:solidFill>
              <a:srgbClr val="C9DDF1"/>
            </a:solidFill>
          </a:ln>
        </p:spPr>
        <p:txBody>
          <a:bodyPr lIns="45719" rIns="45719"/>
          <a:lstStyle/>
          <a:p>
            <a:pPr/>
          </a:p>
        </p:txBody>
      </p:sp>
      <p:grpSp>
        <p:nvGrpSpPr>
          <p:cNvPr id="364" name="矩形 1003"/>
          <p:cNvGrpSpPr/>
          <p:nvPr/>
        </p:nvGrpSpPr>
        <p:grpSpPr>
          <a:xfrm>
            <a:off x="1457325" y="4038600"/>
            <a:ext cx="4038600" cy="228600"/>
            <a:chOff x="0" y="0"/>
            <a:chExt cx="4038600" cy="228600"/>
          </a:xfrm>
        </p:grpSpPr>
        <p:sp>
          <p:nvSpPr>
            <p:cNvPr id="362" name="矩形"/>
            <p:cNvSpPr/>
            <p:nvPr/>
          </p:nvSpPr>
          <p:spPr>
            <a:xfrm>
              <a:off x="0" y="0"/>
              <a:ext cx="4038600" cy="2286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b="1" sz="1300">
                  <a:solidFill>
                    <a:srgbClr val="0052A5"/>
                  </a:solidFill>
                  <a:latin typeface="Microsoft YaHei"/>
                  <a:ea typeface="Microsoft YaHei"/>
                  <a:cs typeface="Microsoft YaHei"/>
                  <a:sym typeface="Microsoft YaHei"/>
                </a:defRPr>
              </a:pPr>
            </a:p>
          </p:txBody>
        </p:sp>
        <p:sp>
          <p:nvSpPr>
            <p:cNvPr id="363" name="研究边界"/>
            <p:cNvSpPr txBox="1"/>
            <p:nvPr/>
          </p:nvSpPr>
          <p:spPr>
            <a:xfrm>
              <a:off x="0" y="0"/>
              <a:ext cx="4038600" cy="2286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b="1" sz="1300">
                  <a:solidFill>
                    <a:srgbClr val="0052A5"/>
                  </a:solidFill>
                  <a:latin typeface="Microsoft YaHei"/>
                  <a:ea typeface="Microsoft YaHei"/>
                  <a:cs typeface="Microsoft YaHei"/>
                  <a:sym typeface="Microsoft YaHei"/>
                </a:defRPr>
              </a:lvl1pPr>
            </a:lstStyle>
            <a:p>
              <a:pPr/>
              <a:r>
                <a:t>研究边界</a:t>
              </a:r>
            </a:p>
          </p:txBody>
        </p:sp>
      </p:grpSp>
      <p:grpSp>
        <p:nvGrpSpPr>
          <p:cNvPr id="367" name="矩形 1004"/>
          <p:cNvGrpSpPr/>
          <p:nvPr/>
        </p:nvGrpSpPr>
        <p:grpSpPr>
          <a:xfrm>
            <a:off x="1457325" y="4343400"/>
            <a:ext cx="4038600" cy="609600"/>
            <a:chOff x="0" y="0"/>
            <a:chExt cx="4038600" cy="609600"/>
          </a:xfrm>
        </p:grpSpPr>
        <p:sp>
          <p:nvSpPr>
            <p:cNvPr id="365" name="矩形"/>
            <p:cNvSpPr/>
            <p:nvPr/>
          </p:nvSpPr>
          <p:spPr>
            <a:xfrm>
              <a:off x="0" y="0"/>
              <a:ext cx="4038600" cy="485775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1100">
                  <a:solidFill>
                    <a:srgbClr val="46566A"/>
                  </a:solidFill>
                  <a:latin typeface="Microsoft YaHei"/>
                  <a:ea typeface="Microsoft YaHei"/>
                  <a:cs typeface="Microsoft YaHei"/>
                  <a:sym typeface="Microsoft YaHei"/>
                </a:defRPr>
              </a:pPr>
            </a:p>
          </p:txBody>
        </p:sp>
        <p:sp>
          <p:nvSpPr>
            <p:cNvPr id="366" name="不训练新的蛋白质生成模型…"/>
            <p:cNvSpPr txBox="1"/>
            <p:nvPr/>
          </p:nvSpPr>
          <p:spPr>
            <a:xfrm>
              <a:off x="0" y="0"/>
              <a:ext cx="4038600" cy="6096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/>
            <a:p>
              <a:pPr>
                <a:defRPr sz="1100">
                  <a:solidFill>
                    <a:srgbClr val="46566A"/>
                  </a:solidFill>
                  <a:latin typeface="Microsoft YaHei"/>
                  <a:ea typeface="Microsoft YaHei"/>
                  <a:cs typeface="Microsoft YaHei"/>
                  <a:sym typeface="Microsoft YaHei"/>
                </a:defRPr>
              </a:pPr>
              <a:r>
                <a:t>不训练新的蛋白质生成模型</a:t>
              </a:r>
            </a:p>
            <a:p>
              <a:pPr>
                <a:defRPr sz="1100">
                  <a:solidFill>
                    <a:srgbClr val="46566A"/>
                  </a:solidFill>
                  <a:latin typeface="Microsoft YaHei"/>
                  <a:ea typeface="Microsoft YaHei"/>
                  <a:cs typeface="Microsoft YaHei"/>
                  <a:sym typeface="Microsoft YaHei"/>
                </a:defRPr>
              </a:pPr>
              <a:r>
                <a:t>不宣称湿实验验证</a:t>
              </a:r>
            </a:p>
            <a:p>
              <a:pPr>
                <a:defRPr sz="1100">
                  <a:solidFill>
                    <a:srgbClr val="46566A"/>
                  </a:solidFill>
                  <a:latin typeface="Microsoft YaHei"/>
                  <a:ea typeface="Microsoft YaHei"/>
                  <a:cs typeface="Microsoft YaHei"/>
                  <a:sym typeface="Microsoft YaHei"/>
                </a:defRPr>
              </a:pPr>
              <a:r>
                <a:t>不替代 AlphaFold / ESMFold 等底层工具</a:t>
              </a:r>
            </a:p>
          </p:txBody>
        </p:sp>
      </p:grpSp>
      <p:sp>
        <p:nvSpPr>
          <p:cNvPr id="368" name="圆角矩形 1005"/>
          <p:cNvSpPr/>
          <p:nvPr/>
        </p:nvSpPr>
        <p:spPr>
          <a:xfrm>
            <a:off x="6524625" y="3905250"/>
            <a:ext cx="4381500" cy="1000125"/>
          </a:xfrm>
          <a:prstGeom prst="roundRect">
            <a:avLst>
              <a:gd name="adj" fmla="val 7619"/>
            </a:avLst>
          </a:prstGeom>
          <a:solidFill>
            <a:srgbClr val="EAF3FF"/>
          </a:solidFill>
          <a:ln>
            <a:solidFill>
              <a:srgbClr val="9DC3E6"/>
            </a:solidFill>
          </a:ln>
        </p:spPr>
        <p:txBody>
          <a:bodyPr lIns="45719" rIns="45719"/>
          <a:lstStyle/>
          <a:p>
            <a:pPr/>
          </a:p>
        </p:txBody>
      </p:sp>
      <p:grpSp>
        <p:nvGrpSpPr>
          <p:cNvPr id="371" name="矩形 1006"/>
          <p:cNvGrpSpPr/>
          <p:nvPr/>
        </p:nvGrpSpPr>
        <p:grpSpPr>
          <a:xfrm>
            <a:off x="6696075" y="4038600"/>
            <a:ext cx="4038600" cy="228600"/>
            <a:chOff x="0" y="0"/>
            <a:chExt cx="4038600" cy="228600"/>
          </a:xfrm>
        </p:grpSpPr>
        <p:sp>
          <p:nvSpPr>
            <p:cNvPr id="369" name="矩形"/>
            <p:cNvSpPr/>
            <p:nvPr/>
          </p:nvSpPr>
          <p:spPr>
            <a:xfrm>
              <a:off x="0" y="0"/>
              <a:ext cx="4038600" cy="2286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b="1" sz="1300">
                  <a:solidFill>
                    <a:srgbClr val="0052A5"/>
                  </a:solidFill>
                  <a:latin typeface="Microsoft YaHei"/>
                  <a:ea typeface="Microsoft YaHei"/>
                  <a:cs typeface="Microsoft YaHei"/>
                  <a:sym typeface="Microsoft YaHei"/>
                </a:defRPr>
              </a:pPr>
            </a:p>
          </p:txBody>
        </p:sp>
        <p:sp>
          <p:nvSpPr>
            <p:cNvPr id="370" name="本文切入点"/>
            <p:cNvSpPr txBox="1"/>
            <p:nvPr/>
          </p:nvSpPr>
          <p:spPr>
            <a:xfrm>
              <a:off x="0" y="0"/>
              <a:ext cx="4038600" cy="2286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b="1" sz="1300">
                  <a:solidFill>
                    <a:srgbClr val="0052A5"/>
                  </a:solidFill>
                  <a:latin typeface="Microsoft YaHei"/>
                  <a:ea typeface="Microsoft YaHei"/>
                  <a:cs typeface="Microsoft YaHei"/>
                  <a:sym typeface="Microsoft YaHei"/>
                </a:defRPr>
              </a:lvl1pPr>
            </a:lstStyle>
            <a:p>
              <a:pPr/>
              <a:r>
                <a:t>本文切入点</a:t>
              </a:r>
            </a:p>
          </p:txBody>
        </p:sp>
      </p:grpSp>
      <p:grpSp>
        <p:nvGrpSpPr>
          <p:cNvPr id="374" name="矩形 1007"/>
          <p:cNvGrpSpPr/>
          <p:nvPr/>
        </p:nvGrpSpPr>
        <p:grpSpPr>
          <a:xfrm>
            <a:off x="6696075" y="4343400"/>
            <a:ext cx="4038600" cy="485775"/>
            <a:chOff x="0" y="0"/>
            <a:chExt cx="4038600" cy="485775"/>
          </a:xfrm>
        </p:grpSpPr>
        <p:sp>
          <p:nvSpPr>
            <p:cNvPr id="372" name="矩形"/>
            <p:cNvSpPr/>
            <p:nvPr/>
          </p:nvSpPr>
          <p:spPr>
            <a:xfrm>
              <a:off x="0" y="0"/>
              <a:ext cx="4038600" cy="485775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1200">
                  <a:solidFill>
                    <a:srgbClr val="46566A"/>
                  </a:solidFill>
                  <a:latin typeface="Microsoft YaHei"/>
                  <a:ea typeface="Microsoft YaHei"/>
                  <a:cs typeface="Microsoft YaHei"/>
                  <a:sym typeface="Microsoft YaHei"/>
                </a:defRPr>
              </a:pPr>
            </a:p>
          </p:txBody>
        </p:sp>
        <p:sp>
          <p:nvSpPr>
            <p:cNvPr id="373" name="在已有工具之上实现工作流控制层：候选规划、硬过滤、运行时状态、恢复动作与审计证据链。"/>
            <p:cNvSpPr txBox="1"/>
            <p:nvPr/>
          </p:nvSpPr>
          <p:spPr>
            <a:xfrm>
              <a:off x="0" y="0"/>
              <a:ext cx="4038600" cy="4318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sz="1200">
                  <a:solidFill>
                    <a:srgbClr val="46566A"/>
                  </a:solidFill>
                  <a:latin typeface="Microsoft YaHei"/>
                  <a:ea typeface="Microsoft YaHei"/>
                  <a:cs typeface="Microsoft YaHei"/>
                  <a:sym typeface="Microsoft YaHei"/>
                </a:defRPr>
              </a:lvl1pPr>
            </a:lstStyle>
            <a:p>
              <a:pPr/>
              <a:r>
                <a:t>在已有工具之上实现工作流控制层：候选规划、硬过滤、运行时状态、恢复动作与审计证据链。</a:t>
              </a:r>
            </a:p>
          </p:txBody>
        </p:sp>
      </p:grp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矩形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pic>
        <p:nvPicPr>
          <p:cNvPr id="377" name="image4.png" descr="image4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09550" y="146513"/>
            <a:ext cx="590550" cy="421349"/>
          </a:xfrm>
          <a:prstGeom prst="rect">
            <a:avLst/>
          </a:prstGeom>
          <a:ln w="12700">
            <a:miter lim="400000"/>
          </a:ln>
        </p:spPr>
      </p:pic>
      <p:pic>
        <p:nvPicPr>
          <p:cNvPr id="378" name="image5.png" descr="image5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0694365" y="133350"/>
            <a:ext cx="690220" cy="457200"/>
          </a:xfrm>
          <a:prstGeom prst="rect">
            <a:avLst/>
          </a:prstGeom>
          <a:ln w="12700">
            <a:miter lim="400000"/>
          </a:ln>
        </p:spPr>
      </p:pic>
      <p:sp>
        <p:nvSpPr>
          <p:cNvPr id="379" name="矩形"/>
          <p:cNvSpPr/>
          <p:nvPr/>
        </p:nvSpPr>
        <p:spPr>
          <a:xfrm>
            <a:off x="0" y="714375"/>
            <a:ext cx="12192000" cy="28575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80" name="矩形"/>
          <p:cNvSpPr/>
          <p:nvPr/>
        </p:nvSpPr>
        <p:spPr>
          <a:xfrm>
            <a:off x="0" y="771525"/>
            <a:ext cx="12192000" cy="19050"/>
          </a:xfrm>
          <a:prstGeom prst="rect">
            <a:avLst/>
          </a:prstGeom>
          <a:solidFill>
            <a:srgbClr val="8BC7F7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81" name="矩形"/>
          <p:cNvSpPr/>
          <p:nvPr/>
        </p:nvSpPr>
        <p:spPr>
          <a:xfrm>
            <a:off x="2667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82" name="矩形"/>
          <p:cNvSpPr/>
          <p:nvPr/>
        </p:nvSpPr>
        <p:spPr>
          <a:xfrm>
            <a:off x="4191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83" name="矩形"/>
          <p:cNvSpPr/>
          <p:nvPr/>
        </p:nvSpPr>
        <p:spPr>
          <a:xfrm>
            <a:off x="5715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84" name="矩形"/>
          <p:cNvSpPr/>
          <p:nvPr/>
        </p:nvSpPr>
        <p:spPr>
          <a:xfrm>
            <a:off x="7239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85" name="矩形"/>
          <p:cNvSpPr/>
          <p:nvPr/>
        </p:nvSpPr>
        <p:spPr>
          <a:xfrm>
            <a:off x="8763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86" name="矩形"/>
          <p:cNvSpPr/>
          <p:nvPr/>
        </p:nvSpPr>
        <p:spPr>
          <a:xfrm>
            <a:off x="10287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87" name="矩形"/>
          <p:cNvSpPr/>
          <p:nvPr/>
        </p:nvSpPr>
        <p:spPr>
          <a:xfrm>
            <a:off x="11811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88" name="矩形"/>
          <p:cNvSpPr/>
          <p:nvPr/>
        </p:nvSpPr>
        <p:spPr>
          <a:xfrm>
            <a:off x="13335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89" name="矩形"/>
          <p:cNvSpPr/>
          <p:nvPr/>
        </p:nvSpPr>
        <p:spPr>
          <a:xfrm>
            <a:off x="14859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90" name="矩形"/>
          <p:cNvSpPr/>
          <p:nvPr/>
        </p:nvSpPr>
        <p:spPr>
          <a:xfrm>
            <a:off x="16383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91" name="矩形"/>
          <p:cNvSpPr/>
          <p:nvPr/>
        </p:nvSpPr>
        <p:spPr>
          <a:xfrm>
            <a:off x="17907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92" name="矩形"/>
          <p:cNvSpPr/>
          <p:nvPr/>
        </p:nvSpPr>
        <p:spPr>
          <a:xfrm>
            <a:off x="19431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93" name="矩形"/>
          <p:cNvSpPr/>
          <p:nvPr/>
        </p:nvSpPr>
        <p:spPr>
          <a:xfrm>
            <a:off x="20955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94" name="矩形"/>
          <p:cNvSpPr/>
          <p:nvPr/>
        </p:nvSpPr>
        <p:spPr>
          <a:xfrm>
            <a:off x="22479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95" name="矩形"/>
          <p:cNvSpPr/>
          <p:nvPr/>
        </p:nvSpPr>
        <p:spPr>
          <a:xfrm>
            <a:off x="24003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96" name="矩形"/>
          <p:cNvSpPr/>
          <p:nvPr/>
        </p:nvSpPr>
        <p:spPr>
          <a:xfrm>
            <a:off x="25527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97" name="矩形"/>
          <p:cNvSpPr/>
          <p:nvPr/>
        </p:nvSpPr>
        <p:spPr>
          <a:xfrm>
            <a:off x="27051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98" name="矩形"/>
          <p:cNvSpPr/>
          <p:nvPr/>
        </p:nvSpPr>
        <p:spPr>
          <a:xfrm>
            <a:off x="28575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99" name="矩形"/>
          <p:cNvSpPr/>
          <p:nvPr/>
        </p:nvSpPr>
        <p:spPr>
          <a:xfrm>
            <a:off x="30099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00" name="矩形"/>
          <p:cNvSpPr/>
          <p:nvPr/>
        </p:nvSpPr>
        <p:spPr>
          <a:xfrm>
            <a:off x="31623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01" name="矩形"/>
          <p:cNvSpPr/>
          <p:nvPr/>
        </p:nvSpPr>
        <p:spPr>
          <a:xfrm>
            <a:off x="33147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02" name="矩形"/>
          <p:cNvSpPr/>
          <p:nvPr/>
        </p:nvSpPr>
        <p:spPr>
          <a:xfrm>
            <a:off x="34671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03" name="矩形"/>
          <p:cNvSpPr/>
          <p:nvPr/>
        </p:nvSpPr>
        <p:spPr>
          <a:xfrm>
            <a:off x="36195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04" name="矩形"/>
          <p:cNvSpPr/>
          <p:nvPr/>
        </p:nvSpPr>
        <p:spPr>
          <a:xfrm>
            <a:off x="37719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05" name="矩形"/>
          <p:cNvSpPr/>
          <p:nvPr/>
        </p:nvSpPr>
        <p:spPr>
          <a:xfrm>
            <a:off x="39243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06" name="矩形"/>
          <p:cNvSpPr/>
          <p:nvPr/>
        </p:nvSpPr>
        <p:spPr>
          <a:xfrm>
            <a:off x="40767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07" name="矩形"/>
          <p:cNvSpPr/>
          <p:nvPr/>
        </p:nvSpPr>
        <p:spPr>
          <a:xfrm>
            <a:off x="42291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08" name="矩形"/>
          <p:cNvSpPr/>
          <p:nvPr/>
        </p:nvSpPr>
        <p:spPr>
          <a:xfrm>
            <a:off x="43815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09" name="矩形"/>
          <p:cNvSpPr/>
          <p:nvPr/>
        </p:nvSpPr>
        <p:spPr>
          <a:xfrm>
            <a:off x="45339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10" name="矩形"/>
          <p:cNvSpPr/>
          <p:nvPr/>
        </p:nvSpPr>
        <p:spPr>
          <a:xfrm>
            <a:off x="46863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11" name="矩形"/>
          <p:cNvSpPr/>
          <p:nvPr/>
        </p:nvSpPr>
        <p:spPr>
          <a:xfrm>
            <a:off x="48387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12" name="矩形"/>
          <p:cNvSpPr/>
          <p:nvPr/>
        </p:nvSpPr>
        <p:spPr>
          <a:xfrm>
            <a:off x="49911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13" name="矩形"/>
          <p:cNvSpPr/>
          <p:nvPr/>
        </p:nvSpPr>
        <p:spPr>
          <a:xfrm>
            <a:off x="51435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14" name="矩形"/>
          <p:cNvSpPr/>
          <p:nvPr/>
        </p:nvSpPr>
        <p:spPr>
          <a:xfrm>
            <a:off x="52959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15" name="矩形"/>
          <p:cNvSpPr/>
          <p:nvPr/>
        </p:nvSpPr>
        <p:spPr>
          <a:xfrm>
            <a:off x="54483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16" name="矩形"/>
          <p:cNvSpPr/>
          <p:nvPr/>
        </p:nvSpPr>
        <p:spPr>
          <a:xfrm>
            <a:off x="56007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17" name="矩形"/>
          <p:cNvSpPr/>
          <p:nvPr/>
        </p:nvSpPr>
        <p:spPr>
          <a:xfrm>
            <a:off x="57531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18" name="矩形"/>
          <p:cNvSpPr/>
          <p:nvPr/>
        </p:nvSpPr>
        <p:spPr>
          <a:xfrm>
            <a:off x="59055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19" name="矩形"/>
          <p:cNvSpPr/>
          <p:nvPr/>
        </p:nvSpPr>
        <p:spPr>
          <a:xfrm>
            <a:off x="60579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20" name="矩形"/>
          <p:cNvSpPr/>
          <p:nvPr/>
        </p:nvSpPr>
        <p:spPr>
          <a:xfrm>
            <a:off x="62103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21" name="矩形"/>
          <p:cNvSpPr/>
          <p:nvPr/>
        </p:nvSpPr>
        <p:spPr>
          <a:xfrm>
            <a:off x="63627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22" name="矩形"/>
          <p:cNvSpPr/>
          <p:nvPr/>
        </p:nvSpPr>
        <p:spPr>
          <a:xfrm>
            <a:off x="65151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23" name="矩形"/>
          <p:cNvSpPr/>
          <p:nvPr/>
        </p:nvSpPr>
        <p:spPr>
          <a:xfrm>
            <a:off x="66675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24" name="矩形"/>
          <p:cNvSpPr/>
          <p:nvPr/>
        </p:nvSpPr>
        <p:spPr>
          <a:xfrm>
            <a:off x="68199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25" name="矩形"/>
          <p:cNvSpPr/>
          <p:nvPr/>
        </p:nvSpPr>
        <p:spPr>
          <a:xfrm>
            <a:off x="69723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26" name="矩形"/>
          <p:cNvSpPr/>
          <p:nvPr/>
        </p:nvSpPr>
        <p:spPr>
          <a:xfrm>
            <a:off x="71247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27" name="矩形"/>
          <p:cNvSpPr/>
          <p:nvPr/>
        </p:nvSpPr>
        <p:spPr>
          <a:xfrm>
            <a:off x="72771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28" name="矩形"/>
          <p:cNvSpPr/>
          <p:nvPr/>
        </p:nvSpPr>
        <p:spPr>
          <a:xfrm>
            <a:off x="74295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29" name="矩形"/>
          <p:cNvSpPr/>
          <p:nvPr/>
        </p:nvSpPr>
        <p:spPr>
          <a:xfrm>
            <a:off x="75819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30" name="矩形"/>
          <p:cNvSpPr/>
          <p:nvPr/>
        </p:nvSpPr>
        <p:spPr>
          <a:xfrm>
            <a:off x="77343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31" name="矩形"/>
          <p:cNvSpPr/>
          <p:nvPr/>
        </p:nvSpPr>
        <p:spPr>
          <a:xfrm>
            <a:off x="78867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32" name="矩形"/>
          <p:cNvSpPr/>
          <p:nvPr/>
        </p:nvSpPr>
        <p:spPr>
          <a:xfrm>
            <a:off x="80391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33" name="矩形"/>
          <p:cNvSpPr/>
          <p:nvPr/>
        </p:nvSpPr>
        <p:spPr>
          <a:xfrm>
            <a:off x="81915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34" name="矩形"/>
          <p:cNvSpPr/>
          <p:nvPr/>
        </p:nvSpPr>
        <p:spPr>
          <a:xfrm>
            <a:off x="83439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35" name="矩形"/>
          <p:cNvSpPr/>
          <p:nvPr/>
        </p:nvSpPr>
        <p:spPr>
          <a:xfrm>
            <a:off x="84963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36" name="矩形"/>
          <p:cNvSpPr/>
          <p:nvPr/>
        </p:nvSpPr>
        <p:spPr>
          <a:xfrm>
            <a:off x="86487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37" name="矩形"/>
          <p:cNvSpPr/>
          <p:nvPr/>
        </p:nvSpPr>
        <p:spPr>
          <a:xfrm>
            <a:off x="88011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38" name="矩形"/>
          <p:cNvSpPr/>
          <p:nvPr/>
        </p:nvSpPr>
        <p:spPr>
          <a:xfrm>
            <a:off x="89535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39" name="矩形"/>
          <p:cNvSpPr/>
          <p:nvPr/>
        </p:nvSpPr>
        <p:spPr>
          <a:xfrm>
            <a:off x="91059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40" name="矩形"/>
          <p:cNvSpPr/>
          <p:nvPr/>
        </p:nvSpPr>
        <p:spPr>
          <a:xfrm>
            <a:off x="92583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41" name="矩形"/>
          <p:cNvSpPr/>
          <p:nvPr/>
        </p:nvSpPr>
        <p:spPr>
          <a:xfrm>
            <a:off x="94107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42" name="矩形"/>
          <p:cNvSpPr/>
          <p:nvPr/>
        </p:nvSpPr>
        <p:spPr>
          <a:xfrm>
            <a:off x="95631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43" name="矩形"/>
          <p:cNvSpPr/>
          <p:nvPr/>
        </p:nvSpPr>
        <p:spPr>
          <a:xfrm>
            <a:off x="97155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44" name="矩形"/>
          <p:cNvSpPr/>
          <p:nvPr/>
        </p:nvSpPr>
        <p:spPr>
          <a:xfrm>
            <a:off x="98679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45" name="矩形"/>
          <p:cNvSpPr/>
          <p:nvPr/>
        </p:nvSpPr>
        <p:spPr>
          <a:xfrm>
            <a:off x="100203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46" name="矩形"/>
          <p:cNvSpPr/>
          <p:nvPr/>
        </p:nvSpPr>
        <p:spPr>
          <a:xfrm>
            <a:off x="101727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47" name="矩形"/>
          <p:cNvSpPr/>
          <p:nvPr/>
        </p:nvSpPr>
        <p:spPr>
          <a:xfrm>
            <a:off x="103251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pic>
        <p:nvPicPr>
          <p:cNvPr id="448" name="image3.png" descr="image3.png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400050" y="6535384"/>
            <a:ext cx="2000250" cy="197559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451" name="矩形 982"/>
          <p:cNvGrpSpPr/>
          <p:nvPr/>
        </p:nvGrpSpPr>
        <p:grpSpPr>
          <a:xfrm>
            <a:off x="1000125" y="200025"/>
            <a:ext cx="7239000" cy="457200"/>
            <a:chOff x="0" y="0"/>
            <a:chExt cx="7239000" cy="457200"/>
          </a:xfrm>
        </p:grpSpPr>
        <p:sp>
          <p:nvSpPr>
            <p:cNvPr id="449" name="矩形"/>
            <p:cNvSpPr/>
            <p:nvPr/>
          </p:nvSpPr>
          <p:spPr>
            <a:xfrm>
              <a:off x="0" y="0"/>
              <a:ext cx="7239000" cy="4572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b="1" sz="2200">
                  <a:solidFill>
                    <a:srgbClr val="0052A5"/>
                  </a:solidFill>
                  <a:latin typeface="Microsoft YaHei"/>
                  <a:ea typeface="Microsoft YaHei"/>
                  <a:cs typeface="Microsoft YaHei"/>
                  <a:sym typeface="Microsoft YaHei"/>
                </a:defRPr>
              </a:pPr>
            </a:p>
          </p:txBody>
        </p:sp>
        <p:sp>
          <p:nvSpPr>
            <p:cNvPr id="450" name="系统架构如何支撑算法落地"/>
            <p:cNvSpPr txBox="1"/>
            <p:nvPr/>
          </p:nvSpPr>
          <p:spPr>
            <a:xfrm>
              <a:off x="0" y="38100"/>
              <a:ext cx="7239000" cy="3810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>
                <a:defRPr b="1" sz="2200">
                  <a:solidFill>
                    <a:srgbClr val="0052A5"/>
                  </a:solidFill>
                  <a:latin typeface="Microsoft YaHei"/>
                  <a:ea typeface="Microsoft YaHei"/>
                  <a:cs typeface="Microsoft YaHei"/>
                  <a:sym typeface="Microsoft YaHei"/>
                </a:defRPr>
              </a:lvl1pPr>
            </a:lstStyle>
            <a:p>
              <a:pPr/>
              <a:r>
                <a:t>系统架构如何支撑算法落地</a:t>
              </a:r>
            </a:p>
          </p:txBody>
        </p:sp>
      </p:grpSp>
      <p:grpSp>
        <p:nvGrpSpPr>
          <p:cNvPr id="454" name="矩形 983"/>
          <p:cNvGrpSpPr/>
          <p:nvPr/>
        </p:nvGrpSpPr>
        <p:grpSpPr>
          <a:xfrm>
            <a:off x="8667750" y="228600"/>
            <a:ext cx="1428750" cy="209550"/>
            <a:chOff x="0" y="0"/>
            <a:chExt cx="1428750" cy="209550"/>
          </a:xfrm>
        </p:grpSpPr>
        <p:sp>
          <p:nvSpPr>
            <p:cNvPr id="452" name="矩形"/>
            <p:cNvSpPr/>
            <p:nvPr/>
          </p:nvSpPr>
          <p:spPr>
            <a:xfrm>
              <a:off x="0" y="0"/>
              <a:ext cx="1428750" cy="20955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b="1" sz="700">
                  <a:solidFill>
                    <a:srgbClr val="6B7280"/>
                  </a:solidFill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453" name="ARCHITECTURE"/>
            <p:cNvSpPr txBox="1"/>
            <p:nvPr/>
          </p:nvSpPr>
          <p:spPr>
            <a:xfrm>
              <a:off x="0" y="41274"/>
              <a:ext cx="1428750" cy="1270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>
                <a:defRPr b="1" sz="700">
                  <a:solidFill>
                    <a:srgbClr val="6B728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ARCHITECTURE</a:t>
              </a:r>
            </a:p>
          </p:txBody>
        </p:sp>
      </p:grpSp>
      <p:grpSp>
        <p:nvGrpSpPr>
          <p:cNvPr id="457" name="矩形 984"/>
          <p:cNvGrpSpPr/>
          <p:nvPr/>
        </p:nvGrpSpPr>
        <p:grpSpPr>
          <a:xfrm>
            <a:off x="11696700" y="6419850"/>
            <a:ext cx="323850" cy="266700"/>
            <a:chOff x="0" y="0"/>
            <a:chExt cx="323850" cy="266700"/>
          </a:xfrm>
        </p:grpSpPr>
        <p:sp>
          <p:nvSpPr>
            <p:cNvPr id="455" name="矩形"/>
            <p:cNvSpPr/>
            <p:nvPr/>
          </p:nvSpPr>
          <p:spPr>
            <a:xfrm>
              <a:off x="0" y="0"/>
              <a:ext cx="323850" cy="2667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algn="ctr">
                <a:defRPr b="1" sz="1300">
                  <a:solidFill>
                    <a:srgbClr val="8A8A8A"/>
                  </a:solidFill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456" name="4"/>
            <p:cNvSpPr txBox="1"/>
            <p:nvPr/>
          </p:nvSpPr>
          <p:spPr>
            <a:xfrm>
              <a:off x="0" y="0"/>
              <a:ext cx="323850" cy="18509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 algn="ctr">
                <a:defRPr b="1" sz="1300">
                  <a:solidFill>
                    <a:srgbClr val="8A8A8A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4</a:t>
              </a:r>
            </a:p>
          </p:txBody>
        </p:sp>
      </p:grpSp>
      <p:sp>
        <p:nvSpPr>
          <p:cNvPr id="458" name="矩形 985"/>
          <p:cNvSpPr/>
          <p:nvPr/>
        </p:nvSpPr>
        <p:spPr>
          <a:xfrm>
            <a:off x="676275" y="1114425"/>
            <a:ext cx="7591425" cy="3781425"/>
          </a:xfrm>
          <a:prstGeom prst="rect">
            <a:avLst/>
          </a:prstGeom>
          <a:solidFill>
            <a:srgbClr val="FFFFFF"/>
          </a:solidFill>
          <a:ln>
            <a:solidFill>
              <a:srgbClr val="C9DDF1"/>
            </a:solidFill>
          </a:ln>
        </p:spPr>
        <p:txBody>
          <a:bodyPr lIns="45719" rIns="45719"/>
          <a:lstStyle/>
          <a:p>
            <a:pPr/>
          </a:p>
        </p:txBody>
      </p:sp>
      <p:pic>
        <p:nvPicPr>
          <p:cNvPr id="459" name="图片 986" descr="图片 986"/>
          <p:cNvPicPr>
            <a:picLocks noChangeAspect="1"/>
          </p:cNvPicPr>
          <p:nvPr/>
        </p:nvPicPr>
        <p:blipFill>
          <a:blip r:embed="rId5">
            <a:extLst/>
          </a:blip>
          <a:srcRect l="0" t="8386" r="0" b="8386"/>
          <a:stretch>
            <a:fillRect/>
          </a:stretch>
        </p:blipFill>
        <p:spPr>
          <a:xfrm>
            <a:off x="1096193" y="1123950"/>
            <a:ext cx="6751589" cy="3762376"/>
          </a:xfrm>
          <a:prstGeom prst="rect">
            <a:avLst/>
          </a:prstGeom>
          <a:ln w="12700">
            <a:miter lim="400000"/>
          </a:ln>
        </p:spPr>
      </p:pic>
      <p:sp>
        <p:nvSpPr>
          <p:cNvPr id="460" name="矩形 987"/>
          <p:cNvSpPr/>
          <p:nvPr/>
        </p:nvSpPr>
        <p:spPr>
          <a:xfrm>
            <a:off x="676275" y="1114425"/>
            <a:ext cx="7591425" cy="3781425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solidFill>
              <a:srgbClr val="C9DDF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61" name="圆角矩形 988"/>
          <p:cNvSpPr/>
          <p:nvPr/>
        </p:nvSpPr>
        <p:spPr>
          <a:xfrm>
            <a:off x="8620125" y="1200150"/>
            <a:ext cx="2571750" cy="1066800"/>
          </a:xfrm>
          <a:prstGeom prst="roundRect">
            <a:avLst>
              <a:gd name="adj" fmla="val 7143"/>
            </a:avLst>
          </a:prstGeom>
          <a:solidFill>
            <a:srgbClr val="EAF3FF"/>
          </a:solidFill>
          <a:ln>
            <a:solidFill>
              <a:srgbClr val="9DC3E6"/>
            </a:solidFill>
          </a:ln>
        </p:spPr>
        <p:txBody>
          <a:bodyPr lIns="45719" rIns="45719"/>
          <a:lstStyle/>
          <a:p>
            <a:pPr/>
          </a:p>
        </p:txBody>
      </p:sp>
      <p:grpSp>
        <p:nvGrpSpPr>
          <p:cNvPr id="464" name="矩形 989"/>
          <p:cNvGrpSpPr/>
          <p:nvPr/>
        </p:nvGrpSpPr>
        <p:grpSpPr>
          <a:xfrm>
            <a:off x="8791575" y="1333500"/>
            <a:ext cx="2228850" cy="228600"/>
            <a:chOff x="0" y="0"/>
            <a:chExt cx="2228850" cy="228600"/>
          </a:xfrm>
        </p:grpSpPr>
        <p:sp>
          <p:nvSpPr>
            <p:cNvPr id="462" name="矩形"/>
            <p:cNvSpPr/>
            <p:nvPr/>
          </p:nvSpPr>
          <p:spPr>
            <a:xfrm>
              <a:off x="0" y="0"/>
              <a:ext cx="2228850" cy="2286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b="1" sz="1300">
                  <a:solidFill>
                    <a:srgbClr val="0052A5"/>
                  </a:solidFill>
                  <a:latin typeface="Microsoft YaHei"/>
                  <a:ea typeface="Microsoft YaHei"/>
                  <a:cs typeface="Microsoft YaHei"/>
                  <a:sym typeface="Microsoft YaHei"/>
                </a:defRPr>
              </a:pPr>
            </a:p>
          </p:txBody>
        </p:sp>
        <p:sp>
          <p:nvSpPr>
            <p:cNvPr id="463" name="算法位置"/>
            <p:cNvSpPr txBox="1"/>
            <p:nvPr/>
          </p:nvSpPr>
          <p:spPr>
            <a:xfrm>
              <a:off x="0" y="0"/>
              <a:ext cx="2228850" cy="2286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b="1" sz="1300">
                  <a:solidFill>
                    <a:srgbClr val="0052A5"/>
                  </a:solidFill>
                  <a:latin typeface="Microsoft YaHei"/>
                  <a:ea typeface="Microsoft YaHei"/>
                  <a:cs typeface="Microsoft YaHei"/>
                  <a:sym typeface="Microsoft YaHei"/>
                </a:defRPr>
              </a:lvl1pPr>
            </a:lstStyle>
            <a:p>
              <a:pPr/>
              <a:r>
                <a:t>算法位置</a:t>
              </a:r>
            </a:p>
          </p:txBody>
        </p:sp>
      </p:grpSp>
      <p:grpSp>
        <p:nvGrpSpPr>
          <p:cNvPr id="467" name="矩形 990"/>
          <p:cNvGrpSpPr/>
          <p:nvPr/>
        </p:nvGrpSpPr>
        <p:grpSpPr>
          <a:xfrm>
            <a:off x="8791575" y="1638300"/>
            <a:ext cx="2228850" cy="552450"/>
            <a:chOff x="0" y="0"/>
            <a:chExt cx="2228850" cy="552450"/>
          </a:xfrm>
        </p:grpSpPr>
        <p:sp>
          <p:nvSpPr>
            <p:cNvPr id="465" name="矩形"/>
            <p:cNvSpPr/>
            <p:nvPr/>
          </p:nvSpPr>
          <p:spPr>
            <a:xfrm>
              <a:off x="0" y="0"/>
              <a:ext cx="2228850" cy="55245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1000">
                  <a:solidFill>
                    <a:srgbClr val="46566A"/>
                  </a:solidFill>
                  <a:latin typeface="Microsoft YaHei"/>
                  <a:ea typeface="Microsoft YaHei"/>
                  <a:cs typeface="Microsoft YaHei"/>
                  <a:sym typeface="Microsoft YaHei"/>
                </a:defRPr>
              </a:pPr>
            </a:p>
          </p:txBody>
        </p:sp>
        <p:sp>
          <p:nvSpPr>
            <p:cNvPr id="466" name="PlannerAgent 内生成候选计划；…"/>
            <p:cNvSpPr txBox="1"/>
            <p:nvPr/>
          </p:nvSpPr>
          <p:spPr>
            <a:xfrm>
              <a:off x="0" y="0"/>
              <a:ext cx="2228850" cy="5334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/>
            <a:p>
              <a:pPr>
                <a:defRPr sz="1000">
                  <a:solidFill>
                    <a:srgbClr val="46566A"/>
                  </a:solidFill>
                  <a:latin typeface="Microsoft YaHei"/>
                  <a:ea typeface="Microsoft YaHei"/>
                  <a:cs typeface="Microsoft YaHei"/>
                  <a:sym typeface="Microsoft YaHei"/>
                </a:defRPr>
              </a:pPr>
              <a:r>
                <a:t>PlannerAgent 内生成候选计划；</a:t>
              </a:r>
            </a:p>
            <a:p>
              <a:pPr>
                <a:defRPr sz="1000">
                  <a:solidFill>
                    <a:srgbClr val="46566A"/>
                  </a:solidFill>
                  <a:latin typeface="Microsoft YaHei"/>
                  <a:ea typeface="Microsoft YaHei"/>
                  <a:cs typeface="Microsoft YaHei"/>
                  <a:sym typeface="Microsoft YaHei"/>
                </a:defRPr>
              </a:pPr>
              <a:r>
                <a:t>CEBRA-WP 做约束过滤与运行时重排。</a:t>
              </a:r>
            </a:p>
          </p:txBody>
        </p:sp>
      </p:grpSp>
      <p:sp>
        <p:nvSpPr>
          <p:cNvPr id="468" name="圆角矩形 991"/>
          <p:cNvSpPr/>
          <p:nvPr/>
        </p:nvSpPr>
        <p:spPr>
          <a:xfrm>
            <a:off x="8620125" y="2571750"/>
            <a:ext cx="2571750" cy="1485900"/>
          </a:xfrm>
          <a:prstGeom prst="roundRect">
            <a:avLst>
              <a:gd name="adj" fmla="val 5128"/>
            </a:avLst>
          </a:prstGeom>
          <a:solidFill>
            <a:srgbClr val="EAF3FF"/>
          </a:solidFill>
          <a:ln>
            <a:solidFill>
              <a:srgbClr val="9DC3E6"/>
            </a:solidFill>
          </a:ln>
        </p:spPr>
        <p:txBody>
          <a:bodyPr lIns="45719" rIns="45719"/>
          <a:lstStyle/>
          <a:p>
            <a:pPr/>
          </a:p>
        </p:txBody>
      </p:sp>
      <p:grpSp>
        <p:nvGrpSpPr>
          <p:cNvPr id="471" name="矩形 992"/>
          <p:cNvGrpSpPr/>
          <p:nvPr/>
        </p:nvGrpSpPr>
        <p:grpSpPr>
          <a:xfrm>
            <a:off x="8791575" y="2705100"/>
            <a:ext cx="2228850" cy="228600"/>
            <a:chOff x="0" y="0"/>
            <a:chExt cx="2228850" cy="228600"/>
          </a:xfrm>
        </p:grpSpPr>
        <p:sp>
          <p:nvSpPr>
            <p:cNvPr id="469" name="矩形"/>
            <p:cNvSpPr/>
            <p:nvPr/>
          </p:nvSpPr>
          <p:spPr>
            <a:xfrm>
              <a:off x="0" y="0"/>
              <a:ext cx="2228850" cy="2286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b="1" sz="1300">
                  <a:solidFill>
                    <a:srgbClr val="0052A5"/>
                  </a:solidFill>
                  <a:latin typeface="Microsoft YaHei"/>
                  <a:ea typeface="Microsoft YaHei"/>
                  <a:cs typeface="Microsoft YaHei"/>
                  <a:sym typeface="Microsoft YaHei"/>
                </a:defRPr>
              </a:pPr>
            </a:p>
          </p:txBody>
        </p:sp>
        <p:sp>
          <p:nvSpPr>
            <p:cNvPr id="470" name="架构约束"/>
            <p:cNvSpPr txBox="1"/>
            <p:nvPr/>
          </p:nvSpPr>
          <p:spPr>
            <a:xfrm>
              <a:off x="0" y="0"/>
              <a:ext cx="2228850" cy="2286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b="1" sz="1300">
                  <a:solidFill>
                    <a:srgbClr val="0052A5"/>
                  </a:solidFill>
                  <a:latin typeface="Microsoft YaHei"/>
                  <a:ea typeface="Microsoft YaHei"/>
                  <a:cs typeface="Microsoft YaHei"/>
                  <a:sym typeface="Microsoft YaHei"/>
                </a:defRPr>
              </a:lvl1pPr>
            </a:lstStyle>
            <a:p>
              <a:pPr/>
              <a:r>
                <a:t>架构约束</a:t>
              </a:r>
            </a:p>
          </p:txBody>
        </p:sp>
      </p:grpSp>
      <p:grpSp>
        <p:nvGrpSpPr>
          <p:cNvPr id="474" name="矩形 993"/>
          <p:cNvGrpSpPr/>
          <p:nvPr/>
        </p:nvGrpSpPr>
        <p:grpSpPr>
          <a:xfrm>
            <a:off x="8791575" y="3009900"/>
            <a:ext cx="2228850" cy="971550"/>
            <a:chOff x="0" y="0"/>
            <a:chExt cx="2228850" cy="971550"/>
          </a:xfrm>
        </p:grpSpPr>
        <p:sp>
          <p:nvSpPr>
            <p:cNvPr id="472" name="矩形"/>
            <p:cNvSpPr/>
            <p:nvPr/>
          </p:nvSpPr>
          <p:spPr>
            <a:xfrm>
              <a:off x="0" y="0"/>
              <a:ext cx="2228850" cy="97155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1200">
                  <a:solidFill>
                    <a:srgbClr val="46566A"/>
                  </a:solidFill>
                  <a:latin typeface="Microsoft YaHei"/>
                  <a:ea typeface="Microsoft YaHei"/>
                  <a:cs typeface="Microsoft YaHei"/>
                  <a:sym typeface="Microsoft YaHei"/>
                </a:defRPr>
              </a:pPr>
            </a:p>
          </p:txBody>
        </p:sp>
        <p:sp>
          <p:nvSpPr>
            <p:cNvPr id="473" name="规划不执行工具…"/>
            <p:cNvSpPr txBox="1"/>
            <p:nvPr/>
          </p:nvSpPr>
          <p:spPr>
            <a:xfrm>
              <a:off x="0" y="0"/>
              <a:ext cx="2228850" cy="8636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/>
            <a:p>
              <a:pPr>
                <a:defRPr sz="1200">
                  <a:solidFill>
                    <a:srgbClr val="46566A"/>
                  </a:solidFill>
                  <a:latin typeface="Microsoft YaHei"/>
                  <a:ea typeface="Microsoft YaHei"/>
                  <a:cs typeface="Microsoft YaHei"/>
                  <a:sym typeface="Microsoft YaHei"/>
                </a:defRPr>
              </a:pPr>
              <a:r>
                <a:t>规划不执行工具</a:t>
              </a:r>
            </a:p>
            <a:p>
              <a:pPr>
                <a:defRPr sz="1200">
                  <a:solidFill>
                    <a:srgbClr val="46566A"/>
                  </a:solidFill>
                  <a:latin typeface="Microsoft YaHei"/>
                  <a:ea typeface="Microsoft YaHei"/>
                  <a:cs typeface="Microsoft YaHei"/>
                  <a:sym typeface="Microsoft YaHei"/>
                </a:defRPr>
              </a:pPr>
              <a:r>
                <a:t>执行不越过 FSM</a:t>
              </a:r>
            </a:p>
            <a:p>
              <a:pPr>
                <a:defRPr sz="1200">
                  <a:solidFill>
                    <a:srgbClr val="46566A"/>
                  </a:solidFill>
                  <a:latin typeface="Microsoft YaHei"/>
                  <a:ea typeface="Microsoft YaHei"/>
                  <a:cs typeface="Microsoft YaHei"/>
                  <a:sym typeface="Microsoft YaHei"/>
                </a:defRPr>
              </a:pPr>
              <a:r>
                <a:t>安全不改计划</a:t>
              </a:r>
            </a:p>
            <a:p>
              <a:pPr>
                <a:defRPr sz="1200">
                  <a:solidFill>
                    <a:srgbClr val="46566A"/>
                  </a:solidFill>
                  <a:latin typeface="Microsoft YaHei"/>
                  <a:ea typeface="Microsoft YaHei"/>
                  <a:cs typeface="Microsoft YaHei"/>
                  <a:sym typeface="Microsoft YaHei"/>
                </a:defRPr>
              </a:pPr>
              <a:r>
                <a:t>汇总不重新计算</a:t>
              </a:r>
            </a:p>
          </p:txBody>
        </p:sp>
      </p:grpSp>
      <p:grpSp>
        <p:nvGrpSpPr>
          <p:cNvPr id="477" name="矩形 994"/>
          <p:cNvGrpSpPr/>
          <p:nvPr/>
        </p:nvGrpSpPr>
        <p:grpSpPr>
          <a:xfrm>
            <a:off x="1143000" y="5162550"/>
            <a:ext cx="9906000" cy="323850"/>
            <a:chOff x="0" y="0"/>
            <a:chExt cx="9906000" cy="323850"/>
          </a:xfrm>
        </p:grpSpPr>
        <p:sp>
          <p:nvSpPr>
            <p:cNvPr id="475" name="矩形"/>
            <p:cNvSpPr/>
            <p:nvPr/>
          </p:nvSpPr>
          <p:spPr>
            <a:xfrm>
              <a:off x="0" y="0"/>
              <a:ext cx="9906000" cy="32385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algn="ctr">
                <a:defRPr b="1" sz="1300">
                  <a:solidFill>
                    <a:srgbClr val="082B60"/>
                  </a:solidFill>
                  <a:latin typeface="Microsoft YaHei"/>
                  <a:ea typeface="Microsoft YaHei"/>
                  <a:cs typeface="Microsoft YaHei"/>
                  <a:sym typeface="Microsoft YaHei"/>
                </a:defRPr>
              </a:pPr>
            </a:p>
          </p:txBody>
        </p:sp>
        <p:sp>
          <p:nvSpPr>
            <p:cNvPr id="476" name="CEBRA-WP 的输出不会直接调用工具，而是经过工作流执行层、FSM/HITL 和证据层约束。"/>
            <p:cNvSpPr txBox="1"/>
            <p:nvPr/>
          </p:nvSpPr>
          <p:spPr>
            <a:xfrm>
              <a:off x="0" y="0"/>
              <a:ext cx="9906000" cy="2286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 algn="ctr">
                <a:defRPr b="1" sz="1300">
                  <a:solidFill>
                    <a:srgbClr val="082B60"/>
                  </a:solidFill>
                  <a:latin typeface="Microsoft YaHei"/>
                  <a:ea typeface="Microsoft YaHei"/>
                  <a:cs typeface="Microsoft YaHei"/>
                  <a:sym typeface="Microsoft YaHei"/>
                </a:defRPr>
              </a:lvl1pPr>
            </a:lstStyle>
            <a:p>
              <a:pPr/>
              <a:r>
                <a:t>CEBRA-WP 的输出不会直接调用工具，而是经过工作流执行层、FSM/HITL 和证据层约束。</a:t>
              </a:r>
            </a:p>
          </p:txBody>
        </p:sp>
      </p:grp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矩形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pic>
        <p:nvPicPr>
          <p:cNvPr id="480" name="image4.png" descr="image4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09550" y="146513"/>
            <a:ext cx="590550" cy="421349"/>
          </a:xfrm>
          <a:prstGeom prst="rect">
            <a:avLst/>
          </a:prstGeom>
          <a:ln w="12700">
            <a:miter lim="400000"/>
          </a:ln>
        </p:spPr>
      </p:pic>
      <p:pic>
        <p:nvPicPr>
          <p:cNvPr id="481" name="image5.png" descr="image5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0694365" y="133350"/>
            <a:ext cx="690220" cy="457200"/>
          </a:xfrm>
          <a:prstGeom prst="rect">
            <a:avLst/>
          </a:prstGeom>
          <a:ln w="12700">
            <a:miter lim="400000"/>
          </a:ln>
        </p:spPr>
      </p:pic>
      <p:sp>
        <p:nvSpPr>
          <p:cNvPr id="482" name="矩形"/>
          <p:cNvSpPr/>
          <p:nvPr/>
        </p:nvSpPr>
        <p:spPr>
          <a:xfrm>
            <a:off x="0" y="714375"/>
            <a:ext cx="12192000" cy="28575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83" name="矩形"/>
          <p:cNvSpPr/>
          <p:nvPr/>
        </p:nvSpPr>
        <p:spPr>
          <a:xfrm>
            <a:off x="0" y="771525"/>
            <a:ext cx="12192000" cy="19050"/>
          </a:xfrm>
          <a:prstGeom prst="rect">
            <a:avLst/>
          </a:prstGeom>
          <a:solidFill>
            <a:srgbClr val="8BC7F7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84" name="矩形"/>
          <p:cNvSpPr/>
          <p:nvPr/>
        </p:nvSpPr>
        <p:spPr>
          <a:xfrm>
            <a:off x="2667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85" name="矩形"/>
          <p:cNvSpPr/>
          <p:nvPr/>
        </p:nvSpPr>
        <p:spPr>
          <a:xfrm>
            <a:off x="4191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86" name="矩形"/>
          <p:cNvSpPr/>
          <p:nvPr/>
        </p:nvSpPr>
        <p:spPr>
          <a:xfrm>
            <a:off x="5715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87" name="矩形"/>
          <p:cNvSpPr/>
          <p:nvPr/>
        </p:nvSpPr>
        <p:spPr>
          <a:xfrm>
            <a:off x="7239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88" name="矩形"/>
          <p:cNvSpPr/>
          <p:nvPr/>
        </p:nvSpPr>
        <p:spPr>
          <a:xfrm>
            <a:off x="8763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89" name="矩形"/>
          <p:cNvSpPr/>
          <p:nvPr/>
        </p:nvSpPr>
        <p:spPr>
          <a:xfrm>
            <a:off x="10287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90" name="矩形"/>
          <p:cNvSpPr/>
          <p:nvPr/>
        </p:nvSpPr>
        <p:spPr>
          <a:xfrm>
            <a:off x="11811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91" name="矩形"/>
          <p:cNvSpPr/>
          <p:nvPr/>
        </p:nvSpPr>
        <p:spPr>
          <a:xfrm>
            <a:off x="13335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92" name="矩形"/>
          <p:cNvSpPr/>
          <p:nvPr/>
        </p:nvSpPr>
        <p:spPr>
          <a:xfrm>
            <a:off x="14859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93" name="矩形"/>
          <p:cNvSpPr/>
          <p:nvPr/>
        </p:nvSpPr>
        <p:spPr>
          <a:xfrm>
            <a:off x="16383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94" name="矩形"/>
          <p:cNvSpPr/>
          <p:nvPr/>
        </p:nvSpPr>
        <p:spPr>
          <a:xfrm>
            <a:off x="17907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95" name="矩形"/>
          <p:cNvSpPr/>
          <p:nvPr/>
        </p:nvSpPr>
        <p:spPr>
          <a:xfrm>
            <a:off x="19431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96" name="矩形"/>
          <p:cNvSpPr/>
          <p:nvPr/>
        </p:nvSpPr>
        <p:spPr>
          <a:xfrm>
            <a:off x="20955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97" name="矩形"/>
          <p:cNvSpPr/>
          <p:nvPr/>
        </p:nvSpPr>
        <p:spPr>
          <a:xfrm>
            <a:off x="22479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98" name="矩形"/>
          <p:cNvSpPr/>
          <p:nvPr/>
        </p:nvSpPr>
        <p:spPr>
          <a:xfrm>
            <a:off x="24003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99" name="矩形"/>
          <p:cNvSpPr/>
          <p:nvPr/>
        </p:nvSpPr>
        <p:spPr>
          <a:xfrm>
            <a:off x="25527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00" name="矩形"/>
          <p:cNvSpPr/>
          <p:nvPr/>
        </p:nvSpPr>
        <p:spPr>
          <a:xfrm>
            <a:off x="27051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01" name="矩形"/>
          <p:cNvSpPr/>
          <p:nvPr/>
        </p:nvSpPr>
        <p:spPr>
          <a:xfrm>
            <a:off x="28575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02" name="矩形"/>
          <p:cNvSpPr/>
          <p:nvPr/>
        </p:nvSpPr>
        <p:spPr>
          <a:xfrm>
            <a:off x="30099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03" name="矩形"/>
          <p:cNvSpPr/>
          <p:nvPr/>
        </p:nvSpPr>
        <p:spPr>
          <a:xfrm>
            <a:off x="31623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04" name="矩形"/>
          <p:cNvSpPr/>
          <p:nvPr/>
        </p:nvSpPr>
        <p:spPr>
          <a:xfrm>
            <a:off x="33147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05" name="矩形"/>
          <p:cNvSpPr/>
          <p:nvPr/>
        </p:nvSpPr>
        <p:spPr>
          <a:xfrm>
            <a:off x="34671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06" name="矩形"/>
          <p:cNvSpPr/>
          <p:nvPr/>
        </p:nvSpPr>
        <p:spPr>
          <a:xfrm>
            <a:off x="36195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07" name="矩形"/>
          <p:cNvSpPr/>
          <p:nvPr/>
        </p:nvSpPr>
        <p:spPr>
          <a:xfrm>
            <a:off x="37719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08" name="矩形"/>
          <p:cNvSpPr/>
          <p:nvPr/>
        </p:nvSpPr>
        <p:spPr>
          <a:xfrm>
            <a:off x="39243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09" name="矩形"/>
          <p:cNvSpPr/>
          <p:nvPr/>
        </p:nvSpPr>
        <p:spPr>
          <a:xfrm>
            <a:off x="40767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10" name="矩形"/>
          <p:cNvSpPr/>
          <p:nvPr/>
        </p:nvSpPr>
        <p:spPr>
          <a:xfrm>
            <a:off x="42291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11" name="矩形"/>
          <p:cNvSpPr/>
          <p:nvPr/>
        </p:nvSpPr>
        <p:spPr>
          <a:xfrm>
            <a:off x="43815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12" name="矩形"/>
          <p:cNvSpPr/>
          <p:nvPr/>
        </p:nvSpPr>
        <p:spPr>
          <a:xfrm>
            <a:off x="45339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13" name="矩形"/>
          <p:cNvSpPr/>
          <p:nvPr/>
        </p:nvSpPr>
        <p:spPr>
          <a:xfrm>
            <a:off x="46863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14" name="矩形"/>
          <p:cNvSpPr/>
          <p:nvPr/>
        </p:nvSpPr>
        <p:spPr>
          <a:xfrm>
            <a:off x="48387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15" name="矩形"/>
          <p:cNvSpPr/>
          <p:nvPr/>
        </p:nvSpPr>
        <p:spPr>
          <a:xfrm>
            <a:off x="49911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16" name="矩形"/>
          <p:cNvSpPr/>
          <p:nvPr/>
        </p:nvSpPr>
        <p:spPr>
          <a:xfrm>
            <a:off x="51435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17" name="矩形"/>
          <p:cNvSpPr/>
          <p:nvPr/>
        </p:nvSpPr>
        <p:spPr>
          <a:xfrm>
            <a:off x="52959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18" name="矩形"/>
          <p:cNvSpPr/>
          <p:nvPr/>
        </p:nvSpPr>
        <p:spPr>
          <a:xfrm>
            <a:off x="54483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19" name="矩形"/>
          <p:cNvSpPr/>
          <p:nvPr/>
        </p:nvSpPr>
        <p:spPr>
          <a:xfrm>
            <a:off x="56007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20" name="矩形"/>
          <p:cNvSpPr/>
          <p:nvPr/>
        </p:nvSpPr>
        <p:spPr>
          <a:xfrm>
            <a:off x="57531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21" name="矩形"/>
          <p:cNvSpPr/>
          <p:nvPr/>
        </p:nvSpPr>
        <p:spPr>
          <a:xfrm>
            <a:off x="59055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22" name="矩形"/>
          <p:cNvSpPr/>
          <p:nvPr/>
        </p:nvSpPr>
        <p:spPr>
          <a:xfrm>
            <a:off x="60579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23" name="矩形"/>
          <p:cNvSpPr/>
          <p:nvPr/>
        </p:nvSpPr>
        <p:spPr>
          <a:xfrm>
            <a:off x="62103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24" name="矩形"/>
          <p:cNvSpPr/>
          <p:nvPr/>
        </p:nvSpPr>
        <p:spPr>
          <a:xfrm>
            <a:off x="63627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25" name="矩形"/>
          <p:cNvSpPr/>
          <p:nvPr/>
        </p:nvSpPr>
        <p:spPr>
          <a:xfrm>
            <a:off x="65151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26" name="矩形"/>
          <p:cNvSpPr/>
          <p:nvPr/>
        </p:nvSpPr>
        <p:spPr>
          <a:xfrm>
            <a:off x="66675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27" name="矩形"/>
          <p:cNvSpPr/>
          <p:nvPr/>
        </p:nvSpPr>
        <p:spPr>
          <a:xfrm>
            <a:off x="68199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28" name="矩形"/>
          <p:cNvSpPr/>
          <p:nvPr/>
        </p:nvSpPr>
        <p:spPr>
          <a:xfrm>
            <a:off x="69723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29" name="矩形"/>
          <p:cNvSpPr/>
          <p:nvPr/>
        </p:nvSpPr>
        <p:spPr>
          <a:xfrm>
            <a:off x="71247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30" name="矩形"/>
          <p:cNvSpPr/>
          <p:nvPr/>
        </p:nvSpPr>
        <p:spPr>
          <a:xfrm>
            <a:off x="72771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31" name="矩形"/>
          <p:cNvSpPr/>
          <p:nvPr/>
        </p:nvSpPr>
        <p:spPr>
          <a:xfrm>
            <a:off x="74295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32" name="矩形"/>
          <p:cNvSpPr/>
          <p:nvPr/>
        </p:nvSpPr>
        <p:spPr>
          <a:xfrm>
            <a:off x="75819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33" name="矩形"/>
          <p:cNvSpPr/>
          <p:nvPr/>
        </p:nvSpPr>
        <p:spPr>
          <a:xfrm>
            <a:off x="77343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34" name="矩形"/>
          <p:cNvSpPr/>
          <p:nvPr/>
        </p:nvSpPr>
        <p:spPr>
          <a:xfrm>
            <a:off x="78867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35" name="矩形"/>
          <p:cNvSpPr/>
          <p:nvPr/>
        </p:nvSpPr>
        <p:spPr>
          <a:xfrm>
            <a:off x="80391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36" name="矩形"/>
          <p:cNvSpPr/>
          <p:nvPr/>
        </p:nvSpPr>
        <p:spPr>
          <a:xfrm>
            <a:off x="81915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37" name="矩形"/>
          <p:cNvSpPr/>
          <p:nvPr/>
        </p:nvSpPr>
        <p:spPr>
          <a:xfrm>
            <a:off x="83439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38" name="矩形"/>
          <p:cNvSpPr/>
          <p:nvPr/>
        </p:nvSpPr>
        <p:spPr>
          <a:xfrm>
            <a:off x="84963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39" name="矩形"/>
          <p:cNvSpPr/>
          <p:nvPr/>
        </p:nvSpPr>
        <p:spPr>
          <a:xfrm>
            <a:off x="86487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40" name="矩形"/>
          <p:cNvSpPr/>
          <p:nvPr/>
        </p:nvSpPr>
        <p:spPr>
          <a:xfrm>
            <a:off x="88011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41" name="矩形"/>
          <p:cNvSpPr/>
          <p:nvPr/>
        </p:nvSpPr>
        <p:spPr>
          <a:xfrm>
            <a:off x="89535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42" name="矩形"/>
          <p:cNvSpPr/>
          <p:nvPr/>
        </p:nvSpPr>
        <p:spPr>
          <a:xfrm>
            <a:off x="91059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43" name="矩形"/>
          <p:cNvSpPr/>
          <p:nvPr/>
        </p:nvSpPr>
        <p:spPr>
          <a:xfrm>
            <a:off x="92583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44" name="矩形"/>
          <p:cNvSpPr/>
          <p:nvPr/>
        </p:nvSpPr>
        <p:spPr>
          <a:xfrm>
            <a:off x="94107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45" name="矩形"/>
          <p:cNvSpPr/>
          <p:nvPr/>
        </p:nvSpPr>
        <p:spPr>
          <a:xfrm>
            <a:off x="95631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46" name="矩形"/>
          <p:cNvSpPr/>
          <p:nvPr/>
        </p:nvSpPr>
        <p:spPr>
          <a:xfrm>
            <a:off x="97155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47" name="矩形"/>
          <p:cNvSpPr/>
          <p:nvPr/>
        </p:nvSpPr>
        <p:spPr>
          <a:xfrm>
            <a:off x="98679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48" name="矩形"/>
          <p:cNvSpPr/>
          <p:nvPr/>
        </p:nvSpPr>
        <p:spPr>
          <a:xfrm>
            <a:off x="100203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49" name="矩形"/>
          <p:cNvSpPr/>
          <p:nvPr/>
        </p:nvSpPr>
        <p:spPr>
          <a:xfrm>
            <a:off x="101727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50" name="矩形"/>
          <p:cNvSpPr/>
          <p:nvPr/>
        </p:nvSpPr>
        <p:spPr>
          <a:xfrm>
            <a:off x="103251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pic>
        <p:nvPicPr>
          <p:cNvPr id="551" name="image3.png" descr="image3.png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400050" y="6535384"/>
            <a:ext cx="2000250" cy="197559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554" name="矩形 982"/>
          <p:cNvGrpSpPr/>
          <p:nvPr/>
        </p:nvGrpSpPr>
        <p:grpSpPr>
          <a:xfrm>
            <a:off x="1000125" y="200025"/>
            <a:ext cx="7239000" cy="457200"/>
            <a:chOff x="0" y="0"/>
            <a:chExt cx="7239000" cy="457200"/>
          </a:xfrm>
        </p:grpSpPr>
        <p:sp>
          <p:nvSpPr>
            <p:cNvPr id="552" name="矩形"/>
            <p:cNvSpPr/>
            <p:nvPr/>
          </p:nvSpPr>
          <p:spPr>
            <a:xfrm>
              <a:off x="0" y="0"/>
              <a:ext cx="7239000" cy="4572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b="1" sz="2200">
                  <a:solidFill>
                    <a:srgbClr val="0052A5"/>
                  </a:solidFill>
                  <a:latin typeface="Microsoft YaHei"/>
                  <a:ea typeface="Microsoft YaHei"/>
                  <a:cs typeface="Microsoft YaHei"/>
                  <a:sym typeface="Microsoft YaHei"/>
                </a:defRPr>
              </a:pPr>
            </a:p>
          </p:txBody>
        </p:sp>
        <p:sp>
          <p:nvSpPr>
            <p:cNvPr id="553" name="算法接口链：模块之间传递什么"/>
            <p:cNvSpPr txBox="1"/>
            <p:nvPr/>
          </p:nvSpPr>
          <p:spPr>
            <a:xfrm>
              <a:off x="0" y="38100"/>
              <a:ext cx="7239000" cy="3810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>
                <a:defRPr b="1" sz="2200">
                  <a:solidFill>
                    <a:srgbClr val="0052A5"/>
                  </a:solidFill>
                  <a:latin typeface="Microsoft YaHei"/>
                  <a:ea typeface="Microsoft YaHei"/>
                  <a:cs typeface="Microsoft YaHei"/>
                  <a:sym typeface="Microsoft YaHei"/>
                </a:defRPr>
              </a:lvl1pPr>
            </a:lstStyle>
            <a:p>
              <a:pPr/>
              <a:r>
                <a:t>算法接口链：模块之间传递什么</a:t>
              </a:r>
            </a:p>
          </p:txBody>
        </p:sp>
      </p:grpSp>
      <p:grpSp>
        <p:nvGrpSpPr>
          <p:cNvPr id="557" name="矩形 983"/>
          <p:cNvGrpSpPr/>
          <p:nvPr/>
        </p:nvGrpSpPr>
        <p:grpSpPr>
          <a:xfrm>
            <a:off x="8667750" y="228600"/>
            <a:ext cx="1428750" cy="209550"/>
            <a:chOff x="0" y="0"/>
            <a:chExt cx="1428750" cy="209550"/>
          </a:xfrm>
        </p:grpSpPr>
        <p:sp>
          <p:nvSpPr>
            <p:cNvPr id="555" name="矩形"/>
            <p:cNvSpPr/>
            <p:nvPr/>
          </p:nvSpPr>
          <p:spPr>
            <a:xfrm>
              <a:off x="0" y="0"/>
              <a:ext cx="1428750" cy="20955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b="1" sz="700">
                  <a:solidFill>
                    <a:srgbClr val="6B7280"/>
                  </a:solidFill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556" name="CONTRACTS"/>
            <p:cNvSpPr txBox="1"/>
            <p:nvPr/>
          </p:nvSpPr>
          <p:spPr>
            <a:xfrm>
              <a:off x="0" y="41274"/>
              <a:ext cx="1428750" cy="1270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>
                <a:defRPr b="1" sz="700">
                  <a:solidFill>
                    <a:srgbClr val="6B728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CONTRACTS</a:t>
              </a:r>
            </a:p>
          </p:txBody>
        </p:sp>
      </p:grpSp>
      <p:grpSp>
        <p:nvGrpSpPr>
          <p:cNvPr id="560" name="矩形 984"/>
          <p:cNvGrpSpPr/>
          <p:nvPr/>
        </p:nvGrpSpPr>
        <p:grpSpPr>
          <a:xfrm>
            <a:off x="11696700" y="6419850"/>
            <a:ext cx="323850" cy="266700"/>
            <a:chOff x="0" y="0"/>
            <a:chExt cx="323850" cy="266700"/>
          </a:xfrm>
        </p:grpSpPr>
        <p:sp>
          <p:nvSpPr>
            <p:cNvPr id="558" name="矩形"/>
            <p:cNvSpPr/>
            <p:nvPr/>
          </p:nvSpPr>
          <p:spPr>
            <a:xfrm>
              <a:off x="0" y="0"/>
              <a:ext cx="323850" cy="2667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algn="ctr">
                <a:defRPr b="1" sz="1300">
                  <a:solidFill>
                    <a:srgbClr val="8A8A8A"/>
                  </a:solidFill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559" name="5"/>
            <p:cNvSpPr txBox="1"/>
            <p:nvPr/>
          </p:nvSpPr>
          <p:spPr>
            <a:xfrm>
              <a:off x="0" y="0"/>
              <a:ext cx="323850" cy="18509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 algn="ctr">
                <a:defRPr b="1" sz="1300">
                  <a:solidFill>
                    <a:srgbClr val="8A8A8A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5</a:t>
              </a:r>
            </a:p>
          </p:txBody>
        </p:sp>
      </p:grpSp>
      <p:sp>
        <p:nvSpPr>
          <p:cNvPr id="561" name="圆角矩形 985"/>
          <p:cNvSpPr/>
          <p:nvPr/>
        </p:nvSpPr>
        <p:spPr>
          <a:xfrm>
            <a:off x="666750" y="1285875"/>
            <a:ext cx="1762125" cy="85725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>
            <a:solidFill>
              <a:srgbClr val="C9DDF1"/>
            </a:solidFill>
          </a:ln>
        </p:spPr>
        <p:txBody>
          <a:bodyPr lIns="45719" rIns="45719"/>
          <a:lstStyle/>
          <a:p>
            <a:pPr/>
          </a:p>
        </p:txBody>
      </p:sp>
      <p:grpSp>
        <p:nvGrpSpPr>
          <p:cNvPr id="564" name="矩形 986"/>
          <p:cNvGrpSpPr/>
          <p:nvPr/>
        </p:nvGrpSpPr>
        <p:grpSpPr>
          <a:xfrm>
            <a:off x="838200" y="1419225"/>
            <a:ext cx="1419225" cy="228600"/>
            <a:chOff x="0" y="0"/>
            <a:chExt cx="1419225" cy="228600"/>
          </a:xfrm>
        </p:grpSpPr>
        <p:sp>
          <p:nvSpPr>
            <p:cNvPr id="562" name="矩形"/>
            <p:cNvSpPr/>
            <p:nvPr/>
          </p:nvSpPr>
          <p:spPr>
            <a:xfrm>
              <a:off x="0" y="0"/>
              <a:ext cx="1419225" cy="2286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algn="ctr">
                <a:defRPr b="1" sz="1300">
                  <a:solidFill>
                    <a:srgbClr val="0052A5"/>
                  </a:solidFill>
                  <a:latin typeface="Microsoft YaHei"/>
                  <a:ea typeface="Microsoft YaHei"/>
                  <a:cs typeface="Microsoft YaHei"/>
                  <a:sym typeface="Microsoft YaHei"/>
                </a:defRPr>
              </a:pPr>
            </a:p>
          </p:txBody>
        </p:sp>
        <p:sp>
          <p:nvSpPr>
            <p:cNvPr id="563" name="TaskSpec"/>
            <p:cNvSpPr txBox="1"/>
            <p:nvPr/>
          </p:nvSpPr>
          <p:spPr>
            <a:xfrm>
              <a:off x="0" y="0"/>
              <a:ext cx="1419225" cy="2032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 algn="ctr">
                <a:defRPr b="1" sz="1300">
                  <a:solidFill>
                    <a:srgbClr val="0052A5"/>
                  </a:solidFill>
                  <a:latin typeface="Microsoft YaHei"/>
                  <a:ea typeface="Microsoft YaHei"/>
                  <a:cs typeface="Microsoft YaHei"/>
                  <a:sym typeface="Microsoft YaHei"/>
                </a:defRPr>
              </a:lvl1pPr>
            </a:lstStyle>
            <a:p>
              <a:pPr/>
              <a:r>
                <a:t>TaskSpec</a:t>
              </a:r>
            </a:p>
          </p:txBody>
        </p:sp>
      </p:grpSp>
      <p:grpSp>
        <p:nvGrpSpPr>
          <p:cNvPr id="567" name="矩形 987"/>
          <p:cNvGrpSpPr/>
          <p:nvPr/>
        </p:nvGrpSpPr>
        <p:grpSpPr>
          <a:xfrm>
            <a:off x="838200" y="1724025"/>
            <a:ext cx="1419225" cy="342900"/>
            <a:chOff x="0" y="0"/>
            <a:chExt cx="1419225" cy="342900"/>
          </a:xfrm>
        </p:grpSpPr>
        <p:sp>
          <p:nvSpPr>
            <p:cNvPr id="565" name="矩形"/>
            <p:cNvSpPr/>
            <p:nvPr/>
          </p:nvSpPr>
          <p:spPr>
            <a:xfrm>
              <a:off x="0" y="0"/>
              <a:ext cx="1419225" cy="3429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algn="ctr">
                <a:defRPr sz="900">
                  <a:solidFill>
                    <a:srgbClr val="46566A"/>
                  </a:solidFill>
                  <a:latin typeface="Microsoft YaHei"/>
                  <a:ea typeface="Microsoft YaHei"/>
                  <a:cs typeface="Microsoft YaHei"/>
                  <a:sym typeface="Microsoft YaHei"/>
                </a:defRPr>
              </a:pPr>
            </a:p>
          </p:txBody>
        </p:sp>
        <p:sp>
          <p:nvSpPr>
            <p:cNvPr id="566" name="目标 / 约束 / 预算"/>
            <p:cNvSpPr txBox="1"/>
            <p:nvPr/>
          </p:nvSpPr>
          <p:spPr>
            <a:xfrm>
              <a:off x="0" y="0"/>
              <a:ext cx="1419225" cy="1651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 algn="ctr">
                <a:defRPr sz="900">
                  <a:solidFill>
                    <a:srgbClr val="46566A"/>
                  </a:solidFill>
                  <a:latin typeface="Microsoft YaHei"/>
                  <a:ea typeface="Microsoft YaHei"/>
                  <a:cs typeface="Microsoft YaHei"/>
                  <a:sym typeface="Microsoft YaHei"/>
                </a:defRPr>
              </a:lvl1pPr>
            </a:lstStyle>
            <a:p>
              <a:pPr/>
              <a:r>
                <a:t>目标 / 约束 / 预算</a:t>
              </a:r>
            </a:p>
          </p:txBody>
        </p:sp>
      </p:grpSp>
      <p:grpSp>
        <p:nvGrpSpPr>
          <p:cNvPr id="570" name="矩形 988"/>
          <p:cNvGrpSpPr/>
          <p:nvPr/>
        </p:nvGrpSpPr>
        <p:grpSpPr>
          <a:xfrm>
            <a:off x="2400300" y="1581150"/>
            <a:ext cx="333375" cy="285750"/>
            <a:chOff x="0" y="0"/>
            <a:chExt cx="333375" cy="285750"/>
          </a:xfrm>
        </p:grpSpPr>
        <p:sp>
          <p:nvSpPr>
            <p:cNvPr id="568" name="矩形"/>
            <p:cNvSpPr/>
            <p:nvPr/>
          </p:nvSpPr>
          <p:spPr>
            <a:xfrm>
              <a:off x="0" y="0"/>
              <a:ext cx="333375" cy="28575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algn="ctr">
                <a:defRPr b="1" sz="1600">
                  <a:solidFill>
                    <a:srgbClr val="9DC3E6"/>
                  </a:solidFill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569" name="→"/>
            <p:cNvSpPr txBox="1"/>
            <p:nvPr/>
          </p:nvSpPr>
          <p:spPr>
            <a:xfrm>
              <a:off x="0" y="0"/>
              <a:ext cx="333375" cy="22195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 algn="ctr">
                <a:defRPr b="1" sz="1600">
                  <a:solidFill>
                    <a:srgbClr val="9DC3E6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→</a:t>
              </a:r>
            </a:p>
          </p:txBody>
        </p:sp>
      </p:grpSp>
      <p:sp>
        <p:nvSpPr>
          <p:cNvPr id="571" name="圆角矩形 989"/>
          <p:cNvSpPr/>
          <p:nvPr/>
        </p:nvSpPr>
        <p:spPr>
          <a:xfrm>
            <a:off x="2905125" y="1285875"/>
            <a:ext cx="1762125" cy="85725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>
            <a:solidFill>
              <a:srgbClr val="C9DDF1"/>
            </a:solidFill>
          </a:ln>
        </p:spPr>
        <p:txBody>
          <a:bodyPr lIns="45719" rIns="45719"/>
          <a:lstStyle/>
          <a:p>
            <a:pPr/>
          </a:p>
        </p:txBody>
      </p:sp>
      <p:grpSp>
        <p:nvGrpSpPr>
          <p:cNvPr id="574" name="矩形 990"/>
          <p:cNvGrpSpPr/>
          <p:nvPr/>
        </p:nvGrpSpPr>
        <p:grpSpPr>
          <a:xfrm>
            <a:off x="3076575" y="1419225"/>
            <a:ext cx="1419225" cy="228600"/>
            <a:chOff x="0" y="0"/>
            <a:chExt cx="1419225" cy="228600"/>
          </a:xfrm>
        </p:grpSpPr>
        <p:sp>
          <p:nvSpPr>
            <p:cNvPr id="572" name="矩形"/>
            <p:cNvSpPr/>
            <p:nvPr/>
          </p:nvSpPr>
          <p:spPr>
            <a:xfrm>
              <a:off x="0" y="0"/>
              <a:ext cx="1419225" cy="2286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algn="ctr">
                <a:defRPr b="1" sz="1300">
                  <a:solidFill>
                    <a:srgbClr val="0052A5"/>
                  </a:solidFill>
                  <a:latin typeface="Microsoft YaHei"/>
                  <a:ea typeface="Microsoft YaHei"/>
                  <a:cs typeface="Microsoft YaHei"/>
                  <a:sym typeface="Microsoft YaHei"/>
                </a:defRPr>
              </a:pPr>
            </a:p>
          </p:txBody>
        </p:sp>
        <p:sp>
          <p:nvSpPr>
            <p:cNvPr id="573" name="CandidateSet"/>
            <p:cNvSpPr txBox="1"/>
            <p:nvPr/>
          </p:nvSpPr>
          <p:spPr>
            <a:xfrm>
              <a:off x="0" y="0"/>
              <a:ext cx="1419225" cy="2032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 algn="ctr">
                <a:defRPr b="1" sz="1300">
                  <a:solidFill>
                    <a:srgbClr val="0052A5"/>
                  </a:solidFill>
                  <a:latin typeface="Microsoft YaHei"/>
                  <a:ea typeface="Microsoft YaHei"/>
                  <a:cs typeface="Microsoft YaHei"/>
                  <a:sym typeface="Microsoft YaHei"/>
                </a:defRPr>
              </a:lvl1pPr>
            </a:lstStyle>
            <a:p>
              <a:pPr/>
              <a:r>
                <a:t>CandidateSet</a:t>
              </a:r>
            </a:p>
          </p:txBody>
        </p:sp>
      </p:grpSp>
      <p:grpSp>
        <p:nvGrpSpPr>
          <p:cNvPr id="577" name="矩形 991"/>
          <p:cNvGrpSpPr/>
          <p:nvPr/>
        </p:nvGrpSpPr>
        <p:grpSpPr>
          <a:xfrm>
            <a:off x="3076575" y="1724025"/>
            <a:ext cx="1419225" cy="342900"/>
            <a:chOff x="0" y="0"/>
            <a:chExt cx="1419225" cy="342900"/>
          </a:xfrm>
        </p:grpSpPr>
        <p:sp>
          <p:nvSpPr>
            <p:cNvPr id="575" name="矩形"/>
            <p:cNvSpPr/>
            <p:nvPr/>
          </p:nvSpPr>
          <p:spPr>
            <a:xfrm>
              <a:off x="0" y="0"/>
              <a:ext cx="1419225" cy="3429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algn="ctr">
                <a:defRPr sz="900">
                  <a:solidFill>
                    <a:srgbClr val="46566A"/>
                  </a:solidFill>
                  <a:latin typeface="Microsoft YaHei"/>
                  <a:ea typeface="Microsoft YaHei"/>
                  <a:cs typeface="Microsoft YaHei"/>
                  <a:sym typeface="Microsoft YaHei"/>
                </a:defRPr>
              </a:pPr>
            </a:p>
          </p:txBody>
        </p:sp>
        <p:sp>
          <p:nvSpPr>
            <p:cNvPr id="576" name="Plan / Patch / Replan"/>
            <p:cNvSpPr txBox="1"/>
            <p:nvPr/>
          </p:nvSpPr>
          <p:spPr>
            <a:xfrm>
              <a:off x="0" y="0"/>
              <a:ext cx="1419225" cy="1397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 algn="ctr">
                <a:defRPr sz="900">
                  <a:solidFill>
                    <a:srgbClr val="46566A"/>
                  </a:solidFill>
                  <a:latin typeface="Microsoft YaHei"/>
                  <a:ea typeface="Microsoft YaHei"/>
                  <a:cs typeface="Microsoft YaHei"/>
                  <a:sym typeface="Microsoft YaHei"/>
                </a:defRPr>
              </a:lvl1pPr>
            </a:lstStyle>
            <a:p>
              <a:pPr/>
              <a:r>
                <a:t>Plan / Patch / Replan</a:t>
              </a:r>
            </a:p>
          </p:txBody>
        </p:sp>
      </p:grpSp>
      <p:grpSp>
        <p:nvGrpSpPr>
          <p:cNvPr id="580" name="矩形 992"/>
          <p:cNvGrpSpPr/>
          <p:nvPr/>
        </p:nvGrpSpPr>
        <p:grpSpPr>
          <a:xfrm>
            <a:off x="4638675" y="1581150"/>
            <a:ext cx="333375" cy="285750"/>
            <a:chOff x="0" y="0"/>
            <a:chExt cx="333375" cy="285750"/>
          </a:xfrm>
        </p:grpSpPr>
        <p:sp>
          <p:nvSpPr>
            <p:cNvPr id="578" name="矩形"/>
            <p:cNvSpPr/>
            <p:nvPr/>
          </p:nvSpPr>
          <p:spPr>
            <a:xfrm>
              <a:off x="0" y="0"/>
              <a:ext cx="333375" cy="28575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algn="ctr">
                <a:defRPr b="1" sz="1600">
                  <a:solidFill>
                    <a:srgbClr val="9DC3E6"/>
                  </a:solidFill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579" name="→"/>
            <p:cNvSpPr txBox="1"/>
            <p:nvPr/>
          </p:nvSpPr>
          <p:spPr>
            <a:xfrm>
              <a:off x="0" y="0"/>
              <a:ext cx="333375" cy="22195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 algn="ctr">
                <a:defRPr b="1" sz="1600">
                  <a:solidFill>
                    <a:srgbClr val="9DC3E6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→</a:t>
              </a:r>
            </a:p>
          </p:txBody>
        </p:sp>
      </p:grpSp>
      <p:sp>
        <p:nvSpPr>
          <p:cNvPr id="581" name="圆角矩形 993"/>
          <p:cNvSpPr/>
          <p:nvPr/>
        </p:nvSpPr>
        <p:spPr>
          <a:xfrm>
            <a:off x="5143500" y="1285875"/>
            <a:ext cx="1762125" cy="857250"/>
          </a:xfrm>
          <a:prstGeom prst="roundRect">
            <a:avLst>
              <a:gd name="adj" fmla="val 8889"/>
            </a:avLst>
          </a:prstGeom>
          <a:solidFill>
            <a:srgbClr val="EAF3FF"/>
          </a:solidFill>
          <a:ln>
            <a:solidFill>
              <a:srgbClr val="9DC3E6"/>
            </a:solidFill>
          </a:ln>
        </p:spPr>
        <p:txBody>
          <a:bodyPr lIns="45719" rIns="45719"/>
          <a:lstStyle/>
          <a:p>
            <a:pPr/>
          </a:p>
        </p:txBody>
      </p:sp>
      <p:grpSp>
        <p:nvGrpSpPr>
          <p:cNvPr id="584" name="矩形 994"/>
          <p:cNvGrpSpPr/>
          <p:nvPr/>
        </p:nvGrpSpPr>
        <p:grpSpPr>
          <a:xfrm>
            <a:off x="5314950" y="1419225"/>
            <a:ext cx="1419225" cy="228600"/>
            <a:chOff x="0" y="0"/>
            <a:chExt cx="1419225" cy="228600"/>
          </a:xfrm>
        </p:grpSpPr>
        <p:sp>
          <p:nvSpPr>
            <p:cNvPr id="582" name="矩形"/>
            <p:cNvSpPr/>
            <p:nvPr/>
          </p:nvSpPr>
          <p:spPr>
            <a:xfrm>
              <a:off x="0" y="0"/>
              <a:ext cx="1419225" cy="2286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algn="ctr">
                <a:defRPr b="1" sz="1300">
                  <a:solidFill>
                    <a:srgbClr val="0052A5"/>
                  </a:solidFill>
                  <a:latin typeface="Microsoft YaHei"/>
                  <a:ea typeface="Microsoft YaHei"/>
                  <a:cs typeface="Microsoft YaHei"/>
                  <a:sym typeface="Microsoft YaHei"/>
                </a:defRPr>
              </a:pPr>
            </a:p>
          </p:txBody>
        </p:sp>
        <p:sp>
          <p:nvSpPr>
            <p:cNvPr id="583" name="Feasibility"/>
            <p:cNvSpPr txBox="1"/>
            <p:nvPr/>
          </p:nvSpPr>
          <p:spPr>
            <a:xfrm>
              <a:off x="0" y="0"/>
              <a:ext cx="1419225" cy="2032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 algn="ctr">
                <a:defRPr b="1" sz="1300">
                  <a:solidFill>
                    <a:srgbClr val="0052A5"/>
                  </a:solidFill>
                  <a:latin typeface="Microsoft YaHei"/>
                  <a:ea typeface="Microsoft YaHei"/>
                  <a:cs typeface="Microsoft YaHei"/>
                  <a:sym typeface="Microsoft YaHei"/>
                </a:defRPr>
              </a:lvl1pPr>
            </a:lstStyle>
            <a:p>
              <a:pPr/>
              <a:r>
                <a:t>Feasibility</a:t>
              </a:r>
            </a:p>
          </p:txBody>
        </p:sp>
      </p:grpSp>
      <p:grpSp>
        <p:nvGrpSpPr>
          <p:cNvPr id="587" name="矩形 995"/>
          <p:cNvGrpSpPr/>
          <p:nvPr/>
        </p:nvGrpSpPr>
        <p:grpSpPr>
          <a:xfrm>
            <a:off x="5314950" y="1724025"/>
            <a:ext cx="1419225" cy="342900"/>
            <a:chOff x="0" y="0"/>
            <a:chExt cx="1419225" cy="342900"/>
          </a:xfrm>
        </p:grpSpPr>
        <p:sp>
          <p:nvSpPr>
            <p:cNvPr id="585" name="矩形"/>
            <p:cNvSpPr/>
            <p:nvPr/>
          </p:nvSpPr>
          <p:spPr>
            <a:xfrm>
              <a:off x="0" y="0"/>
              <a:ext cx="1419225" cy="3429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algn="ctr">
                <a:defRPr sz="900">
                  <a:solidFill>
                    <a:srgbClr val="46566A"/>
                  </a:solidFill>
                  <a:latin typeface="Microsoft YaHei"/>
                  <a:ea typeface="Microsoft YaHei"/>
                  <a:cs typeface="Microsoft YaHei"/>
                  <a:sym typeface="Microsoft YaHei"/>
                </a:defRPr>
              </a:pPr>
            </a:p>
          </p:txBody>
        </p:sp>
        <p:sp>
          <p:nvSpPr>
            <p:cNvPr id="586" name="Score + blocked_by…"/>
            <p:cNvSpPr txBox="1"/>
            <p:nvPr/>
          </p:nvSpPr>
          <p:spPr>
            <a:xfrm>
              <a:off x="0" y="0"/>
              <a:ext cx="1419225" cy="2794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/>
            <a:p>
              <a:pPr algn="ctr">
                <a:defRPr sz="900">
                  <a:solidFill>
                    <a:srgbClr val="46566A"/>
                  </a:solidFill>
                  <a:latin typeface="Microsoft YaHei"/>
                  <a:ea typeface="Microsoft YaHei"/>
                  <a:cs typeface="Microsoft YaHei"/>
                  <a:sym typeface="Microsoft YaHei"/>
                </a:defRPr>
              </a:pPr>
              <a:r>
                <a:t>Score + blocked_by</a:t>
              </a:r>
            </a:p>
            <a:p>
              <a:pPr algn="ctr">
                <a:defRPr sz="900">
                  <a:solidFill>
                    <a:srgbClr val="46566A"/>
                  </a:solidFill>
                  <a:latin typeface="Microsoft YaHei"/>
                  <a:ea typeface="Microsoft YaHei"/>
                  <a:cs typeface="Microsoft YaHei"/>
                  <a:sym typeface="Microsoft YaHei"/>
                </a:defRPr>
              </a:pPr>
              <a:r>
                <a:t>score_breakdown</a:t>
              </a:r>
            </a:p>
          </p:txBody>
        </p:sp>
      </p:grpSp>
      <p:grpSp>
        <p:nvGrpSpPr>
          <p:cNvPr id="590" name="矩形 996"/>
          <p:cNvGrpSpPr/>
          <p:nvPr/>
        </p:nvGrpSpPr>
        <p:grpSpPr>
          <a:xfrm>
            <a:off x="6877050" y="1581150"/>
            <a:ext cx="333375" cy="285750"/>
            <a:chOff x="0" y="0"/>
            <a:chExt cx="333375" cy="285750"/>
          </a:xfrm>
        </p:grpSpPr>
        <p:sp>
          <p:nvSpPr>
            <p:cNvPr id="588" name="矩形"/>
            <p:cNvSpPr/>
            <p:nvPr/>
          </p:nvSpPr>
          <p:spPr>
            <a:xfrm>
              <a:off x="0" y="0"/>
              <a:ext cx="333375" cy="28575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algn="ctr">
                <a:defRPr b="1" sz="1600">
                  <a:solidFill>
                    <a:srgbClr val="9DC3E6"/>
                  </a:solidFill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589" name="→"/>
            <p:cNvSpPr txBox="1"/>
            <p:nvPr/>
          </p:nvSpPr>
          <p:spPr>
            <a:xfrm>
              <a:off x="0" y="0"/>
              <a:ext cx="333375" cy="22195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 algn="ctr">
                <a:defRPr b="1" sz="1600">
                  <a:solidFill>
                    <a:srgbClr val="9DC3E6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→</a:t>
              </a:r>
            </a:p>
          </p:txBody>
        </p:sp>
      </p:grpSp>
      <p:sp>
        <p:nvSpPr>
          <p:cNvPr id="591" name="圆角矩形 997"/>
          <p:cNvSpPr/>
          <p:nvPr/>
        </p:nvSpPr>
        <p:spPr>
          <a:xfrm>
            <a:off x="7381875" y="1285875"/>
            <a:ext cx="1762125" cy="85725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>
            <a:solidFill>
              <a:srgbClr val="C9DDF1"/>
            </a:solidFill>
          </a:ln>
        </p:spPr>
        <p:txBody>
          <a:bodyPr lIns="45719" rIns="45719"/>
          <a:lstStyle/>
          <a:p>
            <a:pPr/>
          </a:p>
        </p:txBody>
      </p:sp>
      <p:grpSp>
        <p:nvGrpSpPr>
          <p:cNvPr id="594" name="矩形 998"/>
          <p:cNvGrpSpPr/>
          <p:nvPr/>
        </p:nvGrpSpPr>
        <p:grpSpPr>
          <a:xfrm>
            <a:off x="7553325" y="1419225"/>
            <a:ext cx="1419225" cy="228600"/>
            <a:chOff x="0" y="0"/>
            <a:chExt cx="1419225" cy="228600"/>
          </a:xfrm>
        </p:grpSpPr>
        <p:sp>
          <p:nvSpPr>
            <p:cNvPr id="592" name="矩形"/>
            <p:cNvSpPr/>
            <p:nvPr/>
          </p:nvSpPr>
          <p:spPr>
            <a:xfrm>
              <a:off x="0" y="0"/>
              <a:ext cx="1419225" cy="2286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algn="ctr">
                <a:defRPr b="1" sz="1300">
                  <a:solidFill>
                    <a:srgbClr val="0052A5"/>
                  </a:solidFill>
                  <a:latin typeface="Microsoft YaHei"/>
                  <a:ea typeface="Microsoft YaHei"/>
                  <a:cs typeface="Microsoft YaHei"/>
                  <a:sym typeface="Microsoft YaHei"/>
                </a:defRPr>
              </a:pPr>
            </a:p>
          </p:txBody>
        </p:sp>
        <p:sp>
          <p:nvSpPr>
            <p:cNvPr id="593" name="PendingAction"/>
            <p:cNvSpPr txBox="1"/>
            <p:nvPr/>
          </p:nvSpPr>
          <p:spPr>
            <a:xfrm>
              <a:off x="0" y="0"/>
              <a:ext cx="1419225" cy="2032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 algn="ctr">
                <a:defRPr b="1" sz="1300">
                  <a:solidFill>
                    <a:srgbClr val="0052A5"/>
                  </a:solidFill>
                  <a:latin typeface="Microsoft YaHei"/>
                  <a:ea typeface="Microsoft YaHei"/>
                  <a:cs typeface="Microsoft YaHei"/>
                  <a:sym typeface="Microsoft YaHei"/>
                </a:defRPr>
              </a:lvl1pPr>
            </a:lstStyle>
            <a:p>
              <a:pPr/>
              <a:r>
                <a:t>PendingAction</a:t>
              </a:r>
            </a:p>
          </p:txBody>
        </p:sp>
      </p:grpSp>
      <p:grpSp>
        <p:nvGrpSpPr>
          <p:cNvPr id="597" name="矩形 999"/>
          <p:cNvGrpSpPr/>
          <p:nvPr/>
        </p:nvGrpSpPr>
        <p:grpSpPr>
          <a:xfrm>
            <a:off x="7553325" y="1724025"/>
            <a:ext cx="1419225" cy="342900"/>
            <a:chOff x="0" y="0"/>
            <a:chExt cx="1419225" cy="342900"/>
          </a:xfrm>
        </p:grpSpPr>
        <p:sp>
          <p:nvSpPr>
            <p:cNvPr id="595" name="矩形"/>
            <p:cNvSpPr/>
            <p:nvPr/>
          </p:nvSpPr>
          <p:spPr>
            <a:xfrm>
              <a:off x="0" y="0"/>
              <a:ext cx="1419225" cy="3429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algn="ctr">
                <a:defRPr sz="900">
                  <a:solidFill>
                    <a:srgbClr val="46566A"/>
                  </a:solidFill>
                  <a:latin typeface="Microsoft YaHei"/>
                  <a:ea typeface="Microsoft YaHei"/>
                  <a:cs typeface="Microsoft YaHei"/>
                  <a:sym typeface="Microsoft YaHei"/>
                </a:defRPr>
              </a:pPr>
            </a:p>
          </p:txBody>
        </p:sp>
        <p:sp>
          <p:nvSpPr>
            <p:cNvPr id="596" name="候选等待确认"/>
            <p:cNvSpPr txBox="1"/>
            <p:nvPr/>
          </p:nvSpPr>
          <p:spPr>
            <a:xfrm>
              <a:off x="0" y="0"/>
              <a:ext cx="1419225" cy="1651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 algn="ctr">
                <a:defRPr sz="900">
                  <a:solidFill>
                    <a:srgbClr val="46566A"/>
                  </a:solidFill>
                  <a:latin typeface="Microsoft YaHei"/>
                  <a:ea typeface="Microsoft YaHei"/>
                  <a:cs typeface="Microsoft YaHei"/>
                  <a:sym typeface="Microsoft YaHei"/>
                </a:defRPr>
              </a:lvl1pPr>
            </a:lstStyle>
            <a:p>
              <a:pPr/>
              <a:r>
                <a:t>候选等待确认</a:t>
              </a:r>
            </a:p>
          </p:txBody>
        </p:sp>
      </p:grpSp>
      <p:grpSp>
        <p:nvGrpSpPr>
          <p:cNvPr id="600" name="矩形 1000"/>
          <p:cNvGrpSpPr/>
          <p:nvPr/>
        </p:nvGrpSpPr>
        <p:grpSpPr>
          <a:xfrm>
            <a:off x="9115425" y="1581150"/>
            <a:ext cx="333375" cy="285750"/>
            <a:chOff x="0" y="0"/>
            <a:chExt cx="333375" cy="285750"/>
          </a:xfrm>
        </p:grpSpPr>
        <p:sp>
          <p:nvSpPr>
            <p:cNvPr id="598" name="矩形"/>
            <p:cNvSpPr/>
            <p:nvPr/>
          </p:nvSpPr>
          <p:spPr>
            <a:xfrm>
              <a:off x="0" y="0"/>
              <a:ext cx="333375" cy="28575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algn="ctr">
                <a:defRPr b="1" sz="1600">
                  <a:solidFill>
                    <a:srgbClr val="9DC3E6"/>
                  </a:solidFill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599" name="→"/>
            <p:cNvSpPr txBox="1"/>
            <p:nvPr/>
          </p:nvSpPr>
          <p:spPr>
            <a:xfrm>
              <a:off x="0" y="0"/>
              <a:ext cx="333375" cy="22195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 algn="ctr">
                <a:defRPr b="1" sz="1600">
                  <a:solidFill>
                    <a:srgbClr val="9DC3E6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→</a:t>
              </a:r>
            </a:p>
          </p:txBody>
        </p:sp>
      </p:grpSp>
      <p:sp>
        <p:nvSpPr>
          <p:cNvPr id="601" name="圆角矩形 1001"/>
          <p:cNvSpPr/>
          <p:nvPr/>
        </p:nvSpPr>
        <p:spPr>
          <a:xfrm>
            <a:off x="9620250" y="1285875"/>
            <a:ext cx="1762125" cy="85725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>
            <a:solidFill>
              <a:srgbClr val="C9DDF1"/>
            </a:solidFill>
          </a:ln>
        </p:spPr>
        <p:txBody>
          <a:bodyPr lIns="45719" rIns="45719"/>
          <a:lstStyle/>
          <a:p>
            <a:pPr/>
          </a:p>
        </p:txBody>
      </p:sp>
      <p:grpSp>
        <p:nvGrpSpPr>
          <p:cNvPr id="604" name="矩形 1002"/>
          <p:cNvGrpSpPr/>
          <p:nvPr/>
        </p:nvGrpSpPr>
        <p:grpSpPr>
          <a:xfrm>
            <a:off x="9791700" y="1419225"/>
            <a:ext cx="1419225" cy="228600"/>
            <a:chOff x="0" y="0"/>
            <a:chExt cx="1419225" cy="228600"/>
          </a:xfrm>
        </p:grpSpPr>
        <p:sp>
          <p:nvSpPr>
            <p:cNvPr id="602" name="矩形"/>
            <p:cNvSpPr/>
            <p:nvPr/>
          </p:nvSpPr>
          <p:spPr>
            <a:xfrm>
              <a:off x="0" y="0"/>
              <a:ext cx="1419225" cy="2286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algn="ctr">
                <a:defRPr b="1" sz="1300">
                  <a:solidFill>
                    <a:srgbClr val="0052A5"/>
                  </a:solidFill>
                  <a:latin typeface="Microsoft YaHei"/>
                  <a:ea typeface="Microsoft YaHei"/>
                  <a:cs typeface="Microsoft YaHei"/>
                  <a:sym typeface="Microsoft YaHei"/>
                </a:defRPr>
              </a:pPr>
            </a:p>
          </p:txBody>
        </p:sp>
        <p:sp>
          <p:nvSpPr>
            <p:cNvPr id="603" name="Decision"/>
            <p:cNvSpPr txBox="1"/>
            <p:nvPr/>
          </p:nvSpPr>
          <p:spPr>
            <a:xfrm>
              <a:off x="0" y="0"/>
              <a:ext cx="1419225" cy="2032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 algn="ctr">
                <a:defRPr b="1" sz="1300">
                  <a:solidFill>
                    <a:srgbClr val="0052A5"/>
                  </a:solidFill>
                  <a:latin typeface="Microsoft YaHei"/>
                  <a:ea typeface="Microsoft YaHei"/>
                  <a:cs typeface="Microsoft YaHei"/>
                  <a:sym typeface="Microsoft YaHei"/>
                </a:defRPr>
              </a:lvl1pPr>
            </a:lstStyle>
            <a:p>
              <a:pPr/>
              <a:r>
                <a:t>Decision</a:t>
              </a:r>
            </a:p>
          </p:txBody>
        </p:sp>
      </p:grpSp>
      <p:grpSp>
        <p:nvGrpSpPr>
          <p:cNvPr id="607" name="矩形 1003"/>
          <p:cNvGrpSpPr/>
          <p:nvPr/>
        </p:nvGrpSpPr>
        <p:grpSpPr>
          <a:xfrm>
            <a:off x="9791700" y="1724025"/>
            <a:ext cx="1419225" cy="342900"/>
            <a:chOff x="0" y="0"/>
            <a:chExt cx="1419225" cy="342900"/>
          </a:xfrm>
        </p:grpSpPr>
        <p:sp>
          <p:nvSpPr>
            <p:cNvPr id="605" name="矩形"/>
            <p:cNvSpPr/>
            <p:nvPr/>
          </p:nvSpPr>
          <p:spPr>
            <a:xfrm>
              <a:off x="0" y="0"/>
              <a:ext cx="1419225" cy="3429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algn="ctr">
                <a:defRPr sz="900">
                  <a:solidFill>
                    <a:srgbClr val="46566A"/>
                  </a:solidFill>
                  <a:latin typeface="Microsoft YaHei"/>
                  <a:ea typeface="Microsoft YaHei"/>
                  <a:cs typeface="Microsoft YaHei"/>
                  <a:sym typeface="Microsoft YaHei"/>
                </a:defRPr>
              </a:pPr>
            </a:p>
          </p:txBody>
        </p:sp>
        <p:sp>
          <p:nvSpPr>
            <p:cNvPr id="606" name="接受 / 拒绝 / 修改"/>
            <p:cNvSpPr txBox="1"/>
            <p:nvPr/>
          </p:nvSpPr>
          <p:spPr>
            <a:xfrm>
              <a:off x="0" y="0"/>
              <a:ext cx="1419225" cy="1651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 algn="ctr">
                <a:defRPr sz="900">
                  <a:solidFill>
                    <a:srgbClr val="46566A"/>
                  </a:solidFill>
                  <a:latin typeface="Microsoft YaHei"/>
                  <a:ea typeface="Microsoft YaHei"/>
                  <a:cs typeface="Microsoft YaHei"/>
                  <a:sym typeface="Microsoft YaHei"/>
                </a:defRPr>
              </a:lvl1pPr>
            </a:lstStyle>
            <a:p>
              <a:pPr/>
              <a:r>
                <a:t>接受 / 拒绝 / 修改</a:t>
              </a:r>
            </a:p>
          </p:txBody>
        </p:sp>
      </p:grpSp>
      <p:sp>
        <p:nvSpPr>
          <p:cNvPr id="608" name="圆角矩形 1004"/>
          <p:cNvSpPr/>
          <p:nvPr/>
        </p:nvSpPr>
        <p:spPr>
          <a:xfrm>
            <a:off x="666750" y="3143250"/>
            <a:ext cx="1762125" cy="9144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>
            <a:solidFill>
              <a:srgbClr val="C9DDF1"/>
            </a:solidFill>
          </a:ln>
        </p:spPr>
        <p:txBody>
          <a:bodyPr lIns="45719" rIns="45719"/>
          <a:lstStyle/>
          <a:p>
            <a:pPr/>
          </a:p>
        </p:txBody>
      </p:sp>
      <p:grpSp>
        <p:nvGrpSpPr>
          <p:cNvPr id="611" name="矩形 1005"/>
          <p:cNvGrpSpPr/>
          <p:nvPr/>
        </p:nvGrpSpPr>
        <p:grpSpPr>
          <a:xfrm>
            <a:off x="838200" y="3276600"/>
            <a:ext cx="1419225" cy="228600"/>
            <a:chOff x="0" y="0"/>
            <a:chExt cx="1419225" cy="228600"/>
          </a:xfrm>
        </p:grpSpPr>
        <p:sp>
          <p:nvSpPr>
            <p:cNvPr id="609" name="矩形"/>
            <p:cNvSpPr/>
            <p:nvPr/>
          </p:nvSpPr>
          <p:spPr>
            <a:xfrm>
              <a:off x="0" y="0"/>
              <a:ext cx="1419225" cy="2286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algn="ctr">
                <a:defRPr b="1" sz="1300">
                  <a:solidFill>
                    <a:srgbClr val="0052A5"/>
                  </a:solidFill>
                  <a:latin typeface="Microsoft YaHei"/>
                  <a:ea typeface="Microsoft YaHei"/>
                  <a:cs typeface="Microsoft YaHei"/>
                  <a:sym typeface="Microsoft YaHei"/>
                </a:defRPr>
              </a:pPr>
            </a:p>
          </p:txBody>
        </p:sp>
        <p:sp>
          <p:nvSpPr>
            <p:cNvPr id="610" name="StepResult"/>
            <p:cNvSpPr txBox="1"/>
            <p:nvPr/>
          </p:nvSpPr>
          <p:spPr>
            <a:xfrm>
              <a:off x="0" y="0"/>
              <a:ext cx="1419225" cy="2032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 algn="ctr">
                <a:defRPr b="1" sz="1300">
                  <a:solidFill>
                    <a:srgbClr val="0052A5"/>
                  </a:solidFill>
                  <a:latin typeface="Microsoft YaHei"/>
                  <a:ea typeface="Microsoft YaHei"/>
                  <a:cs typeface="Microsoft YaHei"/>
                  <a:sym typeface="Microsoft YaHei"/>
                </a:defRPr>
              </a:lvl1pPr>
            </a:lstStyle>
            <a:p>
              <a:pPr/>
              <a:r>
                <a:t>StepResult</a:t>
              </a:r>
            </a:p>
          </p:txBody>
        </p:sp>
      </p:grpSp>
      <p:grpSp>
        <p:nvGrpSpPr>
          <p:cNvPr id="614" name="矩形 1006"/>
          <p:cNvGrpSpPr/>
          <p:nvPr/>
        </p:nvGrpSpPr>
        <p:grpSpPr>
          <a:xfrm>
            <a:off x="838200" y="3581400"/>
            <a:ext cx="1419225" cy="400050"/>
            <a:chOff x="0" y="0"/>
            <a:chExt cx="1419225" cy="400050"/>
          </a:xfrm>
        </p:grpSpPr>
        <p:sp>
          <p:nvSpPr>
            <p:cNvPr id="612" name="矩形"/>
            <p:cNvSpPr/>
            <p:nvPr/>
          </p:nvSpPr>
          <p:spPr>
            <a:xfrm>
              <a:off x="0" y="0"/>
              <a:ext cx="1419225" cy="40005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algn="ctr">
                <a:defRPr sz="900">
                  <a:solidFill>
                    <a:srgbClr val="46566A"/>
                  </a:solidFill>
                  <a:latin typeface="Microsoft YaHei"/>
                  <a:ea typeface="Microsoft YaHei"/>
                  <a:cs typeface="Microsoft YaHei"/>
                  <a:sym typeface="Microsoft YaHei"/>
                </a:defRPr>
              </a:pPr>
            </a:p>
          </p:txBody>
        </p:sp>
        <p:sp>
          <p:nvSpPr>
            <p:cNvPr id="613" name="outputs / metrics / errors"/>
            <p:cNvSpPr txBox="1"/>
            <p:nvPr/>
          </p:nvSpPr>
          <p:spPr>
            <a:xfrm>
              <a:off x="0" y="0"/>
              <a:ext cx="1419225" cy="1397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 algn="ctr">
                <a:defRPr sz="900">
                  <a:solidFill>
                    <a:srgbClr val="46566A"/>
                  </a:solidFill>
                  <a:latin typeface="Microsoft YaHei"/>
                  <a:ea typeface="Microsoft YaHei"/>
                  <a:cs typeface="Microsoft YaHei"/>
                  <a:sym typeface="Microsoft YaHei"/>
                </a:defRPr>
              </a:lvl1pPr>
            </a:lstStyle>
            <a:p>
              <a:pPr/>
              <a:r>
                <a:t>outputs / metrics / errors</a:t>
              </a:r>
            </a:p>
          </p:txBody>
        </p:sp>
      </p:grpSp>
      <p:grpSp>
        <p:nvGrpSpPr>
          <p:cNvPr id="617" name="矩形 1007"/>
          <p:cNvGrpSpPr/>
          <p:nvPr/>
        </p:nvGrpSpPr>
        <p:grpSpPr>
          <a:xfrm>
            <a:off x="2400300" y="3476625"/>
            <a:ext cx="333375" cy="285750"/>
            <a:chOff x="0" y="0"/>
            <a:chExt cx="333375" cy="285750"/>
          </a:xfrm>
        </p:grpSpPr>
        <p:sp>
          <p:nvSpPr>
            <p:cNvPr id="615" name="矩形"/>
            <p:cNvSpPr/>
            <p:nvPr/>
          </p:nvSpPr>
          <p:spPr>
            <a:xfrm>
              <a:off x="0" y="0"/>
              <a:ext cx="333375" cy="28575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algn="ctr">
                <a:defRPr b="1" sz="1600">
                  <a:solidFill>
                    <a:srgbClr val="9DC3E6"/>
                  </a:solidFill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616" name="→"/>
            <p:cNvSpPr txBox="1"/>
            <p:nvPr/>
          </p:nvSpPr>
          <p:spPr>
            <a:xfrm>
              <a:off x="0" y="0"/>
              <a:ext cx="333375" cy="22195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 algn="ctr">
                <a:defRPr b="1" sz="1600">
                  <a:solidFill>
                    <a:srgbClr val="9DC3E6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→</a:t>
              </a:r>
            </a:p>
          </p:txBody>
        </p:sp>
      </p:grpSp>
      <p:sp>
        <p:nvSpPr>
          <p:cNvPr id="618" name="圆角矩形 1008"/>
          <p:cNvSpPr/>
          <p:nvPr/>
        </p:nvSpPr>
        <p:spPr>
          <a:xfrm>
            <a:off x="2905125" y="3143250"/>
            <a:ext cx="1762125" cy="9144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>
            <a:solidFill>
              <a:srgbClr val="C9DDF1"/>
            </a:solidFill>
          </a:ln>
        </p:spPr>
        <p:txBody>
          <a:bodyPr lIns="45719" rIns="45719"/>
          <a:lstStyle/>
          <a:p>
            <a:pPr/>
          </a:p>
        </p:txBody>
      </p:sp>
      <p:grpSp>
        <p:nvGrpSpPr>
          <p:cNvPr id="621" name="矩形 1009"/>
          <p:cNvGrpSpPr/>
          <p:nvPr/>
        </p:nvGrpSpPr>
        <p:grpSpPr>
          <a:xfrm>
            <a:off x="3076575" y="3276600"/>
            <a:ext cx="1419225" cy="228600"/>
            <a:chOff x="0" y="0"/>
            <a:chExt cx="1419225" cy="228600"/>
          </a:xfrm>
        </p:grpSpPr>
        <p:sp>
          <p:nvSpPr>
            <p:cNvPr id="619" name="矩形"/>
            <p:cNvSpPr/>
            <p:nvPr/>
          </p:nvSpPr>
          <p:spPr>
            <a:xfrm>
              <a:off x="0" y="0"/>
              <a:ext cx="1419225" cy="2286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algn="ctr">
                <a:defRPr b="1" sz="1300">
                  <a:solidFill>
                    <a:srgbClr val="0052A5"/>
                  </a:solidFill>
                  <a:latin typeface="Microsoft YaHei"/>
                  <a:ea typeface="Microsoft YaHei"/>
                  <a:cs typeface="Microsoft YaHei"/>
                  <a:sym typeface="Microsoft YaHei"/>
                </a:defRPr>
              </a:pPr>
            </a:p>
          </p:txBody>
        </p:sp>
        <p:sp>
          <p:nvSpPr>
            <p:cNvPr id="620" name="SafetyResult"/>
            <p:cNvSpPr txBox="1"/>
            <p:nvPr/>
          </p:nvSpPr>
          <p:spPr>
            <a:xfrm>
              <a:off x="0" y="0"/>
              <a:ext cx="1419225" cy="2032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 algn="ctr">
                <a:defRPr b="1" sz="1300">
                  <a:solidFill>
                    <a:srgbClr val="0052A5"/>
                  </a:solidFill>
                  <a:latin typeface="Microsoft YaHei"/>
                  <a:ea typeface="Microsoft YaHei"/>
                  <a:cs typeface="Microsoft YaHei"/>
                  <a:sym typeface="Microsoft YaHei"/>
                </a:defRPr>
              </a:lvl1pPr>
            </a:lstStyle>
            <a:p>
              <a:pPr/>
              <a:r>
                <a:t>SafetyResult</a:t>
              </a:r>
            </a:p>
          </p:txBody>
        </p:sp>
      </p:grpSp>
      <p:grpSp>
        <p:nvGrpSpPr>
          <p:cNvPr id="624" name="矩形 1010"/>
          <p:cNvGrpSpPr/>
          <p:nvPr/>
        </p:nvGrpSpPr>
        <p:grpSpPr>
          <a:xfrm>
            <a:off x="3076575" y="3581400"/>
            <a:ext cx="1419225" cy="400050"/>
            <a:chOff x="0" y="0"/>
            <a:chExt cx="1419225" cy="400050"/>
          </a:xfrm>
        </p:grpSpPr>
        <p:sp>
          <p:nvSpPr>
            <p:cNvPr id="622" name="矩形"/>
            <p:cNvSpPr/>
            <p:nvPr/>
          </p:nvSpPr>
          <p:spPr>
            <a:xfrm>
              <a:off x="0" y="0"/>
              <a:ext cx="1419225" cy="40005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algn="ctr">
                <a:defRPr sz="900">
                  <a:solidFill>
                    <a:srgbClr val="46566A"/>
                  </a:solidFill>
                  <a:latin typeface="Microsoft YaHei"/>
                  <a:ea typeface="Microsoft YaHei"/>
                  <a:cs typeface="Microsoft YaHei"/>
                  <a:sym typeface="Microsoft YaHei"/>
                </a:defRPr>
              </a:pPr>
            </a:p>
          </p:txBody>
        </p:sp>
        <p:sp>
          <p:nvSpPr>
            <p:cNvPr id="623" name="risk_flags / action"/>
            <p:cNvSpPr txBox="1"/>
            <p:nvPr/>
          </p:nvSpPr>
          <p:spPr>
            <a:xfrm>
              <a:off x="0" y="0"/>
              <a:ext cx="1419225" cy="1397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 algn="ctr">
                <a:defRPr sz="900">
                  <a:solidFill>
                    <a:srgbClr val="46566A"/>
                  </a:solidFill>
                  <a:latin typeface="Microsoft YaHei"/>
                  <a:ea typeface="Microsoft YaHei"/>
                  <a:cs typeface="Microsoft YaHei"/>
                  <a:sym typeface="Microsoft YaHei"/>
                </a:defRPr>
              </a:lvl1pPr>
            </a:lstStyle>
            <a:p>
              <a:pPr/>
              <a:r>
                <a:t>risk_flags / action</a:t>
              </a:r>
            </a:p>
          </p:txBody>
        </p:sp>
      </p:grpSp>
      <p:grpSp>
        <p:nvGrpSpPr>
          <p:cNvPr id="627" name="矩形 1011"/>
          <p:cNvGrpSpPr/>
          <p:nvPr/>
        </p:nvGrpSpPr>
        <p:grpSpPr>
          <a:xfrm>
            <a:off x="4638675" y="3476625"/>
            <a:ext cx="333375" cy="285750"/>
            <a:chOff x="0" y="0"/>
            <a:chExt cx="333375" cy="285750"/>
          </a:xfrm>
        </p:grpSpPr>
        <p:sp>
          <p:nvSpPr>
            <p:cNvPr id="625" name="矩形"/>
            <p:cNvSpPr/>
            <p:nvPr/>
          </p:nvSpPr>
          <p:spPr>
            <a:xfrm>
              <a:off x="0" y="0"/>
              <a:ext cx="333375" cy="28575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algn="ctr">
                <a:defRPr b="1" sz="1600">
                  <a:solidFill>
                    <a:srgbClr val="9DC3E6"/>
                  </a:solidFill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626" name="→"/>
            <p:cNvSpPr txBox="1"/>
            <p:nvPr/>
          </p:nvSpPr>
          <p:spPr>
            <a:xfrm>
              <a:off x="0" y="0"/>
              <a:ext cx="333375" cy="22195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 algn="ctr">
                <a:defRPr b="1" sz="1600">
                  <a:solidFill>
                    <a:srgbClr val="9DC3E6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→</a:t>
              </a:r>
            </a:p>
          </p:txBody>
        </p:sp>
      </p:grpSp>
      <p:sp>
        <p:nvSpPr>
          <p:cNvPr id="628" name="圆角矩形 1012"/>
          <p:cNvSpPr/>
          <p:nvPr/>
        </p:nvSpPr>
        <p:spPr>
          <a:xfrm>
            <a:off x="5143500" y="3143250"/>
            <a:ext cx="1762125" cy="914400"/>
          </a:xfrm>
          <a:prstGeom prst="roundRect">
            <a:avLst>
              <a:gd name="adj" fmla="val 8333"/>
            </a:avLst>
          </a:prstGeom>
          <a:solidFill>
            <a:srgbClr val="0052A5"/>
          </a:solidFill>
          <a:ln>
            <a:solidFill>
              <a:srgbClr val="0052A5"/>
            </a:solidFill>
          </a:ln>
        </p:spPr>
        <p:txBody>
          <a:bodyPr lIns="45719" rIns="45719"/>
          <a:lstStyle/>
          <a:p>
            <a:pPr/>
          </a:p>
        </p:txBody>
      </p:sp>
      <p:grpSp>
        <p:nvGrpSpPr>
          <p:cNvPr id="631" name="矩形 1013"/>
          <p:cNvGrpSpPr/>
          <p:nvPr/>
        </p:nvGrpSpPr>
        <p:grpSpPr>
          <a:xfrm>
            <a:off x="5314950" y="3276600"/>
            <a:ext cx="1419225" cy="228600"/>
            <a:chOff x="0" y="0"/>
            <a:chExt cx="1419225" cy="228600"/>
          </a:xfrm>
        </p:grpSpPr>
        <p:sp>
          <p:nvSpPr>
            <p:cNvPr id="629" name="矩形"/>
            <p:cNvSpPr/>
            <p:nvPr/>
          </p:nvSpPr>
          <p:spPr>
            <a:xfrm>
              <a:off x="0" y="0"/>
              <a:ext cx="1419225" cy="2286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algn="ctr">
                <a:defRPr b="1" sz="130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  <a:sym typeface="Microsoft YaHei"/>
                </a:defRPr>
              </a:pPr>
            </a:p>
          </p:txBody>
        </p:sp>
        <p:sp>
          <p:nvSpPr>
            <p:cNvPr id="630" name="RuntimeState"/>
            <p:cNvSpPr txBox="1"/>
            <p:nvPr/>
          </p:nvSpPr>
          <p:spPr>
            <a:xfrm>
              <a:off x="0" y="0"/>
              <a:ext cx="1419225" cy="2032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 algn="ctr">
                <a:defRPr b="1" sz="130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  <a:sym typeface="Microsoft YaHei"/>
                </a:defRPr>
              </a:lvl1pPr>
            </a:lstStyle>
            <a:p>
              <a:pPr/>
              <a:r>
                <a:t>RuntimeState</a:t>
              </a:r>
            </a:p>
          </p:txBody>
        </p:sp>
      </p:grpSp>
      <p:grpSp>
        <p:nvGrpSpPr>
          <p:cNvPr id="634" name="矩形 1014"/>
          <p:cNvGrpSpPr/>
          <p:nvPr/>
        </p:nvGrpSpPr>
        <p:grpSpPr>
          <a:xfrm>
            <a:off x="5314950" y="3581400"/>
            <a:ext cx="1419225" cy="400050"/>
            <a:chOff x="0" y="0"/>
            <a:chExt cx="1419225" cy="400050"/>
          </a:xfrm>
        </p:grpSpPr>
        <p:sp>
          <p:nvSpPr>
            <p:cNvPr id="632" name="矩形"/>
            <p:cNvSpPr/>
            <p:nvPr/>
          </p:nvSpPr>
          <p:spPr>
            <a:xfrm>
              <a:off x="0" y="0"/>
              <a:ext cx="1419225" cy="40005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algn="ctr">
                <a:defRPr sz="90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  <a:sym typeface="Microsoft YaHei"/>
                </a:defRPr>
              </a:pPr>
            </a:p>
          </p:txBody>
        </p:sp>
        <p:sp>
          <p:nvSpPr>
            <p:cNvPr id="633" name="p_success / cost / evidence"/>
            <p:cNvSpPr txBox="1"/>
            <p:nvPr/>
          </p:nvSpPr>
          <p:spPr>
            <a:xfrm>
              <a:off x="0" y="0"/>
              <a:ext cx="1419225" cy="1397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 algn="ctr">
                <a:defRPr sz="90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  <a:sym typeface="Microsoft YaHei"/>
                </a:defRPr>
              </a:lvl1pPr>
            </a:lstStyle>
            <a:p>
              <a:pPr/>
              <a:r>
                <a:t>p_success / cost / evidence</a:t>
              </a:r>
            </a:p>
          </p:txBody>
        </p:sp>
      </p:grpSp>
      <p:grpSp>
        <p:nvGrpSpPr>
          <p:cNvPr id="637" name="矩形 1015"/>
          <p:cNvGrpSpPr/>
          <p:nvPr/>
        </p:nvGrpSpPr>
        <p:grpSpPr>
          <a:xfrm>
            <a:off x="6877050" y="3476625"/>
            <a:ext cx="333375" cy="285750"/>
            <a:chOff x="0" y="0"/>
            <a:chExt cx="333375" cy="285750"/>
          </a:xfrm>
        </p:grpSpPr>
        <p:sp>
          <p:nvSpPr>
            <p:cNvPr id="635" name="矩形"/>
            <p:cNvSpPr/>
            <p:nvPr/>
          </p:nvSpPr>
          <p:spPr>
            <a:xfrm>
              <a:off x="0" y="0"/>
              <a:ext cx="333375" cy="28575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algn="ctr">
                <a:defRPr b="1" sz="1600">
                  <a:solidFill>
                    <a:srgbClr val="9DC3E6"/>
                  </a:solidFill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636" name="→"/>
            <p:cNvSpPr txBox="1"/>
            <p:nvPr/>
          </p:nvSpPr>
          <p:spPr>
            <a:xfrm>
              <a:off x="0" y="0"/>
              <a:ext cx="333375" cy="22195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 algn="ctr">
                <a:defRPr b="1" sz="1600">
                  <a:solidFill>
                    <a:srgbClr val="9DC3E6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→</a:t>
              </a:r>
            </a:p>
          </p:txBody>
        </p:sp>
      </p:grpSp>
      <p:sp>
        <p:nvSpPr>
          <p:cNvPr id="638" name="圆角矩形 1016"/>
          <p:cNvSpPr/>
          <p:nvPr/>
        </p:nvSpPr>
        <p:spPr>
          <a:xfrm>
            <a:off x="7381875" y="3143250"/>
            <a:ext cx="1762125" cy="9144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>
            <a:solidFill>
              <a:srgbClr val="C9DDF1"/>
            </a:solidFill>
          </a:ln>
        </p:spPr>
        <p:txBody>
          <a:bodyPr lIns="45719" rIns="45719"/>
          <a:lstStyle/>
          <a:p>
            <a:pPr/>
          </a:p>
        </p:txBody>
      </p:sp>
      <p:grpSp>
        <p:nvGrpSpPr>
          <p:cNvPr id="641" name="矩形 1017"/>
          <p:cNvGrpSpPr/>
          <p:nvPr/>
        </p:nvGrpSpPr>
        <p:grpSpPr>
          <a:xfrm>
            <a:off x="7553325" y="3276600"/>
            <a:ext cx="1419225" cy="228600"/>
            <a:chOff x="0" y="0"/>
            <a:chExt cx="1419225" cy="228600"/>
          </a:xfrm>
        </p:grpSpPr>
        <p:sp>
          <p:nvSpPr>
            <p:cNvPr id="639" name="矩形"/>
            <p:cNvSpPr/>
            <p:nvPr/>
          </p:nvSpPr>
          <p:spPr>
            <a:xfrm>
              <a:off x="0" y="0"/>
              <a:ext cx="1419225" cy="2286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algn="ctr">
                <a:defRPr b="1" sz="1300">
                  <a:solidFill>
                    <a:srgbClr val="0052A5"/>
                  </a:solidFill>
                  <a:latin typeface="Microsoft YaHei"/>
                  <a:ea typeface="Microsoft YaHei"/>
                  <a:cs typeface="Microsoft YaHei"/>
                  <a:sym typeface="Microsoft YaHei"/>
                </a:defRPr>
              </a:pPr>
            </a:p>
          </p:txBody>
        </p:sp>
        <p:sp>
          <p:nvSpPr>
            <p:cNvPr id="640" name="RecoveryAction"/>
            <p:cNvSpPr txBox="1"/>
            <p:nvPr/>
          </p:nvSpPr>
          <p:spPr>
            <a:xfrm>
              <a:off x="0" y="0"/>
              <a:ext cx="1419225" cy="2032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 algn="ctr">
                <a:defRPr b="1" sz="1300">
                  <a:solidFill>
                    <a:srgbClr val="0052A5"/>
                  </a:solidFill>
                  <a:latin typeface="Microsoft YaHei"/>
                  <a:ea typeface="Microsoft YaHei"/>
                  <a:cs typeface="Microsoft YaHei"/>
                  <a:sym typeface="Microsoft YaHei"/>
                </a:defRPr>
              </a:lvl1pPr>
            </a:lstStyle>
            <a:p>
              <a:pPr/>
              <a:r>
                <a:t>RecoveryAction</a:t>
              </a:r>
            </a:p>
          </p:txBody>
        </p:sp>
      </p:grpSp>
      <p:grpSp>
        <p:nvGrpSpPr>
          <p:cNvPr id="644" name="矩形 1018"/>
          <p:cNvGrpSpPr/>
          <p:nvPr/>
        </p:nvGrpSpPr>
        <p:grpSpPr>
          <a:xfrm>
            <a:off x="7553325" y="3581400"/>
            <a:ext cx="1419225" cy="400050"/>
            <a:chOff x="0" y="0"/>
            <a:chExt cx="1419225" cy="400050"/>
          </a:xfrm>
        </p:grpSpPr>
        <p:sp>
          <p:nvSpPr>
            <p:cNvPr id="642" name="矩形"/>
            <p:cNvSpPr/>
            <p:nvPr/>
          </p:nvSpPr>
          <p:spPr>
            <a:xfrm>
              <a:off x="0" y="0"/>
              <a:ext cx="1419225" cy="40005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algn="ctr">
                <a:defRPr sz="900">
                  <a:solidFill>
                    <a:srgbClr val="46566A"/>
                  </a:solidFill>
                  <a:latin typeface="Microsoft YaHei"/>
                  <a:ea typeface="Microsoft YaHei"/>
                  <a:cs typeface="Microsoft YaHei"/>
                  <a:sym typeface="Microsoft YaHei"/>
                </a:defRPr>
              </a:pPr>
            </a:p>
          </p:txBody>
        </p:sp>
        <p:sp>
          <p:nvSpPr>
            <p:cNvPr id="643" name="continue / patch / replan / stop"/>
            <p:cNvSpPr txBox="1"/>
            <p:nvPr/>
          </p:nvSpPr>
          <p:spPr>
            <a:xfrm>
              <a:off x="0" y="0"/>
              <a:ext cx="1419225" cy="2794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 algn="ctr">
                <a:defRPr sz="900">
                  <a:solidFill>
                    <a:srgbClr val="46566A"/>
                  </a:solidFill>
                  <a:latin typeface="Microsoft YaHei"/>
                  <a:ea typeface="Microsoft YaHei"/>
                  <a:cs typeface="Microsoft YaHei"/>
                  <a:sym typeface="Microsoft YaHei"/>
                </a:defRPr>
              </a:lvl1pPr>
            </a:lstStyle>
            <a:p>
              <a:pPr/>
              <a:r>
                <a:t>continue / patch / replan / stop</a:t>
              </a:r>
            </a:p>
          </p:txBody>
        </p:sp>
      </p:grpSp>
      <p:grpSp>
        <p:nvGrpSpPr>
          <p:cNvPr id="647" name="矩形 1019"/>
          <p:cNvGrpSpPr/>
          <p:nvPr/>
        </p:nvGrpSpPr>
        <p:grpSpPr>
          <a:xfrm>
            <a:off x="9115425" y="3476625"/>
            <a:ext cx="333375" cy="285750"/>
            <a:chOff x="0" y="0"/>
            <a:chExt cx="333375" cy="285750"/>
          </a:xfrm>
        </p:grpSpPr>
        <p:sp>
          <p:nvSpPr>
            <p:cNvPr id="645" name="矩形"/>
            <p:cNvSpPr/>
            <p:nvPr/>
          </p:nvSpPr>
          <p:spPr>
            <a:xfrm>
              <a:off x="0" y="0"/>
              <a:ext cx="333375" cy="28575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algn="ctr">
                <a:defRPr b="1" sz="1600">
                  <a:solidFill>
                    <a:srgbClr val="9DC3E6"/>
                  </a:solidFill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646" name="→"/>
            <p:cNvSpPr txBox="1"/>
            <p:nvPr/>
          </p:nvSpPr>
          <p:spPr>
            <a:xfrm>
              <a:off x="0" y="0"/>
              <a:ext cx="333375" cy="22195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 algn="ctr">
                <a:defRPr b="1" sz="1600">
                  <a:solidFill>
                    <a:srgbClr val="9DC3E6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→</a:t>
              </a:r>
            </a:p>
          </p:txBody>
        </p:sp>
      </p:grpSp>
      <p:sp>
        <p:nvSpPr>
          <p:cNvPr id="648" name="圆角矩形 1020"/>
          <p:cNvSpPr/>
          <p:nvPr/>
        </p:nvSpPr>
        <p:spPr>
          <a:xfrm>
            <a:off x="9620250" y="3143250"/>
            <a:ext cx="1762125" cy="9144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>
            <a:solidFill>
              <a:srgbClr val="C9DDF1"/>
            </a:solidFill>
          </a:ln>
        </p:spPr>
        <p:txBody>
          <a:bodyPr lIns="45719" rIns="45719"/>
          <a:lstStyle/>
          <a:p>
            <a:pPr/>
          </a:p>
        </p:txBody>
      </p:sp>
      <p:grpSp>
        <p:nvGrpSpPr>
          <p:cNvPr id="651" name="矩形 1021"/>
          <p:cNvGrpSpPr/>
          <p:nvPr/>
        </p:nvGrpSpPr>
        <p:grpSpPr>
          <a:xfrm>
            <a:off x="9791700" y="3276600"/>
            <a:ext cx="1419225" cy="228600"/>
            <a:chOff x="0" y="0"/>
            <a:chExt cx="1419225" cy="228600"/>
          </a:xfrm>
        </p:grpSpPr>
        <p:sp>
          <p:nvSpPr>
            <p:cNvPr id="649" name="矩形"/>
            <p:cNvSpPr/>
            <p:nvPr/>
          </p:nvSpPr>
          <p:spPr>
            <a:xfrm>
              <a:off x="0" y="0"/>
              <a:ext cx="1419225" cy="2286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algn="ctr">
                <a:defRPr b="1" sz="1300">
                  <a:solidFill>
                    <a:srgbClr val="0052A5"/>
                  </a:solidFill>
                  <a:latin typeface="Microsoft YaHei"/>
                  <a:ea typeface="Microsoft YaHei"/>
                  <a:cs typeface="Microsoft YaHei"/>
                  <a:sym typeface="Microsoft YaHei"/>
                </a:defRPr>
              </a:pPr>
            </a:p>
          </p:txBody>
        </p:sp>
        <p:sp>
          <p:nvSpPr>
            <p:cNvPr id="650" name="EventLog"/>
            <p:cNvSpPr txBox="1"/>
            <p:nvPr/>
          </p:nvSpPr>
          <p:spPr>
            <a:xfrm>
              <a:off x="0" y="0"/>
              <a:ext cx="1419225" cy="2032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 algn="ctr">
                <a:defRPr b="1" sz="1300">
                  <a:solidFill>
                    <a:srgbClr val="0052A5"/>
                  </a:solidFill>
                  <a:latin typeface="Microsoft YaHei"/>
                  <a:ea typeface="Microsoft YaHei"/>
                  <a:cs typeface="Microsoft YaHei"/>
                  <a:sym typeface="Microsoft YaHei"/>
                </a:defRPr>
              </a:lvl1pPr>
            </a:lstStyle>
            <a:p>
              <a:pPr/>
              <a:r>
                <a:t>EventLog</a:t>
              </a:r>
            </a:p>
          </p:txBody>
        </p:sp>
      </p:grpSp>
      <p:grpSp>
        <p:nvGrpSpPr>
          <p:cNvPr id="654" name="矩形 1022"/>
          <p:cNvGrpSpPr/>
          <p:nvPr/>
        </p:nvGrpSpPr>
        <p:grpSpPr>
          <a:xfrm>
            <a:off x="9791700" y="3581400"/>
            <a:ext cx="1419225" cy="400050"/>
            <a:chOff x="0" y="0"/>
            <a:chExt cx="1419225" cy="400050"/>
          </a:xfrm>
        </p:grpSpPr>
        <p:sp>
          <p:nvSpPr>
            <p:cNvPr id="652" name="矩形"/>
            <p:cNvSpPr/>
            <p:nvPr/>
          </p:nvSpPr>
          <p:spPr>
            <a:xfrm>
              <a:off x="0" y="0"/>
              <a:ext cx="1419225" cy="40005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algn="ctr">
                <a:defRPr sz="900">
                  <a:solidFill>
                    <a:srgbClr val="46566A"/>
                  </a:solidFill>
                  <a:latin typeface="Microsoft YaHei"/>
                  <a:ea typeface="Microsoft YaHei"/>
                  <a:cs typeface="Microsoft YaHei"/>
                  <a:sym typeface="Microsoft YaHei"/>
                </a:defRPr>
              </a:pPr>
            </a:p>
          </p:txBody>
        </p:sp>
        <p:sp>
          <p:nvSpPr>
            <p:cNvPr id="653" name="Snapshot / 审计恢复"/>
            <p:cNvSpPr txBox="1"/>
            <p:nvPr/>
          </p:nvSpPr>
          <p:spPr>
            <a:xfrm>
              <a:off x="0" y="0"/>
              <a:ext cx="1419225" cy="1651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 algn="ctr">
                <a:defRPr sz="900">
                  <a:solidFill>
                    <a:srgbClr val="46566A"/>
                  </a:solidFill>
                  <a:latin typeface="Microsoft YaHei"/>
                  <a:ea typeface="Microsoft YaHei"/>
                  <a:cs typeface="Microsoft YaHei"/>
                  <a:sym typeface="Microsoft YaHei"/>
                </a:defRPr>
              </a:lvl1pPr>
            </a:lstStyle>
            <a:p>
              <a:pPr/>
              <a:r>
                <a:t>Snapshot / 审计恢复</a:t>
              </a:r>
            </a:p>
          </p:txBody>
        </p:sp>
      </p:grpSp>
      <p:grpSp>
        <p:nvGrpSpPr>
          <p:cNvPr id="657" name="矩形 1023"/>
          <p:cNvGrpSpPr/>
          <p:nvPr/>
        </p:nvGrpSpPr>
        <p:grpSpPr>
          <a:xfrm>
            <a:off x="1619250" y="4895850"/>
            <a:ext cx="8953500" cy="323850"/>
            <a:chOff x="0" y="0"/>
            <a:chExt cx="8953500" cy="323850"/>
          </a:xfrm>
        </p:grpSpPr>
        <p:sp>
          <p:nvSpPr>
            <p:cNvPr id="655" name="矩形"/>
            <p:cNvSpPr/>
            <p:nvPr/>
          </p:nvSpPr>
          <p:spPr>
            <a:xfrm>
              <a:off x="0" y="0"/>
              <a:ext cx="8953500" cy="32385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algn="ctr">
                <a:defRPr b="1" sz="1500">
                  <a:solidFill>
                    <a:srgbClr val="082B60"/>
                  </a:solidFill>
                  <a:latin typeface="Microsoft YaHei"/>
                  <a:ea typeface="Microsoft YaHei"/>
                  <a:cs typeface="Microsoft YaHei"/>
                  <a:sym typeface="Microsoft YaHei"/>
                </a:defRPr>
              </a:pPr>
            </a:p>
          </p:txBody>
        </p:sp>
        <p:sp>
          <p:nvSpPr>
            <p:cNvPr id="656" name="算法依赖的是结构化对象流转，而不是 Agent 间直接传递自然语言计划。"/>
            <p:cNvSpPr txBox="1"/>
            <p:nvPr/>
          </p:nvSpPr>
          <p:spPr>
            <a:xfrm>
              <a:off x="0" y="0"/>
              <a:ext cx="8953500" cy="2667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 algn="ctr">
                <a:defRPr b="1" sz="1500">
                  <a:solidFill>
                    <a:srgbClr val="082B60"/>
                  </a:solidFill>
                  <a:latin typeface="Microsoft YaHei"/>
                  <a:ea typeface="Microsoft YaHei"/>
                  <a:cs typeface="Microsoft YaHei"/>
                  <a:sym typeface="Microsoft YaHei"/>
                </a:defRPr>
              </a:lvl1pPr>
            </a:lstStyle>
            <a:p>
              <a:pPr/>
              <a:r>
                <a:t>算法依赖的是结构化对象流转，而不是 Agent 间直接传递自然语言计划。</a:t>
              </a:r>
            </a:p>
          </p:txBody>
        </p:sp>
      </p:grp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矩形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pic>
        <p:nvPicPr>
          <p:cNvPr id="660" name="image4.png" descr="image4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09550" y="146513"/>
            <a:ext cx="590550" cy="421349"/>
          </a:xfrm>
          <a:prstGeom prst="rect">
            <a:avLst/>
          </a:prstGeom>
          <a:ln w="12700">
            <a:miter lim="400000"/>
          </a:ln>
        </p:spPr>
      </p:pic>
      <p:pic>
        <p:nvPicPr>
          <p:cNvPr id="661" name="image5.png" descr="image5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0694365" y="133350"/>
            <a:ext cx="690220" cy="457200"/>
          </a:xfrm>
          <a:prstGeom prst="rect">
            <a:avLst/>
          </a:prstGeom>
          <a:ln w="12700">
            <a:miter lim="400000"/>
          </a:ln>
        </p:spPr>
      </p:pic>
      <p:sp>
        <p:nvSpPr>
          <p:cNvPr id="662" name="矩形"/>
          <p:cNvSpPr/>
          <p:nvPr/>
        </p:nvSpPr>
        <p:spPr>
          <a:xfrm>
            <a:off x="0" y="714375"/>
            <a:ext cx="12192000" cy="28575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663" name="矩形"/>
          <p:cNvSpPr/>
          <p:nvPr/>
        </p:nvSpPr>
        <p:spPr>
          <a:xfrm>
            <a:off x="0" y="771525"/>
            <a:ext cx="12192000" cy="19050"/>
          </a:xfrm>
          <a:prstGeom prst="rect">
            <a:avLst/>
          </a:prstGeom>
          <a:solidFill>
            <a:srgbClr val="8BC7F7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664" name="矩形"/>
          <p:cNvSpPr/>
          <p:nvPr/>
        </p:nvSpPr>
        <p:spPr>
          <a:xfrm>
            <a:off x="2667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665" name="矩形"/>
          <p:cNvSpPr/>
          <p:nvPr/>
        </p:nvSpPr>
        <p:spPr>
          <a:xfrm>
            <a:off x="4191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666" name="矩形"/>
          <p:cNvSpPr/>
          <p:nvPr/>
        </p:nvSpPr>
        <p:spPr>
          <a:xfrm>
            <a:off x="5715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667" name="矩形"/>
          <p:cNvSpPr/>
          <p:nvPr/>
        </p:nvSpPr>
        <p:spPr>
          <a:xfrm>
            <a:off x="7239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668" name="矩形"/>
          <p:cNvSpPr/>
          <p:nvPr/>
        </p:nvSpPr>
        <p:spPr>
          <a:xfrm>
            <a:off x="8763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669" name="矩形"/>
          <p:cNvSpPr/>
          <p:nvPr/>
        </p:nvSpPr>
        <p:spPr>
          <a:xfrm>
            <a:off x="10287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670" name="矩形"/>
          <p:cNvSpPr/>
          <p:nvPr/>
        </p:nvSpPr>
        <p:spPr>
          <a:xfrm>
            <a:off x="11811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671" name="矩形"/>
          <p:cNvSpPr/>
          <p:nvPr/>
        </p:nvSpPr>
        <p:spPr>
          <a:xfrm>
            <a:off x="13335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672" name="矩形"/>
          <p:cNvSpPr/>
          <p:nvPr/>
        </p:nvSpPr>
        <p:spPr>
          <a:xfrm>
            <a:off x="14859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673" name="矩形"/>
          <p:cNvSpPr/>
          <p:nvPr/>
        </p:nvSpPr>
        <p:spPr>
          <a:xfrm>
            <a:off x="16383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674" name="矩形"/>
          <p:cNvSpPr/>
          <p:nvPr/>
        </p:nvSpPr>
        <p:spPr>
          <a:xfrm>
            <a:off x="17907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675" name="矩形"/>
          <p:cNvSpPr/>
          <p:nvPr/>
        </p:nvSpPr>
        <p:spPr>
          <a:xfrm>
            <a:off x="19431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676" name="矩形"/>
          <p:cNvSpPr/>
          <p:nvPr/>
        </p:nvSpPr>
        <p:spPr>
          <a:xfrm>
            <a:off x="20955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677" name="矩形"/>
          <p:cNvSpPr/>
          <p:nvPr/>
        </p:nvSpPr>
        <p:spPr>
          <a:xfrm>
            <a:off x="22479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678" name="矩形"/>
          <p:cNvSpPr/>
          <p:nvPr/>
        </p:nvSpPr>
        <p:spPr>
          <a:xfrm>
            <a:off x="24003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679" name="矩形"/>
          <p:cNvSpPr/>
          <p:nvPr/>
        </p:nvSpPr>
        <p:spPr>
          <a:xfrm>
            <a:off x="25527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680" name="矩形"/>
          <p:cNvSpPr/>
          <p:nvPr/>
        </p:nvSpPr>
        <p:spPr>
          <a:xfrm>
            <a:off x="27051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681" name="矩形"/>
          <p:cNvSpPr/>
          <p:nvPr/>
        </p:nvSpPr>
        <p:spPr>
          <a:xfrm>
            <a:off x="28575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682" name="矩形"/>
          <p:cNvSpPr/>
          <p:nvPr/>
        </p:nvSpPr>
        <p:spPr>
          <a:xfrm>
            <a:off x="30099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683" name="矩形"/>
          <p:cNvSpPr/>
          <p:nvPr/>
        </p:nvSpPr>
        <p:spPr>
          <a:xfrm>
            <a:off x="31623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684" name="矩形"/>
          <p:cNvSpPr/>
          <p:nvPr/>
        </p:nvSpPr>
        <p:spPr>
          <a:xfrm>
            <a:off x="33147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685" name="矩形"/>
          <p:cNvSpPr/>
          <p:nvPr/>
        </p:nvSpPr>
        <p:spPr>
          <a:xfrm>
            <a:off x="34671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686" name="矩形"/>
          <p:cNvSpPr/>
          <p:nvPr/>
        </p:nvSpPr>
        <p:spPr>
          <a:xfrm>
            <a:off x="36195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687" name="矩形"/>
          <p:cNvSpPr/>
          <p:nvPr/>
        </p:nvSpPr>
        <p:spPr>
          <a:xfrm>
            <a:off x="37719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688" name="矩形"/>
          <p:cNvSpPr/>
          <p:nvPr/>
        </p:nvSpPr>
        <p:spPr>
          <a:xfrm>
            <a:off x="39243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689" name="矩形"/>
          <p:cNvSpPr/>
          <p:nvPr/>
        </p:nvSpPr>
        <p:spPr>
          <a:xfrm>
            <a:off x="40767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690" name="矩形"/>
          <p:cNvSpPr/>
          <p:nvPr/>
        </p:nvSpPr>
        <p:spPr>
          <a:xfrm>
            <a:off x="42291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691" name="矩形"/>
          <p:cNvSpPr/>
          <p:nvPr/>
        </p:nvSpPr>
        <p:spPr>
          <a:xfrm>
            <a:off x="43815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692" name="矩形"/>
          <p:cNvSpPr/>
          <p:nvPr/>
        </p:nvSpPr>
        <p:spPr>
          <a:xfrm>
            <a:off x="45339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693" name="矩形"/>
          <p:cNvSpPr/>
          <p:nvPr/>
        </p:nvSpPr>
        <p:spPr>
          <a:xfrm>
            <a:off x="46863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694" name="矩形"/>
          <p:cNvSpPr/>
          <p:nvPr/>
        </p:nvSpPr>
        <p:spPr>
          <a:xfrm>
            <a:off x="48387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695" name="矩形"/>
          <p:cNvSpPr/>
          <p:nvPr/>
        </p:nvSpPr>
        <p:spPr>
          <a:xfrm>
            <a:off x="49911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696" name="矩形"/>
          <p:cNvSpPr/>
          <p:nvPr/>
        </p:nvSpPr>
        <p:spPr>
          <a:xfrm>
            <a:off x="51435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697" name="矩形"/>
          <p:cNvSpPr/>
          <p:nvPr/>
        </p:nvSpPr>
        <p:spPr>
          <a:xfrm>
            <a:off x="52959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698" name="矩形"/>
          <p:cNvSpPr/>
          <p:nvPr/>
        </p:nvSpPr>
        <p:spPr>
          <a:xfrm>
            <a:off x="54483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699" name="矩形"/>
          <p:cNvSpPr/>
          <p:nvPr/>
        </p:nvSpPr>
        <p:spPr>
          <a:xfrm>
            <a:off x="56007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700" name="矩形"/>
          <p:cNvSpPr/>
          <p:nvPr/>
        </p:nvSpPr>
        <p:spPr>
          <a:xfrm>
            <a:off x="57531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701" name="矩形"/>
          <p:cNvSpPr/>
          <p:nvPr/>
        </p:nvSpPr>
        <p:spPr>
          <a:xfrm>
            <a:off x="59055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702" name="矩形"/>
          <p:cNvSpPr/>
          <p:nvPr/>
        </p:nvSpPr>
        <p:spPr>
          <a:xfrm>
            <a:off x="60579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703" name="矩形"/>
          <p:cNvSpPr/>
          <p:nvPr/>
        </p:nvSpPr>
        <p:spPr>
          <a:xfrm>
            <a:off x="62103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704" name="矩形"/>
          <p:cNvSpPr/>
          <p:nvPr/>
        </p:nvSpPr>
        <p:spPr>
          <a:xfrm>
            <a:off x="63627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705" name="矩形"/>
          <p:cNvSpPr/>
          <p:nvPr/>
        </p:nvSpPr>
        <p:spPr>
          <a:xfrm>
            <a:off x="65151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706" name="矩形"/>
          <p:cNvSpPr/>
          <p:nvPr/>
        </p:nvSpPr>
        <p:spPr>
          <a:xfrm>
            <a:off x="66675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707" name="矩形"/>
          <p:cNvSpPr/>
          <p:nvPr/>
        </p:nvSpPr>
        <p:spPr>
          <a:xfrm>
            <a:off x="68199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708" name="矩形"/>
          <p:cNvSpPr/>
          <p:nvPr/>
        </p:nvSpPr>
        <p:spPr>
          <a:xfrm>
            <a:off x="69723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709" name="矩形"/>
          <p:cNvSpPr/>
          <p:nvPr/>
        </p:nvSpPr>
        <p:spPr>
          <a:xfrm>
            <a:off x="71247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710" name="矩形"/>
          <p:cNvSpPr/>
          <p:nvPr/>
        </p:nvSpPr>
        <p:spPr>
          <a:xfrm>
            <a:off x="72771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711" name="矩形"/>
          <p:cNvSpPr/>
          <p:nvPr/>
        </p:nvSpPr>
        <p:spPr>
          <a:xfrm>
            <a:off x="74295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712" name="矩形"/>
          <p:cNvSpPr/>
          <p:nvPr/>
        </p:nvSpPr>
        <p:spPr>
          <a:xfrm>
            <a:off x="75819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713" name="矩形"/>
          <p:cNvSpPr/>
          <p:nvPr/>
        </p:nvSpPr>
        <p:spPr>
          <a:xfrm>
            <a:off x="77343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714" name="矩形"/>
          <p:cNvSpPr/>
          <p:nvPr/>
        </p:nvSpPr>
        <p:spPr>
          <a:xfrm>
            <a:off x="78867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715" name="矩形"/>
          <p:cNvSpPr/>
          <p:nvPr/>
        </p:nvSpPr>
        <p:spPr>
          <a:xfrm>
            <a:off x="80391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716" name="矩形"/>
          <p:cNvSpPr/>
          <p:nvPr/>
        </p:nvSpPr>
        <p:spPr>
          <a:xfrm>
            <a:off x="81915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717" name="矩形"/>
          <p:cNvSpPr/>
          <p:nvPr/>
        </p:nvSpPr>
        <p:spPr>
          <a:xfrm>
            <a:off x="83439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718" name="矩形"/>
          <p:cNvSpPr/>
          <p:nvPr/>
        </p:nvSpPr>
        <p:spPr>
          <a:xfrm>
            <a:off x="84963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719" name="矩形"/>
          <p:cNvSpPr/>
          <p:nvPr/>
        </p:nvSpPr>
        <p:spPr>
          <a:xfrm>
            <a:off x="86487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720" name="矩形"/>
          <p:cNvSpPr/>
          <p:nvPr/>
        </p:nvSpPr>
        <p:spPr>
          <a:xfrm>
            <a:off x="88011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721" name="矩形"/>
          <p:cNvSpPr/>
          <p:nvPr/>
        </p:nvSpPr>
        <p:spPr>
          <a:xfrm>
            <a:off x="89535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722" name="矩形"/>
          <p:cNvSpPr/>
          <p:nvPr/>
        </p:nvSpPr>
        <p:spPr>
          <a:xfrm>
            <a:off x="91059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723" name="矩形"/>
          <p:cNvSpPr/>
          <p:nvPr/>
        </p:nvSpPr>
        <p:spPr>
          <a:xfrm>
            <a:off x="92583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724" name="矩形"/>
          <p:cNvSpPr/>
          <p:nvPr/>
        </p:nvSpPr>
        <p:spPr>
          <a:xfrm>
            <a:off x="94107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725" name="矩形"/>
          <p:cNvSpPr/>
          <p:nvPr/>
        </p:nvSpPr>
        <p:spPr>
          <a:xfrm>
            <a:off x="95631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726" name="矩形"/>
          <p:cNvSpPr/>
          <p:nvPr/>
        </p:nvSpPr>
        <p:spPr>
          <a:xfrm>
            <a:off x="97155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727" name="矩形"/>
          <p:cNvSpPr/>
          <p:nvPr/>
        </p:nvSpPr>
        <p:spPr>
          <a:xfrm>
            <a:off x="98679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728" name="矩形"/>
          <p:cNvSpPr/>
          <p:nvPr/>
        </p:nvSpPr>
        <p:spPr>
          <a:xfrm>
            <a:off x="100203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729" name="矩形"/>
          <p:cNvSpPr/>
          <p:nvPr/>
        </p:nvSpPr>
        <p:spPr>
          <a:xfrm>
            <a:off x="101727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730" name="矩形"/>
          <p:cNvSpPr/>
          <p:nvPr/>
        </p:nvSpPr>
        <p:spPr>
          <a:xfrm>
            <a:off x="103251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pic>
        <p:nvPicPr>
          <p:cNvPr id="731" name="image3.png" descr="image3.png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400050" y="6535384"/>
            <a:ext cx="2000250" cy="197559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734" name="矩形 982"/>
          <p:cNvGrpSpPr/>
          <p:nvPr/>
        </p:nvGrpSpPr>
        <p:grpSpPr>
          <a:xfrm>
            <a:off x="1000125" y="200025"/>
            <a:ext cx="7239000" cy="457200"/>
            <a:chOff x="0" y="0"/>
            <a:chExt cx="7239000" cy="457200"/>
          </a:xfrm>
        </p:grpSpPr>
        <p:sp>
          <p:nvSpPr>
            <p:cNvPr id="732" name="矩形"/>
            <p:cNvSpPr/>
            <p:nvPr/>
          </p:nvSpPr>
          <p:spPr>
            <a:xfrm>
              <a:off x="0" y="0"/>
              <a:ext cx="7239000" cy="4572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b="1" sz="2200">
                  <a:solidFill>
                    <a:srgbClr val="0052A5"/>
                  </a:solidFill>
                  <a:latin typeface="Microsoft YaHei"/>
                  <a:ea typeface="Microsoft YaHei"/>
                  <a:cs typeface="Microsoft YaHei"/>
                  <a:sym typeface="Microsoft YaHei"/>
                </a:defRPr>
              </a:pPr>
            </a:p>
          </p:txBody>
        </p:sp>
        <p:sp>
          <p:nvSpPr>
            <p:cNvPr id="733" name="FSM/HITL：恢复动作如何被约束"/>
            <p:cNvSpPr txBox="1"/>
            <p:nvPr/>
          </p:nvSpPr>
          <p:spPr>
            <a:xfrm>
              <a:off x="0" y="38100"/>
              <a:ext cx="7239000" cy="3810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>
                <a:defRPr b="1" sz="2200">
                  <a:solidFill>
                    <a:srgbClr val="0052A5"/>
                  </a:solidFill>
                  <a:latin typeface="Microsoft YaHei"/>
                  <a:ea typeface="Microsoft YaHei"/>
                  <a:cs typeface="Microsoft YaHei"/>
                  <a:sym typeface="Microsoft YaHei"/>
                </a:defRPr>
              </a:lvl1pPr>
            </a:lstStyle>
            <a:p>
              <a:pPr/>
              <a:r>
                <a:t>FSM/HITL：恢复动作如何被约束</a:t>
              </a:r>
            </a:p>
          </p:txBody>
        </p:sp>
      </p:grpSp>
      <p:grpSp>
        <p:nvGrpSpPr>
          <p:cNvPr id="737" name="矩形 983"/>
          <p:cNvGrpSpPr/>
          <p:nvPr/>
        </p:nvGrpSpPr>
        <p:grpSpPr>
          <a:xfrm>
            <a:off x="8667750" y="228600"/>
            <a:ext cx="1428750" cy="209550"/>
            <a:chOff x="0" y="0"/>
            <a:chExt cx="1428750" cy="209550"/>
          </a:xfrm>
        </p:grpSpPr>
        <p:sp>
          <p:nvSpPr>
            <p:cNvPr id="735" name="矩形"/>
            <p:cNvSpPr/>
            <p:nvPr/>
          </p:nvSpPr>
          <p:spPr>
            <a:xfrm>
              <a:off x="0" y="0"/>
              <a:ext cx="1428750" cy="20955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b="1" sz="700">
                  <a:solidFill>
                    <a:srgbClr val="6B7280"/>
                  </a:solidFill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736" name="FSM / HITL"/>
            <p:cNvSpPr txBox="1"/>
            <p:nvPr/>
          </p:nvSpPr>
          <p:spPr>
            <a:xfrm>
              <a:off x="0" y="41274"/>
              <a:ext cx="1428750" cy="1270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>
                <a:defRPr b="1" sz="700">
                  <a:solidFill>
                    <a:srgbClr val="6B728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FSM / HITL</a:t>
              </a:r>
            </a:p>
          </p:txBody>
        </p:sp>
      </p:grpSp>
      <p:grpSp>
        <p:nvGrpSpPr>
          <p:cNvPr id="740" name="矩形 984"/>
          <p:cNvGrpSpPr/>
          <p:nvPr/>
        </p:nvGrpSpPr>
        <p:grpSpPr>
          <a:xfrm>
            <a:off x="11696700" y="6419850"/>
            <a:ext cx="323850" cy="266700"/>
            <a:chOff x="0" y="0"/>
            <a:chExt cx="323850" cy="266700"/>
          </a:xfrm>
        </p:grpSpPr>
        <p:sp>
          <p:nvSpPr>
            <p:cNvPr id="738" name="矩形"/>
            <p:cNvSpPr/>
            <p:nvPr/>
          </p:nvSpPr>
          <p:spPr>
            <a:xfrm>
              <a:off x="0" y="0"/>
              <a:ext cx="323850" cy="2667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algn="ctr">
                <a:defRPr b="1" sz="1300">
                  <a:solidFill>
                    <a:srgbClr val="8A8A8A"/>
                  </a:solidFill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739" name="6"/>
            <p:cNvSpPr txBox="1"/>
            <p:nvPr/>
          </p:nvSpPr>
          <p:spPr>
            <a:xfrm>
              <a:off x="0" y="0"/>
              <a:ext cx="323850" cy="18509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 algn="ctr">
                <a:defRPr b="1" sz="1300">
                  <a:solidFill>
                    <a:srgbClr val="8A8A8A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6</a:t>
              </a:r>
            </a:p>
          </p:txBody>
        </p:sp>
      </p:grpSp>
      <p:sp>
        <p:nvSpPr>
          <p:cNvPr id="741" name="矩形 985"/>
          <p:cNvSpPr/>
          <p:nvPr/>
        </p:nvSpPr>
        <p:spPr>
          <a:xfrm>
            <a:off x="733425" y="1114425"/>
            <a:ext cx="7258050" cy="3848100"/>
          </a:xfrm>
          <a:prstGeom prst="rect">
            <a:avLst/>
          </a:prstGeom>
          <a:solidFill>
            <a:srgbClr val="FFFFFF"/>
          </a:solidFill>
          <a:ln>
            <a:solidFill>
              <a:srgbClr val="C9DDF1"/>
            </a:solidFill>
          </a:ln>
        </p:spPr>
        <p:txBody>
          <a:bodyPr lIns="45719" rIns="45719"/>
          <a:lstStyle/>
          <a:p>
            <a:pPr/>
          </a:p>
        </p:txBody>
      </p:sp>
      <p:pic>
        <p:nvPicPr>
          <p:cNvPr id="742" name="图片 986" descr="图片 986"/>
          <p:cNvPicPr>
            <a:picLocks noChangeAspect="1"/>
          </p:cNvPicPr>
          <p:nvPr/>
        </p:nvPicPr>
        <p:blipFill>
          <a:blip r:embed="rId5">
            <a:extLst/>
          </a:blip>
          <a:srcRect l="0" t="8375" r="0" b="8375"/>
          <a:stretch>
            <a:fillRect/>
          </a:stretch>
        </p:blipFill>
        <p:spPr>
          <a:xfrm>
            <a:off x="742950" y="1123949"/>
            <a:ext cx="7239000" cy="3829051"/>
          </a:xfrm>
          <a:prstGeom prst="rect">
            <a:avLst/>
          </a:prstGeom>
          <a:ln w="12700">
            <a:miter lim="400000"/>
          </a:ln>
        </p:spPr>
      </p:pic>
      <p:sp>
        <p:nvSpPr>
          <p:cNvPr id="743" name="矩形 987"/>
          <p:cNvSpPr/>
          <p:nvPr/>
        </p:nvSpPr>
        <p:spPr>
          <a:xfrm>
            <a:off x="733425" y="1114425"/>
            <a:ext cx="7258050" cy="38481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solidFill>
              <a:srgbClr val="C9DDF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744" name="圆角矩形 988"/>
          <p:cNvSpPr/>
          <p:nvPr/>
        </p:nvSpPr>
        <p:spPr>
          <a:xfrm>
            <a:off x="8334375" y="1238250"/>
            <a:ext cx="2905125" cy="877888"/>
          </a:xfrm>
          <a:prstGeom prst="roundRect">
            <a:avLst>
              <a:gd name="adj" fmla="val 8680"/>
            </a:avLst>
          </a:prstGeom>
          <a:solidFill>
            <a:srgbClr val="FFFFFF"/>
          </a:solidFill>
          <a:ln>
            <a:solidFill>
              <a:srgbClr val="0052A5"/>
            </a:solidFill>
          </a:ln>
        </p:spPr>
        <p:txBody>
          <a:bodyPr lIns="45719" rIns="45719"/>
          <a:lstStyle/>
          <a:p>
            <a:pPr/>
          </a:p>
        </p:txBody>
      </p:sp>
      <p:grpSp>
        <p:nvGrpSpPr>
          <p:cNvPr id="747" name="矩形 989"/>
          <p:cNvGrpSpPr/>
          <p:nvPr/>
        </p:nvGrpSpPr>
        <p:grpSpPr>
          <a:xfrm>
            <a:off x="8505825" y="1371600"/>
            <a:ext cx="2562225" cy="228600"/>
            <a:chOff x="0" y="0"/>
            <a:chExt cx="2562225" cy="228600"/>
          </a:xfrm>
        </p:grpSpPr>
        <p:sp>
          <p:nvSpPr>
            <p:cNvPr id="745" name="矩形"/>
            <p:cNvSpPr/>
            <p:nvPr/>
          </p:nvSpPr>
          <p:spPr>
            <a:xfrm>
              <a:off x="0" y="0"/>
              <a:ext cx="2562225" cy="2286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b="1" sz="1300">
                  <a:solidFill>
                    <a:srgbClr val="0052A5"/>
                  </a:solidFill>
                  <a:latin typeface="Microsoft YaHei"/>
                  <a:ea typeface="Microsoft YaHei"/>
                  <a:cs typeface="Microsoft YaHei"/>
                  <a:sym typeface="Microsoft YaHei"/>
                </a:defRPr>
              </a:pPr>
            </a:p>
          </p:txBody>
        </p:sp>
        <p:sp>
          <p:nvSpPr>
            <p:cNvPr id="746" name="等待态"/>
            <p:cNvSpPr txBox="1"/>
            <p:nvPr/>
          </p:nvSpPr>
          <p:spPr>
            <a:xfrm>
              <a:off x="0" y="0"/>
              <a:ext cx="2562225" cy="2286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b="1" sz="1300">
                  <a:solidFill>
                    <a:srgbClr val="0052A5"/>
                  </a:solidFill>
                  <a:latin typeface="Microsoft YaHei"/>
                  <a:ea typeface="Microsoft YaHei"/>
                  <a:cs typeface="Microsoft YaHei"/>
                  <a:sym typeface="Microsoft YaHei"/>
                </a:defRPr>
              </a:lvl1pPr>
            </a:lstStyle>
            <a:p>
              <a:pPr/>
              <a:r>
                <a:t>等待态</a:t>
              </a:r>
            </a:p>
          </p:txBody>
        </p:sp>
      </p:grpSp>
      <p:grpSp>
        <p:nvGrpSpPr>
          <p:cNvPr id="750" name="矩形 990"/>
          <p:cNvGrpSpPr/>
          <p:nvPr/>
        </p:nvGrpSpPr>
        <p:grpSpPr>
          <a:xfrm>
            <a:off x="8505825" y="1676400"/>
            <a:ext cx="2562225" cy="330200"/>
            <a:chOff x="0" y="0"/>
            <a:chExt cx="2562225" cy="330200"/>
          </a:xfrm>
        </p:grpSpPr>
        <p:sp>
          <p:nvSpPr>
            <p:cNvPr id="748" name="矩形"/>
            <p:cNvSpPr/>
            <p:nvPr/>
          </p:nvSpPr>
          <p:spPr>
            <a:xfrm>
              <a:off x="0" y="0"/>
              <a:ext cx="2562225" cy="2286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900">
                  <a:solidFill>
                    <a:srgbClr val="46566A"/>
                  </a:solidFill>
                  <a:latin typeface="Microsoft YaHei"/>
                  <a:ea typeface="Microsoft YaHei"/>
                  <a:cs typeface="Microsoft YaHei"/>
                  <a:sym typeface="Microsoft YaHei"/>
                </a:defRPr>
              </a:pPr>
            </a:p>
          </p:txBody>
        </p:sp>
        <p:sp>
          <p:nvSpPr>
            <p:cNvPr id="749" name="PLAN / PATCH / REPLAN 三类确认态均通过 PendingAction 暴露。"/>
            <p:cNvSpPr txBox="1"/>
            <p:nvPr/>
          </p:nvSpPr>
          <p:spPr>
            <a:xfrm>
              <a:off x="0" y="0"/>
              <a:ext cx="2562225" cy="3302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sz="900">
                  <a:solidFill>
                    <a:srgbClr val="46566A"/>
                  </a:solidFill>
                  <a:latin typeface="Microsoft YaHei"/>
                  <a:ea typeface="Microsoft YaHei"/>
                  <a:cs typeface="Microsoft YaHei"/>
                  <a:sym typeface="Microsoft YaHei"/>
                </a:defRPr>
              </a:lvl1pPr>
            </a:lstStyle>
            <a:p>
              <a:pPr/>
              <a:r>
                <a:t>PLAN / PATCH / REPLAN 三类确认态均通过 PendingAction 暴露。</a:t>
              </a:r>
            </a:p>
          </p:txBody>
        </p:sp>
      </p:grpSp>
      <p:sp>
        <p:nvSpPr>
          <p:cNvPr id="751" name="圆角矩形 991"/>
          <p:cNvSpPr/>
          <p:nvPr/>
        </p:nvSpPr>
        <p:spPr>
          <a:xfrm>
            <a:off x="8334375" y="2190750"/>
            <a:ext cx="2905125" cy="881063"/>
          </a:xfrm>
          <a:prstGeom prst="roundRect">
            <a:avLst>
              <a:gd name="adj" fmla="val 8648"/>
            </a:avLst>
          </a:prstGeom>
          <a:solidFill>
            <a:srgbClr val="F5F9FE"/>
          </a:solidFill>
          <a:ln>
            <a:solidFill>
              <a:srgbClr val="C9DDF1"/>
            </a:solidFill>
          </a:ln>
        </p:spPr>
        <p:txBody>
          <a:bodyPr lIns="45719" rIns="45719"/>
          <a:lstStyle/>
          <a:p>
            <a:pPr/>
          </a:p>
        </p:txBody>
      </p:sp>
      <p:grpSp>
        <p:nvGrpSpPr>
          <p:cNvPr id="754" name="矩形 992"/>
          <p:cNvGrpSpPr/>
          <p:nvPr/>
        </p:nvGrpSpPr>
        <p:grpSpPr>
          <a:xfrm>
            <a:off x="8505825" y="2324100"/>
            <a:ext cx="2562225" cy="228600"/>
            <a:chOff x="0" y="0"/>
            <a:chExt cx="2562225" cy="228600"/>
          </a:xfrm>
        </p:grpSpPr>
        <p:sp>
          <p:nvSpPr>
            <p:cNvPr id="752" name="矩形"/>
            <p:cNvSpPr/>
            <p:nvPr/>
          </p:nvSpPr>
          <p:spPr>
            <a:xfrm>
              <a:off x="0" y="0"/>
              <a:ext cx="2562225" cy="2286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b="1" sz="1300">
                  <a:solidFill>
                    <a:srgbClr val="0052A5"/>
                  </a:solidFill>
                  <a:latin typeface="Microsoft YaHei"/>
                  <a:ea typeface="Microsoft YaHei"/>
                  <a:cs typeface="Microsoft YaHei"/>
                  <a:sym typeface="Microsoft YaHei"/>
                </a:defRPr>
              </a:pPr>
            </a:p>
          </p:txBody>
        </p:sp>
        <p:sp>
          <p:nvSpPr>
            <p:cNvPr id="753" name="恢复动作"/>
            <p:cNvSpPr txBox="1"/>
            <p:nvPr/>
          </p:nvSpPr>
          <p:spPr>
            <a:xfrm>
              <a:off x="0" y="0"/>
              <a:ext cx="2562225" cy="2286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b="1" sz="1300">
                  <a:solidFill>
                    <a:srgbClr val="0052A5"/>
                  </a:solidFill>
                  <a:latin typeface="Microsoft YaHei"/>
                  <a:ea typeface="Microsoft YaHei"/>
                  <a:cs typeface="Microsoft YaHei"/>
                  <a:sym typeface="Microsoft YaHei"/>
                </a:defRPr>
              </a:lvl1pPr>
            </a:lstStyle>
            <a:p>
              <a:pPr/>
              <a:r>
                <a:t>恢复动作</a:t>
              </a:r>
            </a:p>
          </p:txBody>
        </p:sp>
      </p:grpSp>
      <p:grpSp>
        <p:nvGrpSpPr>
          <p:cNvPr id="757" name="矩形 993"/>
          <p:cNvGrpSpPr/>
          <p:nvPr/>
        </p:nvGrpSpPr>
        <p:grpSpPr>
          <a:xfrm>
            <a:off x="8505825" y="2628900"/>
            <a:ext cx="2562225" cy="330200"/>
            <a:chOff x="0" y="0"/>
            <a:chExt cx="2562225" cy="330200"/>
          </a:xfrm>
        </p:grpSpPr>
        <p:sp>
          <p:nvSpPr>
            <p:cNvPr id="755" name="矩形"/>
            <p:cNvSpPr/>
            <p:nvPr/>
          </p:nvSpPr>
          <p:spPr>
            <a:xfrm>
              <a:off x="0" y="0"/>
              <a:ext cx="2562225" cy="2286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900">
                  <a:solidFill>
                    <a:srgbClr val="46566A"/>
                  </a:solidFill>
                  <a:latin typeface="Microsoft YaHei"/>
                  <a:ea typeface="Microsoft YaHei"/>
                  <a:cs typeface="Microsoft YaHei"/>
                  <a:sym typeface="Microsoft YaHei"/>
                </a:defRPr>
              </a:pPr>
            </a:p>
          </p:txBody>
        </p:sp>
        <p:sp>
          <p:nvSpPr>
            <p:cNvPr id="756" name="continue、patch_local、suffix_replan、stop 只改变状态机路径。"/>
            <p:cNvSpPr txBox="1"/>
            <p:nvPr/>
          </p:nvSpPr>
          <p:spPr>
            <a:xfrm>
              <a:off x="0" y="0"/>
              <a:ext cx="2562225" cy="3302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sz="900">
                  <a:solidFill>
                    <a:srgbClr val="46566A"/>
                  </a:solidFill>
                  <a:latin typeface="Microsoft YaHei"/>
                  <a:ea typeface="Microsoft YaHei"/>
                  <a:cs typeface="Microsoft YaHei"/>
                  <a:sym typeface="Microsoft YaHei"/>
                </a:defRPr>
              </a:lvl1pPr>
            </a:lstStyle>
            <a:p>
              <a:pPr/>
              <a:r>
                <a:t>continue、patch_local、suffix_replan、stop 只改变状态机路径。</a:t>
              </a:r>
            </a:p>
          </p:txBody>
        </p:sp>
      </p:grpSp>
      <p:sp>
        <p:nvSpPr>
          <p:cNvPr id="758" name="圆角矩形 994"/>
          <p:cNvSpPr/>
          <p:nvPr/>
        </p:nvSpPr>
        <p:spPr>
          <a:xfrm>
            <a:off x="8334375" y="3143250"/>
            <a:ext cx="2905125" cy="952500"/>
          </a:xfrm>
          <a:prstGeom prst="roundRect">
            <a:avLst>
              <a:gd name="adj" fmla="val 8000"/>
            </a:avLst>
          </a:prstGeom>
          <a:solidFill>
            <a:srgbClr val="EAF3FF"/>
          </a:solidFill>
          <a:ln>
            <a:solidFill>
              <a:srgbClr val="9DC3E6"/>
            </a:solidFill>
          </a:ln>
        </p:spPr>
        <p:txBody>
          <a:bodyPr lIns="45719" rIns="45719"/>
          <a:lstStyle/>
          <a:p>
            <a:pPr/>
          </a:p>
        </p:txBody>
      </p:sp>
      <p:grpSp>
        <p:nvGrpSpPr>
          <p:cNvPr id="761" name="矩形 995"/>
          <p:cNvGrpSpPr/>
          <p:nvPr/>
        </p:nvGrpSpPr>
        <p:grpSpPr>
          <a:xfrm>
            <a:off x="8505825" y="3276600"/>
            <a:ext cx="2562225" cy="228600"/>
            <a:chOff x="0" y="0"/>
            <a:chExt cx="2562225" cy="228600"/>
          </a:xfrm>
        </p:grpSpPr>
        <p:sp>
          <p:nvSpPr>
            <p:cNvPr id="759" name="矩形"/>
            <p:cNvSpPr/>
            <p:nvPr/>
          </p:nvSpPr>
          <p:spPr>
            <a:xfrm>
              <a:off x="0" y="0"/>
              <a:ext cx="2562225" cy="2286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b="1" sz="1300">
                  <a:solidFill>
                    <a:srgbClr val="0052A5"/>
                  </a:solidFill>
                  <a:latin typeface="Microsoft YaHei"/>
                  <a:ea typeface="Microsoft YaHei"/>
                  <a:cs typeface="Microsoft YaHei"/>
                  <a:sym typeface="Microsoft YaHei"/>
                </a:defRPr>
              </a:pPr>
            </a:p>
          </p:txBody>
        </p:sp>
        <p:sp>
          <p:nvSpPr>
            <p:cNvPr id="760" name="约束方式"/>
            <p:cNvSpPr txBox="1"/>
            <p:nvPr/>
          </p:nvSpPr>
          <p:spPr>
            <a:xfrm>
              <a:off x="0" y="0"/>
              <a:ext cx="2562225" cy="2286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b="1" sz="1300">
                  <a:solidFill>
                    <a:srgbClr val="0052A5"/>
                  </a:solidFill>
                  <a:latin typeface="Microsoft YaHei"/>
                  <a:ea typeface="Microsoft YaHei"/>
                  <a:cs typeface="Microsoft YaHei"/>
                  <a:sym typeface="Microsoft YaHei"/>
                </a:defRPr>
              </a:lvl1pPr>
            </a:lstStyle>
            <a:p>
              <a:pPr/>
              <a:r>
                <a:t>约束方式</a:t>
              </a:r>
            </a:p>
          </p:txBody>
        </p:sp>
      </p:grpSp>
      <p:grpSp>
        <p:nvGrpSpPr>
          <p:cNvPr id="764" name="矩形 996"/>
          <p:cNvGrpSpPr/>
          <p:nvPr/>
        </p:nvGrpSpPr>
        <p:grpSpPr>
          <a:xfrm>
            <a:off x="8505825" y="3581400"/>
            <a:ext cx="2562225" cy="438150"/>
            <a:chOff x="0" y="0"/>
            <a:chExt cx="2562225" cy="438150"/>
          </a:xfrm>
        </p:grpSpPr>
        <p:sp>
          <p:nvSpPr>
            <p:cNvPr id="762" name="矩形"/>
            <p:cNvSpPr/>
            <p:nvPr/>
          </p:nvSpPr>
          <p:spPr>
            <a:xfrm>
              <a:off x="0" y="0"/>
              <a:ext cx="2562225" cy="43815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900">
                  <a:solidFill>
                    <a:srgbClr val="46566A"/>
                  </a:solidFill>
                  <a:latin typeface="Microsoft YaHei"/>
                  <a:ea typeface="Microsoft YaHei"/>
                  <a:cs typeface="Microsoft YaHei"/>
                  <a:sym typeface="Microsoft YaHei"/>
                </a:defRPr>
              </a:pPr>
            </a:p>
          </p:txBody>
        </p:sp>
        <p:sp>
          <p:nvSpPr>
            <p:cNvPr id="763" name="系统把算法建议转为 Decision、EventLog、Snapshot；等待态下 Executor 不继续调用工具。"/>
            <p:cNvSpPr txBox="1"/>
            <p:nvPr/>
          </p:nvSpPr>
          <p:spPr>
            <a:xfrm>
              <a:off x="0" y="0"/>
              <a:ext cx="2562225" cy="3302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sz="900">
                  <a:solidFill>
                    <a:srgbClr val="46566A"/>
                  </a:solidFill>
                  <a:latin typeface="Microsoft YaHei"/>
                  <a:ea typeface="Microsoft YaHei"/>
                  <a:cs typeface="Microsoft YaHei"/>
                  <a:sym typeface="Microsoft YaHei"/>
                </a:defRPr>
              </a:lvl1pPr>
            </a:lstStyle>
            <a:p>
              <a:pPr/>
              <a:r>
                <a:t>系统把算法建议转为 Decision、EventLog、Snapshot；等待态下 Executor 不继续调用工具。</a:t>
              </a:r>
            </a:p>
          </p:txBody>
        </p:sp>
      </p:grpSp>
      <p:grpSp>
        <p:nvGrpSpPr>
          <p:cNvPr id="767" name="矩形 997"/>
          <p:cNvGrpSpPr/>
          <p:nvPr/>
        </p:nvGrpSpPr>
        <p:grpSpPr>
          <a:xfrm>
            <a:off x="1295400" y="5181600"/>
            <a:ext cx="9525000" cy="285750"/>
            <a:chOff x="0" y="0"/>
            <a:chExt cx="9525000" cy="285750"/>
          </a:xfrm>
        </p:grpSpPr>
        <p:sp>
          <p:nvSpPr>
            <p:cNvPr id="765" name="矩形"/>
            <p:cNvSpPr/>
            <p:nvPr/>
          </p:nvSpPr>
          <p:spPr>
            <a:xfrm>
              <a:off x="0" y="0"/>
              <a:ext cx="9525000" cy="28575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algn="ctr">
                <a:defRPr b="1" sz="1300">
                  <a:solidFill>
                    <a:srgbClr val="082B60"/>
                  </a:solidFill>
                  <a:latin typeface="Microsoft YaHei"/>
                  <a:ea typeface="Microsoft YaHei"/>
                  <a:cs typeface="Microsoft YaHei"/>
                  <a:sym typeface="Microsoft YaHei"/>
                </a:defRPr>
              </a:pPr>
            </a:p>
          </p:txBody>
        </p:sp>
        <p:sp>
          <p:nvSpPr>
            <p:cNvPr id="766" name="图中虚线区域对应人工确认边界，保证恢复动作可审查、可追溯。"/>
            <p:cNvSpPr txBox="1"/>
            <p:nvPr/>
          </p:nvSpPr>
          <p:spPr>
            <a:xfrm>
              <a:off x="0" y="0"/>
              <a:ext cx="9525000" cy="2286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 algn="ctr">
                <a:defRPr b="1" sz="1300">
                  <a:solidFill>
                    <a:srgbClr val="082B60"/>
                  </a:solidFill>
                  <a:latin typeface="Microsoft YaHei"/>
                  <a:ea typeface="Microsoft YaHei"/>
                  <a:cs typeface="Microsoft YaHei"/>
                  <a:sym typeface="Microsoft YaHei"/>
                </a:defRPr>
              </a:lvl1pPr>
            </a:lstStyle>
            <a:p>
              <a:pPr/>
              <a:r>
                <a:t>图中虚线区域对应人工确认边界，保证恢复动作可审查、可追溯。</a:t>
              </a:r>
            </a:p>
          </p:txBody>
        </p:sp>
      </p:grp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9" name="矩形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pic>
        <p:nvPicPr>
          <p:cNvPr id="770" name="image4.png" descr="image4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09550" y="146513"/>
            <a:ext cx="590550" cy="421349"/>
          </a:xfrm>
          <a:prstGeom prst="rect">
            <a:avLst/>
          </a:prstGeom>
          <a:ln w="12700">
            <a:miter lim="400000"/>
          </a:ln>
        </p:spPr>
      </p:pic>
      <p:pic>
        <p:nvPicPr>
          <p:cNvPr id="771" name="image5.png" descr="image5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0694365" y="133350"/>
            <a:ext cx="690220" cy="457200"/>
          </a:xfrm>
          <a:prstGeom prst="rect">
            <a:avLst/>
          </a:prstGeom>
          <a:ln w="12700">
            <a:miter lim="400000"/>
          </a:ln>
        </p:spPr>
      </p:pic>
      <p:sp>
        <p:nvSpPr>
          <p:cNvPr id="772" name="矩形"/>
          <p:cNvSpPr/>
          <p:nvPr/>
        </p:nvSpPr>
        <p:spPr>
          <a:xfrm>
            <a:off x="0" y="714375"/>
            <a:ext cx="12192000" cy="28575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773" name="矩形"/>
          <p:cNvSpPr/>
          <p:nvPr/>
        </p:nvSpPr>
        <p:spPr>
          <a:xfrm>
            <a:off x="0" y="771525"/>
            <a:ext cx="12192000" cy="19050"/>
          </a:xfrm>
          <a:prstGeom prst="rect">
            <a:avLst/>
          </a:prstGeom>
          <a:solidFill>
            <a:srgbClr val="8BC7F7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774" name="矩形"/>
          <p:cNvSpPr/>
          <p:nvPr/>
        </p:nvSpPr>
        <p:spPr>
          <a:xfrm>
            <a:off x="2667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775" name="矩形"/>
          <p:cNvSpPr/>
          <p:nvPr/>
        </p:nvSpPr>
        <p:spPr>
          <a:xfrm>
            <a:off x="4191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776" name="矩形"/>
          <p:cNvSpPr/>
          <p:nvPr/>
        </p:nvSpPr>
        <p:spPr>
          <a:xfrm>
            <a:off x="5715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777" name="矩形"/>
          <p:cNvSpPr/>
          <p:nvPr/>
        </p:nvSpPr>
        <p:spPr>
          <a:xfrm>
            <a:off x="7239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778" name="矩形"/>
          <p:cNvSpPr/>
          <p:nvPr/>
        </p:nvSpPr>
        <p:spPr>
          <a:xfrm>
            <a:off x="8763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779" name="矩形"/>
          <p:cNvSpPr/>
          <p:nvPr/>
        </p:nvSpPr>
        <p:spPr>
          <a:xfrm>
            <a:off x="10287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780" name="矩形"/>
          <p:cNvSpPr/>
          <p:nvPr/>
        </p:nvSpPr>
        <p:spPr>
          <a:xfrm>
            <a:off x="11811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781" name="矩形"/>
          <p:cNvSpPr/>
          <p:nvPr/>
        </p:nvSpPr>
        <p:spPr>
          <a:xfrm>
            <a:off x="13335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782" name="矩形"/>
          <p:cNvSpPr/>
          <p:nvPr/>
        </p:nvSpPr>
        <p:spPr>
          <a:xfrm>
            <a:off x="14859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783" name="矩形"/>
          <p:cNvSpPr/>
          <p:nvPr/>
        </p:nvSpPr>
        <p:spPr>
          <a:xfrm>
            <a:off x="16383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784" name="矩形"/>
          <p:cNvSpPr/>
          <p:nvPr/>
        </p:nvSpPr>
        <p:spPr>
          <a:xfrm>
            <a:off x="17907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785" name="矩形"/>
          <p:cNvSpPr/>
          <p:nvPr/>
        </p:nvSpPr>
        <p:spPr>
          <a:xfrm>
            <a:off x="19431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786" name="矩形"/>
          <p:cNvSpPr/>
          <p:nvPr/>
        </p:nvSpPr>
        <p:spPr>
          <a:xfrm>
            <a:off x="20955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787" name="矩形"/>
          <p:cNvSpPr/>
          <p:nvPr/>
        </p:nvSpPr>
        <p:spPr>
          <a:xfrm>
            <a:off x="22479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788" name="矩形"/>
          <p:cNvSpPr/>
          <p:nvPr/>
        </p:nvSpPr>
        <p:spPr>
          <a:xfrm>
            <a:off x="24003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789" name="矩形"/>
          <p:cNvSpPr/>
          <p:nvPr/>
        </p:nvSpPr>
        <p:spPr>
          <a:xfrm>
            <a:off x="25527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790" name="矩形"/>
          <p:cNvSpPr/>
          <p:nvPr/>
        </p:nvSpPr>
        <p:spPr>
          <a:xfrm>
            <a:off x="27051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791" name="矩形"/>
          <p:cNvSpPr/>
          <p:nvPr/>
        </p:nvSpPr>
        <p:spPr>
          <a:xfrm>
            <a:off x="28575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792" name="矩形"/>
          <p:cNvSpPr/>
          <p:nvPr/>
        </p:nvSpPr>
        <p:spPr>
          <a:xfrm>
            <a:off x="30099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793" name="矩形"/>
          <p:cNvSpPr/>
          <p:nvPr/>
        </p:nvSpPr>
        <p:spPr>
          <a:xfrm>
            <a:off x="31623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794" name="矩形"/>
          <p:cNvSpPr/>
          <p:nvPr/>
        </p:nvSpPr>
        <p:spPr>
          <a:xfrm>
            <a:off x="33147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795" name="矩形"/>
          <p:cNvSpPr/>
          <p:nvPr/>
        </p:nvSpPr>
        <p:spPr>
          <a:xfrm>
            <a:off x="34671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796" name="矩形"/>
          <p:cNvSpPr/>
          <p:nvPr/>
        </p:nvSpPr>
        <p:spPr>
          <a:xfrm>
            <a:off x="36195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797" name="矩形"/>
          <p:cNvSpPr/>
          <p:nvPr/>
        </p:nvSpPr>
        <p:spPr>
          <a:xfrm>
            <a:off x="37719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798" name="矩形"/>
          <p:cNvSpPr/>
          <p:nvPr/>
        </p:nvSpPr>
        <p:spPr>
          <a:xfrm>
            <a:off x="39243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799" name="矩形"/>
          <p:cNvSpPr/>
          <p:nvPr/>
        </p:nvSpPr>
        <p:spPr>
          <a:xfrm>
            <a:off x="40767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800" name="矩形"/>
          <p:cNvSpPr/>
          <p:nvPr/>
        </p:nvSpPr>
        <p:spPr>
          <a:xfrm>
            <a:off x="42291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801" name="矩形"/>
          <p:cNvSpPr/>
          <p:nvPr/>
        </p:nvSpPr>
        <p:spPr>
          <a:xfrm>
            <a:off x="43815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802" name="矩形"/>
          <p:cNvSpPr/>
          <p:nvPr/>
        </p:nvSpPr>
        <p:spPr>
          <a:xfrm>
            <a:off x="45339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803" name="矩形"/>
          <p:cNvSpPr/>
          <p:nvPr/>
        </p:nvSpPr>
        <p:spPr>
          <a:xfrm>
            <a:off x="46863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804" name="矩形"/>
          <p:cNvSpPr/>
          <p:nvPr/>
        </p:nvSpPr>
        <p:spPr>
          <a:xfrm>
            <a:off x="48387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805" name="矩形"/>
          <p:cNvSpPr/>
          <p:nvPr/>
        </p:nvSpPr>
        <p:spPr>
          <a:xfrm>
            <a:off x="49911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806" name="矩形"/>
          <p:cNvSpPr/>
          <p:nvPr/>
        </p:nvSpPr>
        <p:spPr>
          <a:xfrm>
            <a:off x="51435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807" name="矩形"/>
          <p:cNvSpPr/>
          <p:nvPr/>
        </p:nvSpPr>
        <p:spPr>
          <a:xfrm>
            <a:off x="52959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808" name="矩形"/>
          <p:cNvSpPr/>
          <p:nvPr/>
        </p:nvSpPr>
        <p:spPr>
          <a:xfrm>
            <a:off x="54483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809" name="矩形"/>
          <p:cNvSpPr/>
          <p:nvPr/>
        </p:nvSpPr>
        <p:spPr>
          <a:xfrm>
            <a:off x="56007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810" name="矩形"/>
          <p:cNvSpPr/>
          <p:nvPr/>
        </p:nvSpPr>
        <p:spPr>
          <a:xfrm>
            <a:off x="57531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811" name="矩形"/>
          <p:cNvSpPr/>
          <p:nvPr/>
        </p:nvSpPr>
        <p:spPr>
          <a:xfrm>
            <a:off x="59055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812" name="矩形"/>
          <p:cNvSpPr/>
          <p:nvPr/>
        </p:nvSpPr>
        <p:spPr>
          <a:xfrm>
            <a:off x="60579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813" name="矩形"/>
          <p:cNvSpPr/>
          <p:nvPr/>
        </p:nvSpPr>
        <p:spPr>
          <a:xfrm>
            <a:off x="62103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814" name="矩形"/>
          <p:cNvSpPr/>
          <p:nvPr/>
        </p:nvSpPr>
        <p:spPr>
          <a:xfrm>
            <a:off x="63627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815" name="矩形"/>
          <p:cNvSpPr/>
          <p:nvPr/>
        </p:nvSpPr>
        <p:spPr>
          <a:xfrm>
            <a:off x="65151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816" name="矩形"/>
          <p:cNvSpPr/>
          <p:nvPr/>
        </p:nvSpPr>
        <p:spPr>
          <a:xfrm>
            <a:off x="66675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817" name="矩形"/>
          <p:cNvSpPr/>
          <p:nvPr/>
        </p:nvSpPr>
        <p:spPr>
          <a:xfrm>
            <a:off x="68199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818" name="矩形"/>
          <p:cNvSpPr/>
          <p:nvPr/>
        </p:nvSpPr>
        <p:spPr>
          <a:xfrm>
            <a:off x="69723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819" name="矩形"/>
          <p:cNvSpPr/>
          <p:nvPr/>
        </p:nvSpPr>
        <p:spPr>
          <a:xfrm>
            <a:off x="71247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820" name="矩形"/>
          <p:cNvSpPr/>
          <p:nvPr/>
        </p:nvSpPr>
        <p:spPr>
          <a:xfrm>
            <a:off x="72771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821" name="矩形"/>
          <p:cNvSpPr/>
          <p:nvPr/>
        </p:nvSpPr>
        <p:spPr>
          <a:xfrm>
            <a:off x="74295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822" name="矩形"/>
          <p:cNvSpPr/>
          <p:nvPr/>
        </p:nvSpPr>
        <p:spPr>
          <a:xfrm>
            <a:off x="75819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823" name="矩形"/>
          <p:cNvSpPr/>
          <p:nvPr/>
        </p:nvSpPr>
        <p:spPr>
          <a:xfrm>
            <a:off x="77343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824" name="矩形"/>
          <p:cNvSpPr/>
          <p:nvPr/>
        </p:nvSpPr>
        <p:spPr>
          <a:xfrm>
            <a:off x="78867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825" name="矩形"/>
          <p:cNvSpPr/>
          <p:nvPr/>
        </p:nvSpPr>
        <p:spPr>
          <a:xfrm>
            <a:off x="80391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826" name="矩形"/>
          <p:cNvSpPr/>
          <p:nvPr/>
        </p:nvSpPr>
        <p:spPr>
          <a:xfrm>
            <a:off x="81915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827" name="矩形"/>
          <p:cNvSpPr/>
          <p:nvPr/>
        </p:nvSpPr>
        <p:spPr>
          <a:xfrm>
            <a:off x="83439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828" name="矩形"/>
          <p:cNvSpPr/>
          <p:nvPr/>
        </p:nvSpPr>
        <p:spPr>
          <a:xfrm>
            <a:off x="84963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829" name="矩形"/>
          <p:cNvSpPr/>
          <p:nvPr/>
        </p:nvSpPr>
        <p:spPr>
          <a:xfrm>
            <a:off x="86487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830" name="矩形"/>
          <p:cNvSpPr/>
          <p:nvPr/>
        </p:nvSpPr>
        <p:spPr>
          <a:xfrm>
            <a:off x="88011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831" name="矩形"/>
          <p:cNvSpPr/>
          <p:nvPr/>
        </p:nvSpPr>
        <p:spPr>
          <a:xfrm>
            <a:off x="89535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832" name="矩形"/>
          <p:cNvSpPr/>
          <p:nvPr/>
        </p:nvSpPr>
        <p:spPr>
          <a:xfrm>
            <a:off x="91059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833" name="矩形"/>
          <p:cNvSpPr/>
          <p:nvPr/>
        </p:nvSpPr>
        <p:spPr>
          <a:xfrm>
            <a:off x="92583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834" name="矩形"/>
          <p:cNvSpPr/>
          <p:nvPr/>
        </p:nvSpPr>
        <p:spPr>
          <a:xfrm>
            <a:off x="94107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835" name="矩形"/>
          <p:cNvSpPr/>
          <p:nvPr/>
        </p:nvSpPr>
        <p:spPr>
          <a:xfrm>
            <a:off x="95631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836" name="矩形"/>
          <p:cNvSpPr/>
          <p:nvPr/>
        </p:nvSpPr>
        <p:spPr>
          <a:xfrm>
            <a:off x="97155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837" name="矩形"/>
          <p:cNvSpPr/>
          <p:nvPr/>
        </p:nvSpPr>
        <p:spPr>
          <a:xfrm>
            <a:off x="98679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838" name="矩形"/>
          <p:cNvSpPr/>
          <p:nvPr/>
        </p:nvSpPr>
        <p:spPr>
          <a:xfrm>
            <a:off x="100203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839" name="矩形"/>
          <p:cNvSpPr/>
          <p:nvPr/>
        </p:nvSpPr>
        <p:spPr>
          <a:xfrm>
            <a:off x="101727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840" name="矩形"/>
          <p:cNvSpPr/>
          <p:nvPr/>
        </p:nvSpPr>
        <p:spPr>
          <a:xfrm>
            <a:off x="103251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pic>
        <p:nvPicPr>
          <p:cNvPr id="841" name="image3.png" descr="image3.png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400050" y="6535384"/>
            <a:ext cx="2000250" cy="197559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844" name="矩形 982"/>
          <p:cNvGrpSpPr/>
          <p:nvPr/>
        </p:nvGrpSpPr>
        <p:grpSpPr>
          <a:xfrm>
            <a:off x="1000125" y="200025"/>
            <a:ext cx="7239000" cy="457200"/>
            <a:chOff x="0" y="0"/>
            <a:chExt cx="7239000" cy="457200"/>
          </a:xfrm>
        </p:grpSpPr>
        <p:sp>
          <p:nvSpPr>
            <p:cNvPr id="842" name="矩形"/>
            <p:cNvSpPr/>
            <p:nvPr/>
          </p:nvSpPr>
          <p:spPr>
            <a:xfrm>
              <a:off x="0" y="0"/>
              <a:ext cx="7239000" cy="4572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b="1" sz="2200">
                  <a:solidFill>
                    <a:srgbClr val="0052A5"/>
                  </a:solidFill>
                  <a:latin typeface="Microsoft YaHei"/>
                  <a:ea typeface="Microsoft YaHei"/>
                  <a:cs typeface="Microsoft YaHei"/>
                  <a:sym typeface="Microsoft YaHei"/>
                </a:defRPr>
              </a:pPr>
            </a:p>
          </p:txBody>
        </p:sp>
        <p:sp>
          <p:nvSpPr>
            <p:cNvPr id="843" name="CEBRA-WP：静态规划层 + 运行时自适应层"/>
            <p:cNvSpPr txBox="1"/>
            <p:nvPr/>
          </p:nvSpPr>
          <p:spPr>
            <a:xfrm>
              <a:off x="0" y="38100"/>
              <a:ext cx="7239000" cy="3810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>
                <a:defRPr b="1" sz="2200">
                  <a:solidFill>
                    <a:srgbClr val="0052A5"/>
                  </a:solidFill>
                  <a:latin typeface="Microsoft YaHei"/>
                  <a:ea typeface="Microsoft YaHei"/>
                  <a:cs typeface="Microsoft YaHei"/>
                  <a:sym typeface="Microsoft YaHei"/>
                </a:defRPr>
              </a:lvl1pPr>
            </a:lstStyle>
            <a:p>
              <a:pPr/>
              <a:r>
                <a:t>CEBRA-WP：静态规划层 + 运行时自适应层</a:t>
              </a:r>
            </a:p>
          </p:txBody>
        </p:sp>
      </p:grpSp>
      <p:grpSp>
        <p:nvGrpSpPr>
          <p:cNvPr id="847" name="矩形 983"/>
          <p:cNvGrpSpPr/>
          <p:nvPr/>
        </p:nvGrpSpPr>
        <p:grpSpPr>
          <a:xfrm>
            <a:off x="8667750" y="228600"/>
            <a:ext cx="1428750" cy="209550"/>
            <a:chOff x="0" y="0"/>
            <a:chExt cx="1428750" cy="209550"/>
          </a:xfrm>
        </p:grpSpPr>
        <p:sp>
          <p:nvSpPr>
            <p:cNvPr id="845" name="矩形"/>
            <p:cNvSpPr/>
            <p:nvPr/>
          </p:nvSpPr>
          <p:spPr>
            <a:xfrm>
              <a:off x="0" y="0"/>
              <a:ext cx="1428750" cy="20955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b="1" sz="700">
                  <a:solidFill>
                    <a:srgbClr val="6B7280"/>
                  </a:solidFill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846" name="ALGORITHM"/>
            <p:cNvSpPr txBox="1"/>
            <p:nvPr/>
          </p:nvSpPr>
          <p:spPr>
            <a:xfrm>
              <a:off x="0" y="41274"/>
              <a:ext cx="1428750" cy="1270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>
                <a:defRPr b="1" sz="700">
                  <a:solidFill>
                    <a:srgbClr val="6B728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ALGORITHM</a:t>
              </a:r>
            </a:p>
          </p:txBody>
        </p:sp>
      </p:grpSp>
      <p:grpSp>
        <p:nvGrpSpPr>
          <p:cNvPr id="850" name="矩形 984"/>
          <p:cNvGrpSpPr/>
          <p:nvPr/>
        </p:nvGrpSpPr>
        <p:grpSpPr>
          <a:xfrm>
            <a:off x="11696700" y="6419850"/>
            <a:ext cx="323850" cy="266700"/>
            <a:chOff x="0" y="0"/>
            <a:chExt cx="323850" cy="266700"/>
          </a:xfrm>
        </p:grpSpPr>
        <p:sp>
          <p:nvSpPr>
            <p:cNvPr id="848" name="矩形"/>
            <p:cNvSpPr/>
            <p:nvPr/>
          </p:nvSpPr>
          <p:spPr>
            <a:xfrm>
              <a:off x="0" y="0"/>
              <a:ext cx="323850" cy="2667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algn="ctr">
                <a:defRPr b="1" sz="1300">
                  <a:solidFill>
                    <a:srgbClr val="8A8A8A"/>
                  </a:solidFill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849" name="7"/>
            <p:cNvSpPr txBox="1"/>
            <p:nvPr/>
          </p:nvSpPr>
          <p:spPr>
            <a:xfrm>
              <a:off x="0" y="0"/>
              <a:ext cx="323850" cy="18509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 algn="ctr">
                <a:defRPr b="1" sz="1300">
                  <a:solidFill>
                    <a:srgbClr val="8A8A8A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7</a:t>
              </a:r>
            </a:p>
          </p:txBody>
        </p:sp>
      </p:grpSp>
      <p:sp>
        <p:nvSpPr>
          <p:cNvPr id="851" name="圆角矩形 985"/>
          <p:cNvSpPr/>
          <p:nvPr/>
        </p:nvSpPr>
        <p:spPr>
          <a:xfrm>
            <a:off x="714375" y="1285875"/>
            <a:ext cx="2000250" cy="1038225"/>
          </a:xfrm>
          <a:prstGeom prst="roundRect">
            <a:avLst>
              <a:gd name="adj" fmla="val 7339"/>
            </a:avLst>
          </a:prstGeom>
          <a:solidFill>
            <a:srgbClr val="EAF3FF"/>
          </a:solidFill>
          <a:ln>
            <a:solidFill>
              <a:srgbClr val="9DC3E6"/>
            </a:solidFill>
          </a:ln>
        </p:spPr>
        <p:txBody>
          <a:bodyPr lIns="45719" rIns="45719"/>
          <a:lstStyle/>
          <a:p>
            <a:pPr/>
          </a:p>
        </p:txBody>
      </p:sp>
      <p:grpSp>
        <p:nvGrpSpPr>
          <p:cNvPr id="854" name="矩形 986"/>
          <p:cNvGrpSpPr/>
          <p:nvPr/>
        </p:nvGrpSpPr>
        <p:grpSpPr>
          <a:xfrm>
            <a:off x="885825" y="1419225"/>
            <a:ext cx="1657350" cy="228600"/>
            <a:chOff x="0" y="0"/>
            <a:chExt cx="1657350" cy="228600"/>
          </a:xfrm>
        </p:grpSpPr>
        <p:sp>
          <p:nvSpPr>
            <p:cNvPr id="852" name="矩形"/>
            <p:cNvSpPr/>
            <p:nvPr/>
          </p:nvSpPr>
          <p:spPr>
            <a:xfrm>
              <a:off x="0" y="0"/>
              <a:ext cx="1657350" cy="2286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b="1" sz="1300">
                  <a:solidFill>
                    <a:srgbClr val="0052A5"/>
                  </a:solidFill>
                  <a:latin typeface="Microsoft YaHei"/>
                  <a:ea typeface="Microsoft YaHei"/>
                  <a:cs typeface="Microsoft YaHei"/>
                  <a:sym typeface="Microsoft YaHei"/>
                </a:defRPr>
              </a:pPr>
            </a:p>
          </p:txBody>
        </p:sp>
        <p:sp>
          <p:nvSpPr>
            <p:cNvPr id="853" name="静态规划层"/>
            <p:cNvSpPr txBox="1"/>
            <p:nvPr/>
          </p:nvSpPr>
          <p:spPr>
            <a:xfrm>
              <a:off x="0" y="0"/>
              <a:ext cx="1657350" cy="2286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b="1" sz="1300">
                  <a:solidFill>
                    <a:srgbClr val="0052A5"/>
                  </a:solidFill>
                  <a:latin typeface="Microsoft YaHei"/>
                  <a:ea typeface="Microsoft YaHei"/>
                  <a:cs typeface="Microsoft YaHei"/>
                  <a:sym typeface="Microsoft YaHei"/>
                </a:defRPr>
              </a:lvl1pPr>
            </a:lstStyle>
            <a:p>
              <a:pPr/>
              <a:r>
                <a:t>静态规划层</a:t>
              </a:r>
            </a:p>
          </p:txBody>
        </p:sp>
      </p:grpSp>
      <p:grpSp>
        <p:nvGrpSpPr>
          <p:cNvPr id="857" name="矩形 987"/>
          <p:cNvGrpSpPr/>
          <p:nvPr/>
        </p:nvGrpSpPr>
        <p:grpSpPr>
          <a:xfrm>
            <a:off x="885825" y="1724025"/>
            <a:ext cx="1657350" cy="533400"/>
            <a:chOff x="0" y="0"/>
            <a:chExt cx="1657350" cy="533400"/>
          </a:xfrm>
        </p:grpSpPr>
        <p:sp>
          <p:nvSpPr>
            <p:cNvPr id="855" name="矩形"/>
            <p:cNvSpPr/>
            <p:nvPr/>
          </p:nvSpPr>
          <p:spPr>
            <a:xfrm>
              <a:off x="0" y="0"/>
              <a:ext cx="1657350" cy="485775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1000">
                  <a:solidFill>
                    <a:srgbClr val="46566A"/>
                  </a:solidFill>
                  <a:latin typeface="Microsoft YaHei"/>
                  <a:ea typeface="Microsoft YaHei"/>
                  <a:cs typeface="Microsoft YaHei"/>
                  <a:sym typeface="Microsoft YaHei"/>
                </a:defRPr>
              </a:pPr>
            </a:p>
          </p:txBody>
        </p:sp>
        <p:sp>
          <p:nvSpPr>
            <p:cNvPr id="856" name="候选生成…"/>
            <p:cNvSpPr txBox="1"/>
            <p:nvPr/>
          </p:nvSpPr>
          <p:spPr>
            <a:xfrm>
              <a:off x="0" y="0"/>
              <a:ext cx="1657350" cy="5334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/>
            <a:p>
              <a:pPr>
                <a:defRPr sz="1000">
                  <a:solidFill>
                    <a:srgbClr val="46566A"/>
                  </a:solidFill>
                  <a:latin typeface="Microsoft YaHei"/>
                  <a:ea typeface="Microsoft YaHei"/>
                  <a:cs typeface="Microsoft YaHei"/>
                  <a:sym typeface="Microsoft YaHei"/>
                </a:defRPr>
              </a:pPr>
              <a:r>
                <a:t>候选生成</a:t>
              </a:r>
            </a:p>
            <a:p>
              <a:pPr>
                <a:defRPr sz="1000">
                  <a:solidFill>
                    <a:srgbClr val="46566A"/>
                  </a:solidFill>
                  <a:latin typeface="Microsoft YaHei"/>
                  <a:ea typeface="Microsoft YaHei"/>
                  <a:cs typeface="Microsoft YaHei"/>
                  <a:sym typeface="Microsoft YaHei"/>
                </a:defRPr>
              </a:pPr>
              <a:r>
                <a:t>硬可行性过滤</a:t>
              </a:r>
            </a:p>
            <a:p>
              <a:pPr>
                <a:defRPr sz="1000">
                  <a:solidFill>
                    <a:srgbClr val="46566A"/>
                  </a:solidFill>
                  <a:latin typeface="Microsoft YaHei"/>
                  <a:ea typeface="Microsoft YaHei"/>
                  <a:cs typeface="Microsoft YaHei"/>
                  <a:sym typeface="Microsoft YaHei"/>
                </a:defRPr>
              </a:pPr>
              <a:r>
                <a:t>静态评分</a:t>
              </a:r>
            </a:p>
          </p:txBody>
        </p:sp>
      </p:grpSp>
      <p:grpSp>
        <p:nvGrpSpPr>
          <p:cNvPr id="860" name="矩形 988"/>
          <p:cNvGrpSpPr/>
          <p:nvPr/>
        </p:nvGrpSpPr>
        <p:grpSpPr>
          <a:xfrm>
            <a:off x="2781300" y="1571625"/>
            <a:ext cx="247650" cy="285750"/>
            <a:chOff x="0" y="0"/>
            <a:chExt cx="247650" cy="285750"/>
          </a:xfrm>
        </p:grpSpPr>
        <p:sp>
          <p:nvSpPr>
            <p:cNvPr id="858" name="矩形"/>
            <p:cNvSpPr/>
            <p:nvPr/>
          </p:nvSpPr>
          <p:spPr>
            <a:xfrm>
              <a:off x="0" y="0"/>
              <a:ext cx="247650" cy="28575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algn="ctr">
                <a:defRPr b="1" sz="1600">
                  <a:solidFill>
                    <a:srgbClr val="0052A5"/>
                  </a:solidFill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859" name="→"/>
            <p:cNvSpPr txBox="1"/>
            <p:nvPr/>
          </p:nvSpPr>
          <p:spPr>
            <a:xfrm>
              <a:off x="0" y="0"/>
              <a:ext cx="247650" cy="22195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 algn="ctr">
                <a:defRPr b="1" sz="1600">
                  <a:solidFill>
                    <a:srgbClr val="0052A5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→</a:t>
              </a:r>
            </a:p>
          </p:txBody>
        </p:sp>
      </p:grpSp>
      <p:sp>
        <p:nvSpPr>
          <p:cNvPr id="861" name="圆角矩形 989"/>
          <p:cNvSpPr/>
          <p:nvPr/>
        </p:nvSpPr>
        <p:spPr>
          <a:xfrm>
            <a:off x="3143250" y="1285875"/>
            <a:ext cx="2238375" cy="1038225"/>
          </a:xfrm>
          <a:prstGeom prst="roundRect">
            <a:avLst>
              <a:gd name="adj" fmla="val 7339"/>
            </a:avLst>
          </a:prstGeom>
          <a:solidFill>
            <a:srgbClr val="FFFFFF"/>
          </a:solidFill>
          <a:ln>
            <a:solidFill>
              <a:srgbClr val="C9DDF1"/>
            </a:solidFill>
          </a:ln>
        </p:spPr>
        <p:txBody>
          <a:bodyPr lIns="45719" rIns="45719"/>
          <a:lstStyle/>
          <a:p>
            <a:pPr/>
          </a:p>
        </p:txBody>
      </p:sp>
      <p:grpSp>
        <p:nvGrpSpPr>
          <p:cNvPr id="864" name="矩形 990"/>
          <p:cNvGrpSpPr/>
          <p:nvPr/>
        </p:nvGrpSpPr>
        <p:grpSpPr>
          <a:xfrm>
            <a:off x="3314700" y="1419225"/>
            <a:ext cx="1895475" cy="228600"/>
            <a:chOff x="0" y="0"/>
            <a:chExt cx="1895475" cy="228600"/>
          </a:xfrm>
        </p:grpSpPr>
        <p:sp>
          <p:nvSpPr>
            <p:cNvPr id="862" name="矩形"/>
            <p:cNvSpPr/>
            <p:nvPr/>
          </p:nvSpPr>
          <p:spPr>
            <a:xfrm>
              <a:off x="0" y="0"/>
              <a:ext cx="1895475" cy="2286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b="1" sz="1300">
                  <a:solidFill>
                    <a:srgbClr val="0052A5"/>
                  </a:solidFill>
                  <a:latin typeface="Microsoft YaHei"/>
                  <a:ea typeface="Microsoft YaHei"/>
                  <a:cs typeface="Microsoft YaHei"/>
                  <a:sym typeface="Microsoft YaHei"/>
                </a:defRPr>
              </a:pPr>
            </a:p>
          </p:txBody>
        </p:sp>
        <p:sp>
          <p:nvSpPr>
            <p:cNvPr id="863" name="Top-K 候选"/>
            <p:cNvSpPr txBox="1"/>
            <p:nvPr/>
          </p:nvSpPr>
          <p:spPr>
            <a:xfrm>
              <a:off x="0" y="0"/>
              <a:ext cx="1895475" cy="2286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b="1" sz="1300">
                  <a:solidFill>
                    <a:srgbClr val="0052A5"/>
                  </a:solidFill>
                  <a:latin typeface="Microsoft YaHei"/>
                  <a:ea typeface="Microsoft YaHei"/>
                  <a:cs typeface="Microsoft YaHei"/>
                  <a:sym typeface="Microsoft YaHei"/>
                </a:defRPr>
              </a:lvl1pPr>
            </a:lstStyle>
            <a:p>
              <a:pPr/>
              <a:r>
                <a:t>Top-K 候选</a:t>
              </a:r>
            </a:p>
          </p:txBody>
        </p:sp>
      </p:grpSp>
      <p:grpSp>
        <p:nvGrpSpPr>
          <p:cNvPr id="867" name="矩形 991"/>
          <p:cNvGrpSpPr/>
          <p:nvPr/>
        </p:nvGrpSpPr>
        <p:grpSpPr>
          <a:xfrm>
            <a:off x="3314700" y="1724025"/>
            <a:ext cx="1895475" cy="485775"/>
            <a:chOff x="0" y="0"/>
            <a:chExt cx="1895475" cy="485775"/>
          </a:xfrm>
        </p:grpSpPr>
        <p:sp>
          <p:nvSpPr>
            <p:cNvPr id="865" name="矩形"/>
            <p:cNvSpPr/>
            <p:nvPr/>
          </p:nvSpPr>
          <p:spPr>
            <a:xfrm>
              <a:off x="0" y="0"/>
              <a:ext cx="1895475" cy="485775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1000">
                  <a:solidFill>
                    <a:srgbClr val="46566A"/>
                  </a:solidFill>
                  <a:latin typeface="Microsoft YaHei"/>
                  <a:ea typeface="Microsoft YaHei"/>
                  <a:cs typeface="Microsoft YaHei"/>
                  <a:sym typeface="Microsoft YaHei"/>
                </a:defRPr>
              </a:pPr>
            </a:p>
          </p:txBody>
        </p:sp>
        <p:sp>
          <p:nvSpPr>
            <p:cNvPr id="866" name="Plan / Patch / Replan…"/>
            <p:cNvSpPr txBox="1"/>
            <p:nvPr/>
          </p:nvSpPr>
          <p:spPr>
            <a:xfrm>
              <a:off x="0" y="0"/>
              <a:ext cx="1895475" cy="3302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/>
            <a:p>
              <a:pPr>
                <a:defRPr sz="1000">
                  <a:solidFill>
                    <a:srgbClr val="46566A"/>
                  </a:solidFill>
                  <a:latin typeface="Microsoft YaHei"/>
                  <a:ea typeface="Microsoft YaHei"/>
                  <a:cs typeface="Microsoft YaHei"/>
                  <a:sym typeface="Microsoft YaHei"/>
                </a:defRPr>
              </a:pPr>
              <a:r>
                <a:t>Plan / Patch / Replan</a:t>
              </a:r>
            </a:p>
            <a:p>
              <a:pPr>
                <a:defRPr sz="1000">
                  <a:solidFill>
                    <a:srgbClr val="46566A"/>
                  </a:solidFill>
                  <a:latin typeface="Microsoft YaHei"/>
                  <a:ea typeface="Microsoft YaHei"/>
                  <a:cs typeface="Microsoft YaHei"/>
                  <a:sym typeface="Microsoft YaHei"/>
                </a:defRPr>
              </a:pPr>
              <a:r>
                <a:t>保留多样候选</a:t>
              </a:r>
            </a:p>
          </p:txBody>
        </p:sp>
      </p:grpSp>
      <p:grpSp>
        <p:nvGrpSpPr>
          <p:cNvPr id="870" name="矩形 992"/>
          <p:cNvGrpSpPr/>
          <p:nvPr/>
        </p:nvGrpSpPr>
        <p:grpSpPr>
          <a:xfrm>
            <a:off x="5448300" y="1571625"/>
            <a:ext cx="247650" cy="285750"/>
            <a:chOff x="0" y="0"/>
            <a:chExt cx="247650" cy="285750"/>
          </a:xfrm>
        </p:grpSpPr>
        <p:sp>
          <p:nvSpPr>
            <p:cNvPr id="868" name="矩形"/>
            <p:cNvSpPr/>
            <p:nvPr/>
          </p:nvSpPr>
          <p:spPr>
            <a:xfrm>
              <a:off x="0" y="0"/>
              <a:ext cx="247650" cy="28575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algn="ctr">
                <a:defRPr b="1" sz="1600">
                  <a:solidFill>
                    <a:srgbClr val="0052A5"/>
                  </a:solidFill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869" name="→"/>
            <p:cNvSpPr txBox="1"/>
            <p:nvPr/>
          </p:nvSpPr>
          <p:spPr>
            <a:xfrm>
              <a:off x="0" y="0"/>
              <a:ext cx="247650" cy="22195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 algn="ctr">
                <a:defRPr b="1" sz="1600">
                  <a:solidFill>
                    <a:srgbClr val="0052A5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→</a:t>
              </a:r>
            </a:p>
          </p:txBody>
        </p:sp>
      </p:grpSp>
      <p:sp>
        <p:nvSpPr>
          <p:cNvPr id="871" name="圆角矩形 993"/>
          <p:cNvSpPr/>
          <p:nvPr/>
        </p:nvSpPr>
        <p:spPr>
          <a:xfrm>
            <a:off x="5810250" y="1285875"/>
            <a:ext cx="2238375" cy="1038225"/>
          </a:xfrm>
          <a:prstGeom prst="roundRect">
            <a:avLst>
              <a:gd name="adj" fmla="val 7339"/>
            </a:avLst>
          </a:prstGeom>
          <a:solidFill>
            <a:srgbClr val="FFFFFF"/>
          </a:solidFill>
          <a:ln>
            <a:solidFill>
              <a:srgbClr val="C9DDF1"/>
            </a:solidFill>
          </a:ln>
        </p:spPr>
        <p:txBody>
          <a:bodyPr lIns="45719" rIns="45719"/>
          <a:lstStyle/>
          <a:p>
            <a:pPr/>
          </a:p>
        </p:txBody>
      </p:sp>
      <p:grpSp>
        <p:nvGrpSpPr>
          <p:cNvPr id="874" name="矩形 994"/>
          <p:cNvGrpSpPr/>
          <p:nvPr/>
        </p:nvGrpSpPr>
        <p:grpSpPr>
          <a:xfrm>
            <a:off x="5981700" y="1419225"/>
            <a:ext cx="1895475" cy="228600"/>
            <a:chOff x="0" y="0"/>
            <a:chExt cx="1895475" cy="228600"/>
          </a:xfrm>
        </p:grpSpPr>
        <p:sp>
          <p:nvSpPr>
            <p:cNvPr id="872" name="矩形"/>
            <p:cNvSpPr/>
            <p:nvPr/>
          </p:nvSpPr>
          <p:spPr>
            <a:xfrm>
              <a:off x="0" y="0"/>
              <a:ext cx="1895475" cy="2286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b="1" sz="1300">
                  <a:solidFill>
                    <a:srgbClr val="0052A5"/>
                  </a:solidFill>
                  <a:latin typeface="Microsoft YaHei"/>
                  <a:ea typeface="Microsoft YaHei"/>
                  <a:cs typeface="Microsoft YaHei"/>
                  <a:sym typeface="Microsoft YaHei"/>
                </a:defRPr>
              </a:pPr>
            </a:p>
          </p:txBody>
        </p:sp>
        <p:sp>
          <p:nvSpPr>
            <p:cNvPr id="873" name="执行与观测"/>
            <p:cNvSpPr txBox="1"/>
            <p:nvPr/>
          </p:nvSpPr>
          <p:spPr>
            <a:xfrm>
              <a:off x="0" y="0"/>
              <a:ext cx="1895475" cy="2286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b="1" sz="1300">
                  <a:solidFill>
                    <a:srgbClr val="0052A5"/>
                  </a:solidFill>
                  <a:latin typeface="Microsoft YaHei"/>
                  <a:ea typeface="Microsoft YaHei"/>
                  <a:cs typeface="Microsoft YaHei"/>
                  <a:sym typeface="Microsoft YaHei"/>
                </a:defRPr>
              </a:lvl1pPr>
            </a:lstStyle>
            <a:p>
              <a:pPr/>
              <a:r>
                <a:t>执行与观测</a:t>
              </a:r>
            </a:p>
          </p:txBody>
        </p:sp>
      </p:grpSp>
      <p:grpSp>
        <p:nvGrpSpPr>
          <p:cNvPr id="877" name="矩形 995"/>
          <p:cNvGrpSpPr/>
          <p:nvPr/>
        </p:nvGrpSpPr>
        <p:grpSpPr>
          <a:xfrm>
            <a:off x="5981700" y="1724025"/>
            <a:ext cx="1895475" cy="485775"/>
            <a:chOff x="0" y="0"/>
            <a:chExt cx="1895475" cy="485775"/>
          </a:xfrm>
        </p:grpSpPr>
        <p:sp>
          <p:nvSpPr>
            <p:cNvPr id="875" name="矩形"/>
            <p:cNvSpPr/>
            <p:nvPr/>
          </p:nvSpPr>
          <p:spPr>
            <a:xfrm>
              <a:off x="0" y="0"/>
              <a:ext cx="1895475" cy="485775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1000">
                  <a:solidFill>
                    <a:srgbClr val="46566A"/>
                  </a:solidFill>
                  <a:latin typeface="Microsoft YaHei"/>
                  <a:ea typeface="Microsoft YaHei"/>
                  <a:cs typeface="Microsoft YaHei"/>
                  <a:sym typeface="Microsoft YaHei"/>
                </a:defRPr>
              </a:pPr>
            </a:p>
          </p:txBody>
        </p:sp>
        <p:sp>
          <p:nvSpPr>
            <p:cNvPr id="876" name="StepResult…"/>
            <p:cNvSpPr txBox="1"/>
            <p:nvPr/>
          </p:nvSpPr>
          <p:spPr>
            <a:xfrm>
              <a:off x="0" y="0"/>
              <a:ext cx="1895475" cy="4826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/>
            <a:p>
              <a:pPr>
                <a:defRPr sz="1000">
                  <a:solidFill>
                    <a:srgbClr val="46566A"/>
                  </a:solidFill>
                  <a:latin typeface="Microsoft YaHei"/>
                  <a:ea typeface="Microsoft YaHei"/>
                  <a:cs typeface="Microsoft YaHei"/>
                  <a:sym typeface="Microsoft YaHei"/>
                </a:defRPr>
              </a:pPr>
              <a:r>
                <a:t>StepResult</a:t>
              </a:r>
            </a:p>
            <a:p>
              <a:pPr>
                <a:defRPr sz="1000">
                  <a:solidFill>
                    <a:srgbClr val="46566A"/>
                  </a:solidFill>
                  <a:latin typeface="Microsoft YaHei"/>
                  <a:ea typeface="Microsoft YaHei"/>
                  <a:cs typeface="Microsoft YaHei"/>
                  <a:sym typeface="Microsoft YaHei"/>
                </a:defRPr>
              </a:pPr>
              <a:r>
                <a:t>SafetyResult</a:t>
              </a:r>
            </a:p>
            <a:p>
              <a:pPr>
                <a:defRPr sz="1000">
                  <a:solidFill>
                    <a:srgbClr val="46566A"/>
                  </a:solidFill>
                  <a:latin typeface="Microsoft YaHei"/>
                  <a:ea typeface="Microsoft YaHei"/>
                  <a:cs typeface="Microsoft YaHei"/>
                  <a:sym typeface="Microsoft YaHei"/>
                </a:defRPr>
              </a:pPr>
              <a:r>
                <a:t>失败与预算历史</a:t>
              </a:r>
            </a:p>
          </p:txBody>
        </p:sp>
      </p:grpSp>
      <p:grpSp>
        <p:nvGrpSpPr>
          <p:cNvPr id="880" name="矩形 996"/>
          <p:cNvGrpSpPr/>
          <p:nvPr/>
        </p:nvGrpSpPr>
        <p:grpSpPr>
          <a:xfrm>
            <a:off x="8115300" y="1571625"/>
            <a:ext cx="247650" cy="285750"/>
            <a:chOff x="0" y="0"/>
            <a:chExt cx="247650" cy="285750"/>
          </a:xfrm>
        </p:grpSpPr>
        <p:sp>
          <p:nvSpPr>
            <p:cNvPr id="878" name="矩形"/>
            <p:cNvSpPr/>
            <p:nvPr/>
          </p:nvSpPr>
          <p:spPr>
            <a:xfrm>
              <a:off x="0" y="0"/>
              <a:ext cx="247650" cy="28575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algn="ctr">
                <a:defRPr b="1" sz="1600">
                  <a:solidFill>
                    <a:srgbClr val="0052A5"/>
                  </a:solidFill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879" name="→"/>
            <p:cNvSpPr txBox="1"/>
            <p:nvPr/>
          </p:nvSpPr>
          <p:spPr>
            <a:xfrm>
              <a:off x="0" y="0"/>
              <a:ext cx="247650" cy="22195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 algn="ctr">
                <a:defRPr b="1" sz="1600">
                  <a:solidFill>
                    <a:srgbClr val="0052A5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→</a:t>
              </a:r>
            </a:p>
          </p:txBody>
        </p:sp>
      </p:grpSp>
      <p:sp>
        <p:nvSpPr>
          <p:cNvPr id="881" name="圆角矩形 997"/>
          <p:cNvSpPr/>
          <p:nvPr/>
        </p:nvSpPr>
        <p:spPr>
          <a:xfrm>
            <a:off x="8477250" y="1285875"/>
            <a:ext cx="2238375" cy="1038225"/>
          </a:xfrm>
          <a:prstGeom prst="roundRect">
            <a:avLst>
              <a:gd name="adj" fmla="val 7339"/>
            </a:avLst>
          </a:prstGeom>
          <a:solidFill>
            <a:srgbClr val="0052A5"/>
          </a:solidFill>
          <a:ln>
            <a:solidFill>
              <a:srgbClr val="0052A5"/>
            </a:solidFill>
          </a:ln>
        </p:spPr>
        <p:txBody>
          <a:bodyPr lIns="45719" rIns="45719"/>
          <a:lstStyle/>
          <a:p>
            <a:pPr/>
          </a:p>
        </p:txBody>
      </p:sp>
      <p:grpSp>
        <p:nvGrpSpPr>
          <p:cNvPr id="884" name="矩形 998"/>
          <p:cNvGrpSpPr/>
          <p:nvPr/>
        </p:nvGrpSpPr>
        <p:grpSpPr>
          <a:xfrm>
            <a:off x="8648700" y="1419225"/>
            <a:ext cx="1895475" cy="228600"/>
            <a:chOff x="0" y="0"/>
            <a:chExt cx="1895475" cy="228600"/>
          </a:xfrm>
        </p:grpSpPr>
        <p:sp>
          <p:nvSpPr>
            <p:cNvPr id="882" name="矩形"/>
            <p:cNvSpPr/>
            <p:nvPr/>
          </p:nvSpPr>
          <p:spPr>
            <a:xfrm>
              <a:off x="0" y="0"/>
              <a:ext cx="1895475" cy="2286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b="1" sz="130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  <a:sym typeface="Microsoft YaHei"/>
                </a:defRPr>
              </a:pPr>
            </a:p>
          </p:txBody>
        </p:sp>
        <p:sp>
          <p:nvSpPr>
            <p:cNvPr id="883" name="运行时自适应层"/>
            <p:cNvSpPr txBox="1"/>
            <p:nvPr/>
          </p:nvSpPr>
          <p:spPr>
            <a:xfrm>
              <a:off x="0" y="0"/>
              <a:ext cx="1895475" cy="2286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b="1" sz="130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  <a:sym typeface="Microsoft YaHei"/>
                </a:defRPr>
              </a:lvl1pPr>
            </a:lstStyle>
            <a:p>
              <a:pPr/>
              <a:r>
                <a:t>运行时自适应层</a:t>
              </a:r>
            </a:p>
          </p:txBody>
        </p:sp>
      </p:grpSp>
      <p:grpSp>
        <p:nvGrpSpPr>
          <p:cNvPr id="887" name="矩形 999"/>
          <p:cNvGrpSpPr/>
          <p:nvPr/>
        </p:nvGrpSpPr>
        <p:grpSpPr>
          <a:xfrm>
            <a:off x="8648700" y="1724025"/>
            <a:ext cx="1895475" cy="508000"/>
            <a:chOff x="0" y="0"/>
            <a:chExt cx="1895475" cy="508000"/>
          </a:xfrm>
        </p:grpSpPr>
        <p:sp>
          <p:nvSpPr>
            <p:cNvPr id="885" name="矩形"/>
            <p:cNvSpPr/>
            <p:nvPr/>
          </p:nvSpPr>
          <p:spPr>
            <a:xfrm>
              <a:off x="0" y="0"/>
              <a:ext cx="1895475" cy="485775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100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  <a:sym typeface="Microsoft YaHei"/>
                </a:defRPr>
              </a:pPr>
            </a:p>
          </p:txBody>
        </p:sp>
        <p:sp>
          <p:nvSpPr>
            <p:cNvPr id="886" name="Lite state…"/>
            <p:cNvSpPr txBox="1"/>
            <p:nvPr/>
          </p:nvSpPr>
          <p:spPr>
            <a:xfrm>
              <a:off x="0" y="0"/>
              <a:ext cx="1895475" cy="5080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/>
            <a:p>
              <a:pPr>
                <a:defRPr sz="100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  <a:sym typeface="Microsoft YaHei"/>
                </a:defRPr>
              </a:pPr>
              <a:r>
                <a:t>Lite state</a:t>
              </a:r>
            </a:p>
            <a:p>
              <a:pPr>
                <a:defRPr sz="100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  <a:sym typeface="Microsoft YaHei"/>
                </a:defRPr>
              </a:pPr>
              <a:r>
                <a:t>候选重排</a:t>
              </a:r>
            </a:p>
            <a:p>
              <a:pPr>
                <a:defRPr sz="100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  <a:sym typeface="Microsoft YaHei"/>
                </a:defRPr>
              </a:pPr>
              <a:r>
                <a:t>动作选择</a:t>
              </a:r>
            </a:p>
          </p:txBody>
        </p:sp>
      </p:grpSp>
      <p:sp>
        <p:nvSpPr>
          <p:cNvPr id="888" name="圆角矩形 1000"/>
          <p:cNvSpPr/>
          <p:nvPr/>
        </p:nvSpPr>
        <p:spPr>
          <a:xfrm>
            <a:off x="1762125" y="2762250"/>
            <a:ext cx="2524125" cy="904875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>
            <a:solidFill>
              <a:srgbClr val="C9DDF1"/>
            </a:solidFill>
          </a:ln>
        </p:spPr>
        <p:txBody>
          <a:bodyPr lIns="45719" rIns="45719"/>
          <a:lstStyle/>
          <a:p>
            <a:pPr/>
          </a:p>
        </p:txBody>
      </p:sp>
      <p:grpSp>
        <p:nvGrpSpPr>
          <p:cNvPr id="891" name="矩形 1001"/>
          <p:cNvGrpSpPr/>
          <p:nvPr/>
        </p:nvGrpSpPr>
        <p:grpSpPr>
          <a:xfrm>
            <a:off x="1933575" y="2895600"/>
            <a:ext cx="2181225" cy="228600"/>
            <a:chOff x="0" y="0"/>
            <a:chExt cx="2181225" cy="228600"/>
          </a:xfrm>
        </p:grpSpPr>
        <p:sp>
          <p:nvSpPr>
            <p:cNvPr id="889" name="矩形"/>
            <p:cNvSpPr/>
            <p:nvPr/>
          </p:nvSpPr>
          <p:spPr>
            <a:xfrm>
              <a:off x="0" y="0"/>
              <a:ext cx="2181225" cy="2286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b="1" sz="1300">
                  <a:solidFill>
                    <a:srgbClr val="0052A5"/>
                  </a:solidFill>
                  <a:latin typeface="Microsoft YaHei"/>
                  <a:ea typeface="Microsoft YaHei"/>
                  <a:cs typeface="Microsoft YaHei"/>
                  <a:sym typeface="Microsoft YaHei"/>
                </a:defRPr>
              </a:pPr>
            </a:p>
          </p:txBody>
        </p:sp>
        <p:sp>
          <p:nvSpPr>
            <p:cNvPr id="890" name="输入"/>
            <p:cNvSpPr txBox="1"/>
            <p:nvPr/>
          </p:nvSpPr>
          <p:spPr>
            <a:xfrm>
              <a:off x="0" y="0"/>
              <a:ext cx="2181225" cy="2286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b="1" sz="1300">
                  <a:solidFill>
                    <a:srgbClr val="0052A5"/>
                  </a:solidFill>
                  <a:latin typeface="Microsoft YaHei"/>
                  <a:ea typeface="Microsoft YaHei"/>
                  <a:cs typeface="Microsoft YaHei"/>
                  <a:sym typeface="Microsoft YaHei"/>
                </a:defRPr>
              </a:lvl1pPr>
            </a:lstStyle>
            <a:p>
              <a:pPr/>
              <a:r>
                <a:t>输入</a:t>
              </a:r>
            </a:p>
          </p:txBody>
        </p:sp>
      </p:grpSp>
      <p:grpSp>
        <p:nvGrpSpPr>
          <p:cNvPr id="894" name="矩形 1002"/>
          <p:cNvGrpSpPr/>
          <p:nvPr/>
        </p:nvGrpSpPr>
        <p:grpSpPr>
          <a:xfrm>
            <a:off x="1933575" y="3200400"/>
            <a:ext cx="2181225" cy="390525"/>
            <a:chOff x="0" y="0"/>
            <a:chExt cx="2181225" cy="390525"/>
          </a:xfrm>
        </p:grpSpPr>
        <p:sp>
          <p:nvSpPr>
            <p:cNvPr id="892" name="矩形"/>
            <p:cNvSpPr/>
            <p:nvPr/>
          </p:nvSpPr>
          <p:spPr>
            <a:xfrm>
              <a:off x="0" y="0"/>
              <a:ext cx="2181225" cy="390525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1000">
                  <a:solidFill>
                    <a:srgbClr val="46566A"/>
                  </a:solidFill>
                  <a:latin typeface="Microsoft YaHei"/>
                  <a:ea typeface="Microsoft YaHei"/>
                  <a:cs typeface="Microsoft YaHei"/>
                  <a:sym typeface="Microsoft YaHei"/>
                </a:defRPr>
              </a:pPr>
            </a:p>
          </p:txBody>
        </p:sp>
        <p:sp>
          <p:nvSpPr>
            <p:cNvPr id="893" name="Task / Constraints / ToolKG…"/>
            <p:cNvSpPr txBox="1"/>
            <p:nvPr/>
          </p:nvSpPr>
          <p:spPr>
            <a:xfrm>
              <a:off x="0" y="0"/>
              <a:ext cx="2181225" cy="3048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/>
            <a:p>
              <a:pPr>
                <a:defRPr sz="1000">
                  <a:solidFill>
                    <a:srgbClr val="46566A"/>
                  </a:solidFill>
                  <a:latin typeface="Microsoft YaHei"/>
                  <a:ea typeface="Microsoft YaHei"/>
                  <a:cs typeface="Microsoft YaHei"/>
                  <a:sym typeface="Microsoft YaHei"/>
                </a:defRPr>
              </a:pPr>
              <a:r>
                <a:t>Task / Constraints / ToolKG</a:t>
              </a:r>
            </a:p>
            <a:p>
              <a:pPr>
                <a:defRPr sz="1000">
                  <a:solidFill>
                    <a:srgbClr val="46566A"/>
                  </a:solidFill>
                  <a:latin typeface="Microsoft YaHei"/>
                  <a:ea typeface="Microsoft YaHei"/>
                  <a:cs typeface="Microsoft YaHei"/>
                  <a:sym typeface="Microsoft YaHei"/>
                </a:defRPr>
              </a:pPr>
              <a:r>
                <a:t>runtime_context / policy</a:t>
              </a:r>
            </a:p>
          </p:txBody>
        </p:sp>
      </p:grpSp>
      <p:grpSp>
        <p:nvGrpSpPr>
          <p:cNvPr id="897" name="矩形 1003"/>
          <p:cNvGrpSpPr/>
          <p:nvPr/>
        </p:nvGrpSpPr>
        <p:grpSpPr>
          <a:xfrm>
            <a:off x="4333875" y="3086100"/>
            <a:ext cx="247650" cy="285750"/>
            <a:chOff x="0" y="0"/>
            <a:chExt cx="247650" cy="285750"/>
          </a:xfrm>
        </p:grpSpPr>
        <p:sp>
          <p:nvSpPr>
            <p:cNvPr id="895" name="矩形"/>
            <p:cNvSpPr/>
            <p:nvPr/>
          </p:nvSpPr>
          <p:spPr>
            <a:xfrm>
              <a:off x="0" y="0"/>
              <a:ext cx="247650" cy="28575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algn="ctr">
                <a:defRPr b="1" sz="1600">
                  <a:solidFill>
                    <a:srgbClr val="0052A5"/>
                  </a:solidFill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896" name="→"/>
            <p:cNvSpPr txBox="1"/>
            <p:nvPr/>
          </p:nvSpPr>
          <p:spPr>
            <a:xfrm>
              <a:off x="0" y="0"/>
              <a:ext cx="247650" cy="22195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 algn="ctr">
                <a:defRPr b="1" sz="1600">
                  <a:solidFill>
                    <a:srgbClr val="0052A5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→</a:t>
              </a:r>
            </a:p>
          </p:txBody>
        </p:sp>
      </p:grpSp>
      <p:sp>
        <p:nvSpPr>
          <p:cNvPr id="898" name="圆角矩形 1004"/>
          <p:cNvSpPr/>
          <p:nvPr/>
        </p:nvSpPr>
        <p:spPr>
          <a:xfrm>
            <a:off x="4762500" y="2762250"/>
            <a:ext cx="2667000" cy="904875"/>
          </a:xfrm>
          <a:prstGeom prst="roundRect">
            <a:avLst>
              <a:gd name="adj" fmla="val 8421"/>
            </a:avLst>
          </a:prstGeom>
          <a:solidFill>
            <a:srgbClr val="EAF3FF"/>
          </a:solidFill>
          <a:ln>
            <a:solidFill>
              <a:srgbClr val="9DC3E6"/>
            </a:solidFill>
          </a:ln>
        </p:spPr>
        <p:txBody>
          <a:bodyPr lIns="45719" rIns="45719"/>
          <a:lstStyle/>
          <a:p>
            <a:pPr/>
          </a:p>
        </p:txBody>
      </p:sp>
      <p:grpSp>
        <p:nvGrpSpPr>
          <p:cNvPr id="901" name="矩形 1005"/>
          <p:cNvGrpSpPr/>
          <p:nvPr/>
        </p:nvGrpSpPr>
        <p:grpSpPr>
          <a:xfrm>
            <a:off x="4933950" y="2895600"/>
            <a:ext cx="2324100" cy="228600"/>
            <a:chOff x="0" y="0"/>
            <a:chExt cx="2324100" cy="228600"/>
          </a:xfrm>
        </p:grpSpPr>
        <p:sp>
          <p:nvSpPr>
            <p:cNvPr id="899" name="矩形"/>
            <p:cNvSpPr/>
            <p:nvPr/>
          </p:nvSpPr>
          <p:spPr>
            <a:xfrm>
              <a:off x="0" y="0"/>
              <a:ext cx="2324100" cy="2286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b="1" sz="1300">
                  <a:solidFill>
                    <a:srgbClr val="0052A5"/>
                  </a:solidFill>
                  <a:latin typeface="Microsoft YaHei"/>
                  <a:ea typeface="Microsoft YaHei"/>
                  <a:cs typeface="Microsoft YaHei"/>
                  <a:sym typeface="Microsoft YaHei"/>
                </a:defRPr>
              </a:pPr>
            </a:p>
          </p:txBody>
        </p:sp>
        <p:sp>
          <p:nvSpPr>
            <p:cNvPr id="900" name="核心状态"/>
            <p:cNvSpPr txBox="1"/>
            <p:nvPr/>
          </p:nvSpPr>
          <p:spPr>
            <a:xfrm>
              <a:off x="0" y="0"/>
              <a:ext cx="2324100" cy="2286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b="1" sz="1300">
                  <a:solidFill>
                    <a:srgbClr val="0052A5"/>
                  </a:solidFill>
                  <a:latin typeface="Microsoft YaHei"/>
                  <a:ea typeface="Microsoft YaHei"/>
                  <a:cs typeface="Microsoft YaHei"/>
                  <a:sym typeface="Microsoft YaHei"/>
                </a:defRPr>
              </a:lvl1pPr>
            </a:lstStyle>
            <a:p>
              <a:pPr/>
              <a:r>
                <a:t>核心状态</a:t>
              </a:r>
            </a:p>
          </p:txBody>
        </p:sp>
      </p:grpSp>
      <p:grpSp>
        <p:nvGrpSpPr>
          <p:cNvPr id="904" name="矩形 1006"/>
          <p:cNvGrpSpPr/>
          <p:nvPr/>
        </p:nvGrpSpPr>
        <p:grpSpPr>
          <a:xfrm>
            <a:off x="4933950" y="3200400"/>
            <a:ext cx="2324100" cy="390525"/>
            <a:chOff x="0" y="0"/>
            <a:chExt cx="2324100" cy="390525"/>
          </a:xfrm>
        </p:grpSpPr>
        <p:sp>
          <p:nvSpPr>
            <p:cNvPr id="902" name="矩形"/>
            <p:cNvSpPr/>
            <p:nvPr/>
          </p:nvSpPr>
          <p:spPr>
            <a:xfrm>
              <a:off x="0" y="0"/>
              <a:ext cx="2324100" cy="390525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900">
                  <a:solidFill>
                    <a:srgbClr val="46566A"/>
                  </a:solidFill>
                  <a:latin typeface="Microsoft YaHei"/>
                  <a:ea typeface="Microsoft YaHei"/>
                  <a:cs typeface="Microsoft YaHei"/>
                  <a:sym typeface="Microsoft YaHei"/>
                </a:defRPr>
              </a:pPr>
            </a:p>
          </p:txBody>
        </p:sp>
        <p:sp>
          <p:nvSpPr>
            <p:cNvPr id="903" name="x_t = [success, structural_failure,…"/>
            <p:cNvSpPr txBox="1"/>
            <p:nvPr/>
          </p:nvSpPr>
          <p:spPr>
            <a:xfrm>
              <a:off x="0" y="0"/>
              <a:ext cx="2324100" cy="2794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/>
            <a:p>
              <a:pPr>
                <a:defRPr sz="900">
                  <a:solidFill>
                    <a:srgbClr val="46566A"/>
                  </a:solidFill>
                  <a:latin typeface="Microsoft YaHei"/>
                  <a:ea typeface="Microsoft YaHei"/>
                  <a:cs typeface="Microsoft YaHei"/>
                  <a:sym typeface="Microsoft YaHei"/>
                </a:defRPr>
              </a:pPr>
              <a:r>
                <a:t>x_t = [success, structural_failure,</a:t>
              </a:r>
            </a:p>
            <a:p>
              <a:pPr>
                <a:defRPr sz="900">
                  <a:solidFill>
                    <a:srgbClr val="46566A"/>
                  </a:solidFill>
                  <a:latin typeface="Microsoft YaHei"/>
                  <a:ea typeface="Microsoft YaHei"/>
                  <a:cs typeface="Microsoft YaHei"/>
                  <a:sym typeface="Microsoft YaHei"/>
                </a:defRPr>
              </a:pPr>
              <a:r>
                <a:t>recovery_margin, cost, evidence]</a:t>
              </a:r>
            </a:p>
          </p:txBody>
        </p:sp>
      </p:grpSp>
      <p:grpSp>
        <p:nvGrpSpPr>
          <p:cNvPr id="907" name="矩形 1007"/>
          <p:cNvGrpSpPr/>
          <p:nvPr/>
        </p:nvGrpSpPr>
        <p:grpSpPr>
          <a:xfrm>
            <a:off x="7477125" y="3086100"/>
            <a:ext cx="247650" cy="285750"/>
            <a:chOff x="0" y="0"/>
            <a:chExt cx="247650" cy="285750"/>
          </a:xfrm>
        </p:grpSpPr>
        <p:sp>
          <p:nvSpPr>
            <p:cNvPr id="905" name="矩形"/>
            <p:cNvSpPr/>
            <p:nvPr/>
          </p:nvSpPr>
          <p:spPr>
            <a:xfrm>
              <a:off x="0" y="0"/>
              <a:ext cx="247650" cy="28575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algn="ctr">
                <a:defRPr b="1" sz="1600">
                  <a:solidFill>
                    <a:srgbClr val="0052A5"/>
                  </a:solidFill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906" name="→"/>
            <p:cNvSpPr txBox="1"/>
            <p:nvPr/>
          </p:nvSpPr>
          <p:spPr>
            <a:xfrm>
              <a:off x="0" y="0"/>
              <a:ext cx="247650" cy="22195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 algn="ctr">
                <a:defRPr b="1" sz="1600">
                  <a:solidFill>
                    <a:srgbClr val="0052A5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→</a:t>
              </a:r>
            </a:p>
          </p:txBody>
        </p:sp>
      </p:grpSp>
      <p:sp>
        <p:nvSpPr>
          <p:cNvPr id="908" name="圆角矩形 1008"/>
          <p:cNvSpPr/>
          <p:nvPr/>
        </p:nvSpPr>
        <p:spPr>
          <a:xfrm>
            <a:off x="7905750" y="2762250"/>
            <a:ext cx="2524125" cy="904875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>
            <a:solidFill>
              <a:srgbClr val="C9DDF1"/>
            </a:solidFill>
          </a:ln>
        </p:spPr>
        <p:txBody>
          <a:bodyPr lIns="45719" rIns="45719"/>
          <a:lstStyle/>
          <a:p>
            <a:pPr/>
          </a:p>
        </p:txBody>
      </p:sp>
      <p:grpSp>
        <p:nvGrpSpPr>
          <p:cNvPr id="911" name="矩形 1009"/>
          <p:cNvGrpSpPr/>
          <p:nvPr/>
        </p:nvGrpSpPr>
        <p:grpSpPr>
          <a:xfrm>
            <a:off x="8077200" y="2895600"/>
            <a:ext cx="2181225" cy="228600"/>
            <a:chOff x="0" y="0"/>
            <a:chExt cx="2181225" cy="228600"/>
          </a:xfrm>
        </p:grpSpPr>
        <p:sp>
          <p:nvSpPr>
            <p:cNvPr id="909" name="矩形"/>
            <p:cNvSpPr/>
            <p:nvPr/>
          </p:nvSpPr>
          <p:spPr>
            <a:xfrm>
              <a:off x="0" y="0"/>
              <a:ext cx="2181225" cy="2286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b="1" sz="1300">
                  <a:solidFill>
                    <a:srgbClr val="0052A5"/>
                  </a:solidFill>
                  <a:latin typeface="Microsoft YaHei"/>
                  <a:ea typeface="Microsoft YaHei"/>
                  <a:cs typeface="Microsoft YaHei"/>
                  <a:sym typeface="Microsoft YaHei"/>
                </a:defRPr>
              </a:pPr>
            </a:p>
          </p:txBody>
        </p:sp>
        <p:sp>
          <p:nvSpPr>
            <p:cNvPr id="910" name="输出"/>
            <p:cNvSpPr txBox="1"/>
            <p:nvPr/>
          </p:nvSpPr>
          <p:spPr>
            <a:xfrm>
              <a:off x="0" y="0"/>
              <a:ext cx="2181225" cy="2286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b="1" sz="1300">
                  <a:solidFill>
                    <a:srgbClr val="0052A5"/>
                  </a:solidFill>
                  <a:latin typeface="Microsoft YaHei"/>
                  <a:ea typeface="Microsoft YaHei"/>
                  <a:cs typeface="Microsoft YaHei"/>
                  <a:sym typeface="Microsoft YaHei"/>
                </a:defRPr>
              </a:lvl1pPr>
            </a:lstStyle>
            <a:p>
              <a:pPr/>
              <a:r>
                <a:t>输出</a:t>
              </a:r>
            </a:p>
          </p:txBody>
        </p:sp>
      </p:grpSp>
      <p:grpSp>
        <p:nvGrpSpPr>
          <p:cNvPr id="914" name="矩形 1010"/>
          <p:cNvGrpSpPr/>
          <p:nvPr/>
        </p:nvGrpSpPr>
        <p:grpSpPr>
          <a:xfrm>
            <a:off x="8077200" y="3200400"/>
            <a:ext cx="2181225" cy="390525"/>
            <a:chOff x="0" y="0"/>
            <a:chExt cx="2181225" cy="390525"/>
          </a:xfrm>
        </p:grpSpPr>
        <p:sp>
          <p:nvSpPr>
            <p:cNvPr id="912" name="矩形"/>
            <p:cNvSpPr/>
            <p:nvPr/>
          </p:nvSpPr>
          <p:spPr>
            <a:xfrm>
              <a:off x="0" y="0"/>
              <a:ext cx="2181225" cy="390525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1100">
                  <a:solidFill>
                    <a:srgbClr val="46566A"/>
                  </a:solidFill>
                  <a:latin typeface="Microsoft YaHei"/>
                  <a:ea typeface="Microsoft YaHei"/>
                  <a:cs typeface="Microsoft YaHei"/>
                  <a:sym typeface="Microsoft YaHei"/>
                </a:defRPr>
              </a:pPr>
            </a:p>
          </p:txBody>
        </p:sp>
        <p:sp>
          <p:nvSpPr>
            <p:cNvPr id="913" name="continue / patch_local…"/>
            <p:cNvSpPr txBox="1"/>
            <p:nvPr/>
          </p:nvSpPr>
          <p:spPr>
            <a:xfrm>
              <a:off x="0" y="0"/>
              <a:ext cx="2181225" cy="3302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/>
            <a:p>
              <a:pPr>
                <a:defRPr sz="1100">
                  <a:solidFill>
                    <a:srgbClr val="46566A"/>
                  </a:solidFill>
                  <a:latin typeface="Microsoft YaHei"/>
                  <a:ea typeface="Microsoft YaHei"/>
                  <a:cs typeface="Microsoft YaHei"/>
                  <a:sym typeface="Microsoft YaHei"/>
                </a:defRPr>
              </a:pPr>
              <a:r>
                <a:t>continue / patch_local</a:t>
              </a:r>
            </a:p>
            <a:p>
              <a:pPr>
                <a:defRPr sz="1100">
                  <a:solidFill>
                    <a:srgbClr val="46566A"/>
                  </a:solidFill>
                  <a:latin typeface="Microsoft YaHei"/>
                  <a:ea typeface="Microsoft YaHei"/>
                  <a:cs typeface="Microsoft YaHei"/>
                  <a:sym typeface="Microsoft YaHei"/>
                </a:defRPr>
              </a:pPr>
              <a:r>
                <a:t>suffix_replan / stop</a:t>
              </a:r>
            </a:p>
          </p:txBody>
        </p:sp>
      </p:grpSp>
      <p:grpSp>
        <p:nvGrpSpPr>
          <p:cNvPr id="917" name="矩形 1011"/>
          <p:cNvGrpSpPr/>
          <p:nvPr/>
        </p:nvGrpSpPr>
        <p:grpSpPr>
          <a:xfrm>
            <a:off x="1352550" y="4762500"/>
            <a:ext cx="9525000" cy="323850"/>
            <a:chOff x="0" y="0"/>
            <a:chExt cx="9525000" cy="323850"/>
          </a:xfrm>
        </p:grpSpPr>
        <p:sp>
          <p:nvSpPr>
            <p:cNvPr id="915" name="矩形"/>
            <p:cNvSpPr/>
            <p:nvPr/>
          </p:nvSpPr>
          <p:spPr>
            <a:xfrm>
              <a:off x="0" y="0"/>
              <a:ext cx="9525000" cy="32385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algn="ctr">
                <a:defRPr b="1" sz="1500">
                  <a:solidFill>
                    <a:srgbClr val="082B60"/>
                  </a:solidFill>
                  <a:latin typeface="Microsoft YaHei"/>
                  <a:ea typeface="Microsoft YaHei"/>
                  <a:cs typeface="Microsoft YaHei"/>
                  <a:sym typeface="Microsoft YaHei"/>
                </a:defRPr>
              </a:pPr>
            </a:p>
          </p:txBody>
        </p:sp>
        <p:sp>
          <p:nvSpPr>
            <p:cNvPr id="916" name="核心边界：运行时状态只修正已合法候选，不覆盖 tool / schema / I-O / safety / budget 硬约束。"/>
            <p:cNvSpPr txBox="1"/>
            <p:nvPr/>
          </p:nvSpPr>
          <p:spPr>
            <a:xfrm>
              <a:off x="0" y="0"/>
              <a:ext cx="9525000" cy="2667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 algn="ctr">
                <a:defRPr b="1" sz="1500">
                  <a:solidFill>
                    <a:srgbClr val="082B60"/>
                  </a:solidFill>
                  <a:latin typeface="Microsoft YaHei"/>
                  <a:ea typeface="Microsoft YaHei"/>
                  <a:cs typeface="Microsoft YaHei"/>
                  <a:sym typeface="Microsoft YaHei"/>
                </a:defRPr>
              </a:lvl1pPr>
            </a:lstStyle>
            <a:p>
              <a:pPr/>
              <a:r>
                <a:t>核心边界：运行时状态只修正已合法候选，不覆盖 tool / schema / I-O / safety / budget 硬约束。</a:t>
              </a:r>
            </a:p>
          </p:txBody>
        </p:sp>
      </p:grp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9" name="矩形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pic>
        <p:nvPicPr>
          <p:cNvPr id="920" name="image4.png" descr="image4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09550" y="146513"/>
            <a:ext cx="590550" cy="421349"/>
          </a:xfrm>
          <a:prstGeom prst="rect">
            <a:avLst/>
          </a:prstGeom>
          <a:ln w="12700">
            <a:miter lim="400000"/>
          </a:ln>
        </p:spPr>
      </p:pic>
      <p:pic>
        <p:nvPicPr>
          <p:cNvPr id="921" name="image5.png" descr="image5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0694365" y="133350"/>
            <a:ext cx="690220" cy="457200"/>
          </a:xfrm>
          <a:prstGeom prst="rect">
            <a:avLst/>
          </a:prstGeom>
          <a:ln w="12700">
            <a:miter lim="400000"/>
          </a:ln>
        </p:spPr>
      </p:pic>
      <p:sp>
        <p:nvSpPr>
          <p:cNvPr id="922" name="矩形"/>
          <p:cNvSpPr/>
          <p:nvPr/>
        </p:nvSpPr>
        <p:spPr>
          <a:xfrm>
            <a:off x="0" y="714375"/>
            <a:ext cx="12192000" cy="28575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923" name="矩形"/>
          <p:cNvSpPr/>
          <p:nvPr/>
        </p:nvSpPr>
        <p:spPr>
          <a:xfrm>
            <a:off x="0" y="771525"/>
            <a:ext cx="12192000" cy="19050"/>
          </a:xfrm>
          <a:prstGeom prst="rect">
            <a:avLst/>
          </a:prstGeom>
          <a:solidFill>
            <a:srgbClr val="8BC7F7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924" name="矩形"/>
          <p:cNvSpPr/>
          <p:nvPr/>
        </p:nvSpPr>
        <p:spPr>
          <a:xfrm>
            <a:off x="2667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925" name="矩形"/>
          <p:cNvSpPr/>
          <p:nvPr/>
        </p:nvSpPr>
        <p:spPr>
          <a:xfrm>
            <a:off x="4191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926" name="矩形"/>
          <p:cNvSpPr/>
          <p:nvPr/>
        </p:nvSpPr>
        <p:spPr>
          <a:xfrm>
            <a:off x="5715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927" name="矩形"/>
          <p:cNvSpPr/>
          <p:nvPr/>
        </p:nvSpPr>
        <p:spPr>
          <a:xfrm>
            <a:off x="7239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928" name="矩形"/>
          <p:cNvSpPr/>
          <p:nvPr/>
        </p:nvSpPr>
        <p:spPr>
          <a:xfrm>
            <a:off x="8763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929" name="矩形"/>
          <p:cNvSpPr/>
          <p:nvPr/>
        </p:nvSpPr>
        <p:spPr>
          <a:xfrm>
            <a:off x="10287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930" name="矩形"/>
          <p:cNvSpPr/>
          <p:nvPr/>
        </p:nvSpPr>
        <p:spPr>
          <a:xfrm>
            <a:off x="11811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931" name="矩形"/>
          <p:cNvSpPr/>
          <p:nvPr/>
        </p:nvSpPr>
        <p:spPr>
          <a:xfrm>
            <a:off x="13335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932" name="矩形"/>
          <p:cNvSpPr/>
          <p:nvPr/>
        </p:nvSpPr>
        <p:spPr>
          <a:xfrm>
            <a:off x="14859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933" name="矩形"/>
          <p:cNvSpPr/>
          <p:nvPr/>
        </p:nvSpPr>
        <p:spPr>
          <a:xfrm>
            <a:off x="16383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934" name="矩形"/>
          <p:cNvSpPr/>
          <p:nvPr/>
        </p:nvSpPr>
        <p:spPr>
          <a:xfrm>
            <a:off x="17907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935" name="矩形"/>
          <p:cNvSpPr/>
          <p:nvPr/>
        </p:nvSpPr>
        <p:spPr>
          <a:xfrm>
            <a:off x="19431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936" name="矩形"/>
          <p:cNvSpPr/>
          <p:nvPr/>
        </p:nvSpPr>
        <p:spPr>
          <a:xfrm>
            <a:off x="20955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937" name="矩形"/>
          <p:cNvSpPr/>
          <p:nvPr/>
        </p:nvSpPr>
        <p:spPr>
          <a:xfrm>
            <a:off x="22479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938" name="矩形"/>
          <p:cNvSpPr/>
          <p:nvPr/>
        </p:nvSpPr>
        <p:spPr>
          <a:xfrm>
            <a:off x="24003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939" name="矩形"/>
          <p:cNvSpPr/>
          <p:nvPr/>
        </p:nvSpPr>
        <p:spPr>
          <a:xfrm>
            <a:off x="25527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940" name="矩形"/>
          <p:cNvSpPr/>
          <p:nvPr/>
        </p:nvSpPr>
        <p:spPr>
          <a:xfrm>
            <a:off x="27051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941" name="矩形"/>
          <p:cNvSpPr/>
          <p:nvPr/>
        </p:nvSpPr>
        <p:spPr>
          <a:xfrm>
            <a:off x="28575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942" name="矩形"/>
          <p:cNvSpPr/>
          <p:nvPr/>
        </p:nvSpPr>
        <p:spPr>
          <a:xfrm>
            <a:off x="30099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943" name="矩形"/>
          <p:cNvSpPr/>
          <p:nvPr/>
        </p:nvSpPr>
        <p:spPr>
          <a:xfrm>
            <a:off x="31623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944" name="矩形"/>
          <p:cNvSpPr/>
          <p:nvPr/>
        </p:nvSpPr>
        <p:spPr>
          <a:xfrm>
            <a:off x="33147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945" name="矩形"/>
          <p:cNvSpPr/>
          <p:nvPr/>
        </p:nvSpPr>
        <p:spPr>
          <a:xfrm>
            <a:off x="34671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946" name="矩形"/>
          <p:cNvSpPr/>
          <p:nvPr/>
        </p:nvSpPr>
        <p:spPr>
          <a:xfrm>
            <a:off x="36195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947" name="矩形"/>
          <p:cNvSpPr/>
          <p:nvPr/>
        </p:nvSpPr>
        <p:spPr>
          <a:xfrm>
            <a:off x="37719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948" name="矩形"/>
          <p:cNvSpPr/>
          <p:nvPr/>
        </p:nvSpPr>
        <p:spPr>
          <a:xfrm>
            <a:off x="39243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949" name="矩形"/>
          <p:cNvSpPr/>
          <p:nvPr/>
        </p:nvSpPr>
        <p:spPr>
          <a:xfrm>
            <a:off x="40767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950" name="矩形"/>
          <p:cNvSpPr/>
          <p:nvPr/>
        </p:nvSpPr>
        <p:spPr>
          <a:xfrm>
            <a:off x="42291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951" name="矩形"/>
          <p:cNvSpPr/>
          <p:nvPr/>
        </p:nvSpPr>
        <p:spPr>
          <a:xfrm>
            <a:off x="43815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952" name="矩形"/>
          <p:cNvSpPr/>
          <p:nvPr/>
        </p:nvSpPr>
        <p:spPr>
          <a:xfrm>
            <a:off x="45339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953" name="矩形"/>
          <p:cNvSpPr/>
          <p:nvPr/>
        </p:nvSpPr>
        <p:spPr>
          <a:xfrm>
            <a:off x="46863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954" name="矩形"/>
          <p:cNvSpPr/>
          <p:nvPr/>
        </p:nvSpPr>
        <p:spPr>
          <a:xfrm>
            <a:off x="48387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955" name="矩形"/>
          <p:cNvSpPr/>
          <p:nvPr/>
        </p:nvSpPr>
        <p:spPr>
          <a:xfrm>
            <a:off x="49911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956" name="矩形"/>
          <p:cNvSpPr/>
          <p:nvPr/>
        </p:nvSpPr>
        <p:spPr>
          <a:xfrm>
            <a:off x="51435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957" name="矩形"/>
          <p:cNvSpPr/>
          <p:nvPr/>
        </p:nvSpPr>
        <p:spPr>
          <a:xfrm>
            <a:off x="52959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958" name="矩形"/>
          <p:cNvSpPr/>
          <p:nvPr/>
        </p:nvSpPr>
        <p:spPr>
          <a:xfrm>
            <a:off x="54483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959" name="矩形"/>
          <p:cNvSpPr/>
          <p:nvPr/>
        </p:nvSpPr>
        <p:spPr>
          <a:xfrm>
            <a:off x="56007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960" name="矩形"/>
          <p:cNvSpPr/>
          <p:nvPr/>
        </p:nvSpPr>
        <p:spPr>
          <a:xfrm>
            <a:off x="57531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961" name="矩形"/>
          <p:cNvSpPr/>
          <p:nvPr/>
        </p:nvSpPr>
        <p:spPr>
          <a:xfrm>
            <a:off x="59055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962" name="矩形"/>
          <p:cNvSpPr/>
          <p:nvPr/>
        </p:nvSpPr>
        <p:spPr>
          <a:xfrm>
            <a:off x="60579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963" name="矩形"/>
          <p:cNvSpPr/>
          <p:nvPr/>
        </p:nvSpPr>
        <p:spPr>
          <a:xfrm>
            <a:off x="62103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964" name="矩形"/>
          <p:cNvSpPr/>
          <p:nvPr/>
        </p:nvSpPr>
        <p:spPr>
          <a:xfrm>
            <a:off x="63627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965" name="矩形"/>
          <p:cNvSpPr/>
          <p:nvPr/>
        </p:nvSpPr>
        <p:spPr>
          <a:xfrm>
            <a:off x="65151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966" name="矩形"/>
          <p:cNvSpPr/>
          <p:nvPr/>
        </p:nvSpPr>
        <p:spPr>
          <a:xfrm>
            <a:off x="66675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967" name="矩形"/>
          <p:cNvSpPr/>
          <p:nvPr/>
        </p:nvSpPr>
        <p:spPr>
          <a:xfrm>
            <a:off x="68199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968" name="矩形"/>
          <p:cNvSpPr/>
          <p:nvPr/>
        </p:nvSpPr>
        <p:spPr>
          <a:xfrm>
            <a:off x="69723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969" name="矩形"/>
          <p:cNvSpPr/>
          <p:nvPr/>
        </p:nvSpPr>
        <p:spPr>
          <a:xfrm>
            <a:off x="71247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970" name="矩形"/>
          <p:cNvSpPr/>
          <p:nvPr/>
        </p:nvSpPr>
        <p:spPr>
          <a:xfrm>
            <a:off x="72771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971" name="矩形"/>
          <p:cNvSpPr/>
          <p:nvPr/>
        </p:nvSpPr>
        <p:spPr>
          <a:xfrm>
            <a:off x="74295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972" name="矩形"/>
          <p:cNvSpPr/>
          <p:nvPr/>
        </p:nvSpPr>
        <p:spPr>
          <a:xfrm>
            <a:off x="75819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973" name="矩形"/>
          <p:cNvSpPr/>
          <p:nvPr/>
        </p:nvSpPr>
        <p:spPr>
          <a:xfrm>
            <a:off x="77343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974" name="矩形"/>
          <p:cNvSpPr/>
          <p:nvPr/>
        </p:nvSpPr>
        <p:spPr>
          <a:xfrm>
            <a:off x="78867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975" name="矩形"/>
          <p:cNvSpPr/>
          <p:nvPr/>
        </p:nvSpPr>
        <p:spPr>
          <a:xfrm>
            <a:off x="80391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976" name="矩形"/>
          <p:cNvSpPr/>
          <p:nvPr/>
        </p:nvSpPr>
        <p:spPr>
          <a:xfrm>
            <a:off x="81915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977" name="矩形"/>
          <p:cNvSpPr/>
          <p:nvPr/>
        </p:nvSpPr>
        <p:spPr>
          <a:xfrm>
            <a:off x="83439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978" name="矩形"/>
          <p:cNvSpPr/>
          <p:nvPr/>
        </p:nvSpPr>
        <p:spPr>
          <a:xfrm>
            <a:off x="84963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979" name="矩形"/>
          <p:cNvSpPr/>
          <p:nvPr/>
        </p:nvSpPr>
        <p:spPr>
          <a:xfrm>
            <a:off x="86487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980" name="矩形"/>
          <p:cNvSpPr/>
          <p:nvPr/>
        </p:nvSpPr>
        <p:spPr>
          <a:xfrm>
            <a:off x="88011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981" name="矩形"/>
          <p:cNvSpPr/>
          <p:nvPr/>
        </p:nvSpPr>
        <p:spPr>
          <a:xfrm>
            <a:off x="89535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982" name="矩形"/>
          <p:cNvSpPr/>
          <p:nvPr/>
        </p:nvSpPr>
        <p:spPr>
          <a:xfrm>
            <a:off x="91059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983" name="矩形"/>
          <p:cNvSpPr/>
          <p:nvPr/>
        </p:nvSpPr>
        <p:spPr>
          <a:xfrm>
            <a:off x="92583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984" name="矩形"/>
          <p:cNvSpPr/>
          <p:nvPr/>
        </p:nvSpPr>
        <p:spPr>
          <a:xfrm>
            <a:off x="94107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985" name="矩形"/>
          <p:cNvSpPr/>
          <p:nvPr/>
        </p:nvSpPr>
        <p:spPr>
          <a:xfrm>
            <a:off x="95631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986" name="矩形"/>
          <p:cNvSpPr/>
          <p:nvPr/>
        </p:nvSpPr>
        <p:spPr>
          <a:xfrm>
            <a:off x="97155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987" name="矩形"/>
          <p:cNvSpPr/>
          <p:nvPr/>
        </p:nvSpPr>
        <p:spPr>
          <a:xfrm>
            <a:off x="98679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988" name="矩形"/>
          <p:cNvSpPr/>
          <p:nvPr/>
        </p:nvSpPr>
        <p:spPr>
          <a:xfrm>
            <a:off x="100203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989" name="矩形"/>
          <p:cNvSpPr/>
          <p:nvPr/>
        </p:nvSpPr>
        <p:spPr>
          <a:xfrm>
            <a:off x="101727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990" name="矩形"/>
          <p:cNvSpPr/>
          <p:nvPr/>
        </p:nvSpPr>
        <p:spPr>
          <a:xfrm>
            <a:off x="103251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pic>
        <p:nvPicPr>
          <p:cNvPr id="991" name="image3.png" descr="image3.png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400050" y="6535384"/>
            <a:ext cx="2000250" cy="197559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994" name="矩形 982"/>
          <p:cNvGrpSpPr/>
          <p:nvPr/>
        </p:nvGrpSpPr>
        <p:grpSpPr>
          <a:xfrm>
            <a:off x="1000125" y="200025"/>
            <a:ext cx="7239000" cy="457200"/>
            <a:chOff x="0" y="0"/>
            <a:chExt cx="7239000" cy="457200"/>
          </a:xfrm>
        </p:grpSpPr>
        <p:sp>
          <p:nvSpPr>
            <p:cNvPr id="992" name="矩形"/>
            <p:cNvSpPr/>
            <p:nvPr/>
          </p:nvSpPr>
          <p:spPr>
            <a:xfrm>
              <a:off x="0" y="0"/>
              <a:ext cx="7239000" cy="4572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b="1" sz="2200">
                  <a:solidFill>
                    <a:srgbClr val="0052A5"/>
                  </a:solidFill>
                  <a:latin typeface="Microsoft YaHei"/>
                  <a:ea typeface="Microsoft YaHei"/>
                  <a:cs typeface="Microsoft YaHei"/>
                  <a:sym typeface="Microsoft YaHei"/>
                </a:defRPr>
              </a:pPr>
            </a:p>
          </p:txBody>
        </p:sp>
        <p:sp>
          <p:nvSpPr>
            <p:cNvPr id="993" name="静态规划：候选、硬过滤与静态评分"/>
            <p:cNvSpPr txBox="1"/>
            <p:nvPr/>
          </p:nvSpPr>
          <p:spPr>
            <a:xfrm>
              <a:off x="0" y="38100"/>
              <a:ext cx="7239000" cy="3810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>
                <a:defRPr b="1" sz="2200">
                  <a:solidFill>
                    <a:srgbClr val="0052A5"/>
                  </a:solidFill>
                  <a:latin typeface="Microsoft YaHei"/>
                  <a:ea typeface="Microsoft YaHei"/>
                  <a:cs typeface="Microsoft YaHei"/>
                  <a:sym typeface="Microsoft YaHei"/>
                </a:defRPr>
              </a:lvl1pPr>
            </a:lstStyle>
            <a:p>
              <a:pPr/>
              <a:r>
                <a:t>静态规划：候选、硬过滤与静态评分</a:t>
              </a:r>
            </a:p>
          </p:txBody>
        </p:sp>
      </p:grpSp>
      <p:grpSp>
        <p:nvGrpSpPr>
          <p:cNvPr id="997" name="矩形 983"/>
          <p:cNvGrpSpPr/>
          <p:nvPr/>
        </p:nvGrpSpPr>
        <p:grpSpPr>
          <a:xfrm>
            <a:off x="8667750" y="228600"/>
            <a:ext cx="1428750" cy="209550"/>
            <a:chOff x="0" y="0"/>
            <a:chExt cx="1428750" cy="209550"/>
          </a:xfrm>
        </p:grpSpPr>
        <p:sp>
          <p:nvSpPr>
            <p:cNvPr id="995" name="矩形"/>
            <p:cNvSpPr/>
            <p:nvPr/>
          </p:nvSpPr>
          <p:spPr>
            <a:xfrm>
              <a:off x="0" y="0"/>
              <a:ext cx="1428750" cy="20955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b="1" sz="700">
                  <a:solidFill>
                    <a:srgbClr val="6B7280"/>
                  </a:solidFill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996" name="STATIC PLANNING"/>
            <p:cNvSpPr txBox="1"/>
            <p:nvPr/>
          </p:nvSpPr>
          <p:spPr>
            <a:xfrm>
              <a:off x="0" y="41274"/>
              <a:ext cx="1428750" cy="1270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>
                <a:defRPr b="1" sz="700">
                  <a:solidFill>
                    <a:srgbClr val="6B728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STATIC PLANNING</a:t>
              </a:r>
            </a:p>
          </p:txBody>
        </p:sp>
      </p:grpSp>
      <p:grpSp>
        <p:nvGrpSpPr>
          <p:cNvPr id="1000" name="矩形 984"/>
          <p:cNvGrpSpPr/>
          <p:nvPr/>
        </p:nvGrpSpPr>
        <p:grpSpPr>
          <a:xfrm>
            <a:off x="11696700" y="6419850"/>
            <a:ext cx="323850" cy="266700"/>
            <a:chOff x="0" y="0"/>
            <a:chExt cx="323850" cy="266700"/>
          </a:xfrm>
        </p:grpSpPr>
        <p:sp>
          <p:nvSpPr>
            <p:cNvPr id="998" name="矩形"/>
            <p:cNvSpPr/>
            <p:nvPr/>
          </p:nvSpPr>
          <p:spPr>
            <a:xfrm>
              <a:off x="0" y="0"/>
              <a:ext cx="323850" cy="2667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algn="ctr">
                <a:defRPr b="1" sz="1300">
                  <a:solidFill>
                    <a:srgbClr val="8A8A8A"/>
                  </a:solidFill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999" name="8"/>
            <p:cNvSpPr txBox="1"/>
            <p:nvPr/>
          </p:nvSpPr>
          <p:spPr>
            <a:xfrm>
              <a:off x="0" y="0"/>
              <a:ext cx="323850" cy="18509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 algn="ctr">
                <a:defRPr b="1" sz="1300">
                  <a:solidFill>
                    <a:srgbClr val="8A8A8A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8</a:t>
              </a:r>
            </a:p>
          </p:txBody>
        </p:sp>
      </p:grpSp>
      <p:sp>
        <p:nvSpPr>
          <p:cNvPr id="1001" name="圆角矩形 985"/>
          <p:cNvSpPr/>
          <p:nvPr/>
        </p:nvSpPr>
        <p:spPr>
          <a:xfrm>
            <a:off x="619125" y="1238250"/>
            <a:ext cx="1733550" cy="106680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>
            <a:solidFill>
              <a:srgbClr val="C9DDF1"/>
            </a:solidFill>
          </a:ln>
        </p:spPr>
        <p:txBody>
          <a:bodyPr lIns="45719" rIns="45719"/>
          <a:lstStyle/>
          <a:p>
            <a:pPr/>
          </a:p>
        </p:txBody>
      </p:sp>
      <p:grpSp>
        <p:nvGrpSpPr>
          <p:cNvPr id="1004" name="矩形 986"/>
          <p:cNvGrpSpPr/>
          <p:nvPr/>
        </p:nvGrpSpPr>
        <p:grpSpPr>
          <a:xfrm>
            <a:off x="790575" y="1371600"/>
            <a:ext cx="1390650" cy="228600"/>
            <a:chOff x="0" y="0"/>
            <a:chExt cx="1390650" cy="228600"/>
          </a:xfrm>
        </p:grpSpPr>
        <p:sp>
          <p:nvSpPr>
            <p:cNvPr id="1002" name="矩形"/>
            <p:cNvSpPr/>
            <p:nvPr/>
          </p:nvSpPr>
          <p:spPr>
            <a:xfrm>
              <a:off x="0" y="0"/>
              <a:ext cx="1390650" cy="2286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algn="ctr">
                <a:defRPr b="1" sz="1100">
                  <a:solidFill>
                    <a:srgbClr val="0052A5"/>
                  </a:solidFill>
                  <a:latin typeface="Microsoft YaHei"/>
                  <a:ea typeface="Microsoft YaHei"/>
                  <a:cs typeface="Microsoft YaHei"/>
                  <a:sym typeface="Microsoft YaHei"/>
                </a:defRPr>
              </a:pPr>
            </a:p>
          </p:txBody>
        </p:sp>
        <p:sp>
          <p:nvSpPr>
            <p:cNvPr id="1003" name="Task / Constraints"/>
            <p:cNvSpPr txBox="1"/>
            <p:nvPr/>
          </p:nvSpPr>
          <p:spPr>
            <a:xfrm>
              <a:off x="0" y="0"/>
              <a:ext cx="1390650" cy="1651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 algn="ctr">
                <a:defRPr b="1" sz="1100">
                  <a:solidFill>
                    <a:srgbClr val="0052A5"/>
                  </a:solidFill>
                  <a:latin typeface="Microsoft YaHei"/>
                  <a:ea typeface="Microsoft YaHei"/>
                  <a:cs typeface="Microsoft YaHei"/>
                  <a:sym typeface="Microsoft YaHei"/>
                </a:defRPr>
              </a:lvl1pPr>
            </a:lstStyle>
            <a:p>
              <a:pPr/>
              <a:r>
                <a:t>Task / Constraints</a:t>
              </a:r>
            </a:p>
          </p:txBody>
        </p:sp>
      </p:grpSp>
      <p:grpSp>
        <p:nvGrpSpPr>
          <p:cNvPr id="1007" name="矩形 987"/>
          <p:cNvGrpSpPr/>
          <p:nvPr/>
        </p:nvGrpSpPr>
        <p:grpSpPr>
          <a:xfrm>
            <a:off x="790575" y="1778000"/>
            <a:ext cx="1390650" cy="552450"/>
            <a:chOff x="0" y="0"/>
            <a:chExt cx="1390650" cy="552450"/>
          </a:xfrm>
        </p:grpSpPr>
        <p:sp>
          <p:nvSpPr>
            <p:cNvPr id="1005" name="矩形"/>
            <p:cNvSpPr/>
            <p:nvPr/>
          </p:nvSpPr>
          <p:spPr>
            <a:xfrm>
              <a:off x="0" y="0"/>
              <a:ext cx="1390650" cy="55245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algn="ctr">
                <a:defRPr sz="900">
                  <a:solidFill>
                    <a:srgbClr val="46566A"/>
                  </a:solidFill>
                  <a:latin typeface="Microsoft YaHei"/>
                  <a:ea typeface="Microsoft YaHei"/>
                  <a:cs typeface="Microsoft YaHei"/>
                  <a:sym typeface="Microsoft YaHei"/>
                </a:defRPr>
              </a:pPr>
            </a:p>
          </p:txBody>
        </p:sp>
        <p:sp>
          <p:nvSpPr>
            <p:cNvPr id="1006" name="目标、预算…"/>
            <p:cNvSpPr txBox="1"/>
            <p:nvPr/>
          </p:nvSpPr>
          <p:spPr>
            <a:xfrm>
              <a:off x="0" y="0"/>
              <a:ext cx="1390650" cy="3302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/>
            <a:p>
              <a:pPr algn="ctr">
                <a:defRPr sz="900">
                  <a:solidFill>
                    <a:srgbClr val="46566A"/>
                  </a:solidFill>
                  <a:latin typeface="Microsoft YaHei"/>
                  <a:ea typeface="Microsoft YaHei"/>
                  <a:cs typeface="Microsoft YaHei"/>
                  <a:sym typeface="Microsoft YaHei"/>
                </a:defRPr>
              </a:pPr>
              <a:r>
                <a:t>目标、预算</a:t>
              </a:r>
            </a:p>
            <a:p>
              <a:pPr algn="ctr">
                <a:defRPr sz="900">
                  <a:solidFill>
                    <a:srgbClr val="46566A"/>
                  </a:solidFill>
                  <a:latin typeface="Microsoft YaHei"/>
                  <a:ea typeface="Microsoft YaHei"/>
                  <a:cs typeface="Microsoft YaHei"/>
                  <a:sym typeface="Microsoft YaHei"/>
                </a:defRPr>
              </a:pPr>
              <a:r>
                <a:t>允许/禁用工具</a:t>
              </a:r>
            </a:p>
          </p:txBody>
        </p:sp>
      </p:grpSp>
      <p:grpSp>
        <p:nvGrpSpPr>
          <p:cNvPr id="1010" name="矩形 988"/>
          <p:cNvGrpSpPr/>
          <p:nvPr/>
        </p:nvGrpSpPr>
        <p:grpSpPr>
          <a:xfrm>
            <a:off x="2362200" y="1619250"/>
            <a:ext cx="304800" cy="285750"/>
            <a:chOff x="0" y="0"/>
            <a:chExt cx="304800" cy="285750"/>
          </a:xfrm>
        </p:grpSpPr>
        <p:sp>
          <p:nvSpPr>
            <p:cNvPr id="1008" name="矩形"/>
            <p:cNvSpPr/>
            <p:nvPr/>
          </p:nvSpPr>
          <p:spPr>
            <a:xfrm>
              <a:off x="0" y="0"/>
              <a:ext cx="304800" cy="28575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algn="ctr">
                <a:defRPr b="1" sz="1600">
                  <a:solidFill>
                    <a:srgbClr val="9DC3E6"/>
                  </a:solidFill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1009" name="→"/>
            <p:cNvSpPr txBox="1"/>
            <p:nvPr/>
          </p:nvSpPr>
          <p:spPr>
            <a:xfrm>
              <a:off x="0" y="0"/>
              <a:ext cx="304800" cy="22195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 algn="ctr">
                <a:defRPr b="1" sz="1600">
                  <a:solidFill>
                    <a:srgbClr val="9DC3E6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→</a:t>
              </a:r>
            </a:p>
          </p:txBody>
        </p:sp>
      </p:grpSp>
      <p:sp>
        <p:nvSpPr>
          <p:cNvPr id="1011" name="圆角矩形 989"/>
          <p:cNvSpPr/>
          <p:nvPr/>
        </p:nvSpPr>
        <p:spPr>
          <a:xfrm>
            <a:off x="2857500" y="1238250"/>
            <a:ext cx="1733550" cy="106680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>
            <a:solidFill>
              <a:srgbClr val="C9DDF1"/>
            </a:solidFill>
          </a:ln>
        </p:spPr>
        <p:txBody>
          <a:bodyPr lIns="45719" rIns="45719"/>
          <a:lstStyle/>
          <a:p>
            <a:pPr/>
          </a:p>
        </p:txBody>
      </p:sp>
      <p:grpSp>
        <p:nvGrpSpPr>
          <p:cNvPr id="1014" name="矩形 990"/>
          <p:cNvGrpSpPr/>
          <p:nvPr/>
        </p:nvGrpSpPr>
        <p:grpSpPr>
          <a:xfrm>
            <a:off x="3028950" y="1371600"/>
            <a:ext cx="1390650" cy="228600"/>
            <a:chOff x="0" y="0"/>
            <a:chExt cx="1390650" cy="228600"/>
          </a:xfrm>
        </p:grpSpPr>
        <p:sp>
          <p:nvSpPr>
            <p:cNvPr id="1012" name="矩形"/>
            <p:cNvSpPr/>
            <p:nvPr/>
          </p:nvSpPr>
          <p:spPr>
            <a:xfrm>
              <a:off x="0" y="0"/>
              <a:ext cx="1390650" cy="2286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algn="ctr">
                <a:defRPr b="1" sz="1100">
                  <a:solidFill>
                    <a:srgbClr val="0052A5"/>
                  </a:solidFill>
                  <a:latin typeface="Microsoft YaHei"/>
                  <a:ea typeface="Microsoft YaHei"/>
                  <a:cs typeface="Microsoft YaHei"/>
                  <a:sym typeface="Microsoft YaHei"/>
                </a:defRPr>
              </a:pPr>
            </a:p>
          </p:txBody>
        </p:sp>
        <p:sp>
          <p:nvSpPr>
            <p:cNvPr id="1013" name="Tool Retrieval"/>
            <p:cNvSpPr txBox="1"/>
            <p:nvPr/>
          </p:nvSpPr>
          <p:spPr>
            <a:xfrm>
              <a:off x="0" y="0"/>
              <a:ext cx="1390650" cy="1651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 algn="ctr">
                <a:defRPr b="1" sz="1100">
                  <a:solidFill>
                    <a:srgbClr val="0052A5"/>
                  </a:solidFill>
                  <a:latin typeface="Microsoft YaHei"/>
                  <a:ea typeface="Microsoft YaHei"/>
                  <a:cs typeface="Microsoft YaHei"/>
                  <a:sym typeface="Microsoft YaHei"/>
                </a:defRPr>
              </a:lvl1pPr>
            </a:lstStyle>
            <a:p>
              <a:pPr/>
              <a:r>
                <a:t>Tool Retrieval</a:t>
              </a:r>
            </a:p>
          </p:txBody>
        </p:sp>
      </p:grpSp>
      <p:grpSp>
        <p:nvGrpSpPr>
          <p:cNvPr id="1017" name="矩形 991"/>
          <p:cNvGrpSpPr/>
          <p:nvPr/>
        </p:nvGrpSpPr>
        <p:grpSpPr>
          <a:xfrm>
            <a:off x="3028950" y="1778000"/>
            <a:ext cx="1390650" cy="552450"/>
            <a:chOff x="0" y="0"/>
            <a:chExt cx="1390650" cy="552450"/>
          </a:xfrm>
        </p:grpSpPr>
        <p:sp>
          <p:nvSpPr>
            <p:cNvPr id="1015" name="矩形"/>
            <p:cNvSpPr/>
            <p:nvPr/>
          </p:nvSpPr>
          <p:spPr>
            <a:xfrm>
              <a:off x="0" y="0"/>
              <a:ext cx="1390650" cy="55245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algn="ctr">
                <a:defRPr sz="900">
                  <a:solidFill>
                    <a:srgbClr val="46566A"/>
                  </a:solidFill>
                  <a:latin typeface="Microsoft YaHei"/>
                  <a:ea typeface="Microsoft YaHei"/>
                  <a:cs typeface="Microsoft YaHei"/>
                  <a:sym typeface="Microsoft YaHei"/>
                </a:defRPr>
              </a:pPr>
            </a:p>
          </p:txBody>
        </p:sp>
        <p:sp>
          <p:nvSpPr>
            <p:cNvPr id="1016" name="能力匹配…"/>
            <p:cNvSpPr txBox="1"/>
            <p:nvPr/>
          </p:nvSpPr>
          <p:spPr>
            <a:xfrm>
              <a:off x="0" y="0"/>
              <a:ext cx="1390650" cy="3302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/>
            <a:p>
              <a:pPr algn="ctr">
                <a:defRPr sz="900">
                  <a:solidFill>
                    <a:srgbClr val="46566A"/>
                  </a:solidFill>
                  <a:latin typeface="Microsoft YaHei"/>
                  <a:ea typeface="Microsoft YaHei"/>
                  <a:cs typeface="Microsoft YaHei"/>
                  <a:sym typeface="Microsoft YaHei"/>
                </a:defRPr>
              </a:pPr>
              <a:r>
                <a:t>能力匹配</a:t>
              </a:r>
            </a:p>
            <a:p>
              <a:pPr algn="ctr">
                <a:defRPr sz="900">
                  <a:solidFill>
                    <a:srgbClr val="46566A"/>
                  </a:solidFill>
                  <a:latin typeface="Microsoft YaHei"/>
                  <a:ea typeface="Microsoft YaHei"/>
                  <a:cs typeface="Microsoft YaHei"/>
                  <a:sym typeface="Microsoft YaHei"/>
                </a:defRPr>
              </a:pPr>
              <a:r>
                <a:t>I/O 兼容</a:t>
              </a:r>
            </a:p>
          </p:txBody>
        </p:sp>
      </p:grpSp>
      <p:grpSp>
        <p:nvGrpSpPr>
          <p:cNvPr id="1020" name="矩形 992"/>
          <p:cNvGrpSpPr/>
          <p:nvPr/>
        </p:nvGrpSpPr>
        <p:grpSpPr>
          <a:xfrm>
            <a:off x="4600575" y="1619250"/>
            <a:ext cx="304800" cy="285750"/>
            <a:chOff x="0" y="0"/>
            <a:chExt cx="304800" cy="285750"/>
          </a:xfrm>
        </p:grpSpPr>
        <p:sp>
          <p:nvSpPr>
            <p:cNvPr id="1018" name="矩形"/>
            <p:cNvSpPr/>
            <p:nvPr/>
          </p:nvSpPr>
          <p:spPr>
            <a:xfrm>
              <a:off x="0" y="0"/>
              <a:ext cx="304800" cy="28575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algn="ctr">
                <a:defRPr b="1" sz="1600">
                  <a:solidFill>
                    <a:srgbClr val="9DC3E6"/>
                  </a:solidFill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1019" name="→"/>
            <p:cNvSpPr txBox="1"/>
            <p:nvPr/>
          </p:nvSpPr>
          <p:spPr>
            <a:xfrm>
              <a:off x="0" y="0"/>
              <a:ext cx="304800" cy="22195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 algn="ctr">
                <a:defRPr b="1" sz="1600">
                  <a:solidFill>
                    <a:srgbClr val="9DC3E6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→</a:t>
              </a:r>
            </a:p>
          </p:txBody>
        </p:sp>
      </p:grpSp>
      <p:sp>
        <p:nvSpPr>
          <p:cNvPr id="1021" name="圆角矩形 993"/>
          <p:cNvSpPr/>
          <p:nvPr/>
        </p:nvSpPr>
        <p:spPr>
          <a:xfrm>
            <a:off x="5095875" y="1238250"/>
            <a:ext cx="1733550" cy="106680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>
            <a:solidFill>
              <a:srgbClr val="C9DDF1"/>
            </a:solidFill>
          </a:ln>
        </p:spPr>
        <p:txBody>
          <a:bodyPr lIns="45719" rIns="45719"/>
          <a:lstStyle/>
          <a:p>
            <a:pPr/>
          </a:p>
        </p:txBody>
      </p:sp>
      <p:grpSp>
        <p:nvGrpSpPr>
          <p:cNvPr id="1024" name="矩形 994"/>
          <p:cNvGrpSpPr/>
          <p:nvPr/>
        </p:nvGrpSpPr>
        <p:grpSpPr>
          <a:xfrm>
            <a:off x="5267325" y="1371600"/>
            <a:ext cx="1390650" cy="330200"/>
            <a:chOff x="0" y="0"/>
            <a:chExt cx="1390650" cy="330200"/>
          </a:xfrm>
        </p:grpSpPr>
        <p:sp>
          <p:nvSpPr>
            <p:cNvPr id="1022" name="矩形"/>
            <p:cNvSpPr/>
            <p:nvPr/>
          </p:nvSpPr>
          <p:spPr>
            <a:xfrm>
              <a:off x="0" y="0"/>
              <a:ext cx="1390650" cy="2286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algn="ctr">
                <a:defRPr b="1" sz="1100">
                  <a:solidFill>
                    <a:srgbClr val="0052A5"/>
                  </a:solidFill>
                  <a:latin typeface="Microsoft YaHei"/>
                  <a:ea typeface="Microsoft YaHei"/>
                  <a:cs typeface="Microsoft YaHei"/>
                  <a:sym typeface="Microsoft YaHei"/>
                </a:defRPr>
              </a:pPr>
            </a:p>
          </p:txBody>
        </p:sp>
        <p:sp>
          <p:nvSpPr>
            <p:cNvPr id="1023" name="Candidate Generation"/>
            <p:cNvSpPr txBox="1"/>
            <p:nvPr/>
          </p:nvSpPr>
          <p:spPr>
            <a:xfrm>
              <a:off x="0" y="0"/>
              <a:ext cx="1390650" cy="3302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 algn="ctr">
                <a:defRPr b="1" sz="1100">
                  <a:solidFill>
                    <a:srgbClr val="0052A5"/>
                  </a:solidFill>
                  <a:latin typeface="Microsoft YaHei"/>
                  <a:ea typeface="Microsoft YaHei"/>
                  <a:cs typeface="Microsoft YaHei"/>
                  <a:sym typeface="Microsoft YaHei"/>
                </a:defRPr>
              </a:lvl1pPr>
            </a:lstStyle>
            <a:p>
              <a:pPr/>
              <a:r>
                <a:t>Candidate Generation</a:t>
              </a:r>
            </a:p>
          </p:txBody>
        </p:sp>
      </p:grpSp>
      <p:grpSp>
        <p:nvGrpSpPr>
          <p:cNvPr id="1027" name="矩形 995"/>
          <p:cNvGrpSpPr/>
          <p:nvPr/>
        </p:nvGrpSpPr>
        <p:grpSpPr>
          <a:xfrm>
            <a:off x="5267325" y="1778000"/>
            <a:ext cx="1390650" cy="552450"/>
            <a:chOff x="0" y="0"/>
            <a:chExt cx="1390650" cy="552450"/>
          </a:xfrm>
        </p:grpSpPr>
        <p:sp>
          <p:nvSpPr>
            <p:cNvPr id="1025" name="矩形"/>
            <p:cNvSpPr/>
            <p:nvPr/>
          </p:nvSpPr>
          <p:spPr>
            <a:xfrm>
              <a:off x="0" y="0"/>
              <a:ext cx="1390650" cy="55245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algn="ctr">
                <a:defRPr sz="900">
                  <a:solidFill>
                    <a:srgbClr val="46566A"/>
                  </a:solidFill>
                  <a:latin typeface="Microsoft YaHei"/>
                  <a:ea typeface="Microsoft YaHei"/>
                  <a:cs typeface="Microsoft YaHei"/>
                  <a:sym typeface="Microsoft YaHei"/>
                </a:defRPr>
              </a:pPr>
            </a:p>
          </p:txBody>
        </p:sp>
        <p:sp>
          <p:nvSpPr>
            <p:cNvPr id="1026" name="Plan / Patch…"/>
            <p:cNvSpPr txBox="1"/>
            <p:nvPr/>
          </p:nvSpPr>
          <p:spPr>
            <a:xfrm>
              <a:off x="0" y="0"/>
              <a:ext cx="1390650" cy="2794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/>
            <a:p>
              <a:pPr algn="ctr">
                <a:defRPr sz="900">
                  <a:solidFill>
                    <a:srgbClr val="46566A"/>
                  </a:solidFill>
                  <a:latin typeface="Microsoft YaHei"/>
                  <a:ea typeface="Microsoft YaHei"/>
                  <a:cs typeface="Microsoft YaHei"/>
                  <a:sym typeface="Microsoft YaHei"/>
                </a:defRPr>
              </a:pPr>
              <a:r>
                <a:t>Plan / Patch</a:t>
              </a:r>
            </a:p>
            <a:p>
              <a:pPr algn="ctr">
                <a:defRPr sz="900">
                  <a:solidFill>
                    <a:srgbClr val="46566A"/>
                  </a:solidFill>
                  <a:latin typeface="Microsoft YaHei"/>
                  <a:ea typeface="Microsoft YaHei"/>
                  <a:cs typeface="Microsoft YaHei"/>
                  <a:sym typeface="Microsoft YaHei"/>
                </a:defRPr>
              </a:pPr>
              <a:r>
                <a:t>Replan Top-K</a:t>
              </a:r>
            </a:p>
          </p:txBody>
        </p:sp>
      </p:grpSp>
      <p:grpSp>
        <p:nvGrpSpPr>
          <p:cNvPr id="1030" name="矩形 996"/>
          <p:cNvGrpSpPr/>
          <p:nvPr/>
        </p:nvGrpSpPr>
        <p:grpSpPr>
          <a:xfrm>
            <a:off x="6838950" y="1619250"/>
            <a:ext cx="304800" cy="285750"/>
            <a:chOff x="0" y="0"/>
            <a:chExt cx="304800" cy="285750"/>
          </a:xfrm>
        </p:grpSpPr>
        <p:sp>
          <p:nvSpPr>
            <p:cNvPr id="1028" name="矩形"/>
            <p:cNvSpPr/>
            <p:nvPr/>
          </p:nvSpPr>
          <p:spPr>
            <a:xfrm>
              <a:off x="0" y="0"/>
              <a:ext cx="304800" cy="28575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algn="ctr">
                <a:defRPr b="1" sz="1600">
                  <a:solidFill>
                    <a:srgbClr val="9DC3E6"/>
                  </a:solidFill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1029" name="→"/>
            <p:cNvSpPr txBox="1"/>
            <p:nvPr/>
          </p:nvSpPr>
          <p:spPr>
            <a:xfrm>
              <a:off x="0" y="0"/>
              <a:ext cx="304800" cy="22195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 algn="ctr">
                <a:defRPr b="1" sz="1600">
                  <a:solidFill>
                    <a:srgbClr val="9DC3E6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→</a:t>
              </a:r>
            </a:p>
          </p:txBody>
        </p:sp>
      </p:grpSp>
      <p:sp>
        <p:nvSpPr>
          <p:cNvPr id="1031" name="圆角矩形 997"/>
          <p:cNvSpPr/>
          <p:nvPr/>
        </p:nvSpPr>
        <p:spPr>
          <a:xfrm>
            <a:off x="7334250" y="1238250"/>
            <a:ext cx="1733550" cy="1066800"/>
          </a:xfrm>
          <a:prstGeom prst="roundRect">
            <a:avLst>
              <a:gd name="adj" fmla="val 7143"/>
            </a:avLst>
          </a:prstGeom>
          <a:solidFill>
            <a:srgbClr val="0052A5"/>
          </a:solidFill>
          <a:ln>
            <a:solidFill>
              <a:srgbClr val="0052A5"/>
            </a:solidFill>
          </a:ln>
        </p:spPr>
        <p:txBody>
          <a:bodyPr lIns="45719" rIns="45719"/>
          <a:lstStyle/>
          <a:p>
            <a:pPr/>
          </a:p>
        </p:txBody>
      </p:sp>
      <p:grpSp>
        <p:nvGrpSpPr>
          <p:cNvPr id="1034" name="矩形 998"/>
          <p:cNvGrpSpPr/>
          <p:nvPr/>
        </p:nvGrpSpPr>
        <p:grpSpPr>
          <a:xfrm>
            <a:off x="7505700" y="1371600"/>
            <a:ext cx="1390650" cy="228600"/>
            <a:chOff x="0" y="0"/>
            <a:chExt cx="1390650" cy="228600"/>
          </a:xfrm>
        </p:grpSpPr>
        <p:sp>
          <p:nvSpPr>
            <p:cNvPr id="1032" name="矩形"/>
            <p:cNvSpPr/>
            <p:nvPr/>
          </p:nvSpPr>
          <p:spPr>
            <a:xfrm>
              <a:off x="0" y="0"/>
              <a:ext cx="1390650" cy="2286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algn="ctr">
                <a:defRPr b="1" sz="110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  <a:sym typeface="Microsoft YaHei"/>
                </a:defRPr>
              </a:pPr>
            </a:p>
          </p:txBody>
        </p:sp>
        <p:sp>
          <p:nvSpPr>
            <p:cNvPr id="1033" name="Hard Feasibility"/>
            <p:cNvSpPr txBox="1"/>
            <p:nvPr/>
          </p:nvSpPr>
          <p:spPr>
            <a:xfrm>
              <a:off x="0" y="0"/>
              <a:ext cx="1390650" cy="1651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 algn="ctr">
                <a:defRPr b="1" sz="110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  <a:sym typeface="Microsoft YaHei"/>
                </a:defRPr>
              </a:lvl1pPr>
            </a:lstStyle>
            <a:p>
              <a:pPr/>
              <a:r>
                <a:t>Hard Feasibility</a:t>
              </a:r>
            </a:p>
          </p:txBody>
        </p:sp>
      </p:grpSp>
      <p:grpSp>
        <p:nvGrpSpPr>
          <p:cNvPr id="1037" name="矩形 999"/>
          <p:cNvGrpSpPr/>
          <p:nvPr/>
        </p:nvGrpSpPr>
        <p:grpSpPr>
          <a:xfrm>
            <a:off x="7505700" y="1778000"/>
            <a:ext cx="1390650" cy="552450"/>
            <a:chOff x="0" y="0"/>
            <a:chExt cx="1390650" cy="552450"/>
          </a:xfrm>
        </p:grpSpPr>
        <p:sp>
          <p:nvSpPr>
            <p:cNvPr id="1035" name="矩形"/>
            <p:cNvSpPr/>
            <p:nvPr/>
          </p:nvSpPr>
          <p:spPr>
            <a:xfrm>
              <a:off x="0" y="0"/>
              <a:ext cx="1390650" cy="55245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algn="ctr">
                <a:defRPr sz="90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  <a:sym typeface="Microsoft YaHei"/>
                </a:defRPr>
              </a:pPr>
            </a:p>
          </p:txBody>
        </p:sp>
        <p:sp>
          <p:nvSpPr>
            <p:cNvPr id="1036" name="tool / schema / I-O…"/>
            <p:cNvSpPr txBox="1"/>
            <p:nvPr/>
          </p:nvSpPr>
          <p:spPr>
            <a:xfrm>
              <a:off x="0" y="0"/>
              <a:ext cx="1390650" cy="2794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/>
            <a:p>
              <a:pPr algn="ctr">
                <a:defRPr sz="90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  <a:sym typeface="Microsoft YaHei"/>
                </a:defRPr>
              </a:pPr>
              <a:r>
                <a:t>tool / schema / I-O</a:t>
              </a:r>
            </a:p>
            <a:p>
              <a:pPr algn="ctr">
                <a:defRPr sz="90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  <a:sym typeface="Microsoft YaHei"/>
                </a:defRPr>
              </a:pPr>
              <a:r>
                <a:t>safety / budget</a:t>
              </a:r>
            </a:p>
          </p:txBody>
        </p:sp>
      </p:grpSp>
      <p:grpSp>
        <p:nvGrpSpPr>
          <p:cNvPr id="1040" name="矩形 1000"/>
          <p:cNvGrpSpPr/>
          <p:nvPr/>
        </p:nvGrpSpPr>
        <p:grpSpPr>
          <a:xfrm>
            <a:off x="9077325" y="1619250"/>
            <a:ext cx="304800" cy="285750"/>
            <a:chOff x="0" y="0"/>
            <a:chExt cx="304800" cy="285750"/>
          </a:xfrm>
        </p:grpSpPr>
        <p:sp>
          <p:nvSpPr>
            <p:cNvPr id="1038" name="矩形"/>
            <p:cNvSpPr/>
            <p:nvPr/>
          </p:nvSpPr>
          <p:spPr>
            <a:xfrm>
              <a:off x="0" y="0"/>
              <a:ext cx="304800" cy="28575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algn="ctr">
                <a:defRPr b="1" sz="1600">
                  <a:solidFill>
                    <a:srgbClr val="9DC3E6"/>
                  </a:solidFill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1039" name="→"/>
            <p:cNvSpPr txBox="1"/>
            <p:nvPr/>
          </p:nvSpPr>
          <p:spPr>
            <a:xfrm>
              <a:off x="0" y="0"/>
              <a:ext cx="304800" cy="22195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 algn="ctr">
                <a:defRPr b="1" sz="1600">
                  <a:solidFill>
                    <a:srgbClr val="9DC3E6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→</a:t>
              </a:r>
            </a:p>
          </p:txBody>
        </p:sp>
      </p:grpSp>
      <p:sp>
        <p:nvSpPr>
          <p:cNvPr id="1041" name="圆角矩形 1001"/>
          <p:cNvSpPr/>
          <p:nvPr/>
        </p:nvSpPr>
        <p:spPr>
          <a:xfrm>
            <a:off x="9572625" y="1238250"/>
            <a:ext cx="1733550" cy="106680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>
            <a:solidFill>
              <a:srgbClr val="C9DDF1"/>
            </a:solidFill>
          </a:ln>
        </p:spPr>
        <p:txBody>
          <a:bodyPr lIns="45719" rIns="45719"/>
          <a:lstStyle/>
          <a:p>
            <a:pPr/>
          </a:p>
        </p:txBody>
      </p:sp>
      <p:grpSp>
        <p:nvGrpSpPr>
          <p:cNvPr id="1044" name="矩形 1002"/>
          <p:cNvGrpSpPr/>
          <p:nvPr/>
        </p:nvGrpSpPr>
        <p:grpSpPr>
          <a:xfrm>
            <a:off x="9744075" y="1371600"/>
            <a:ext cx="1390650" cy="228600"/>
            <a:chOff x="0" y="0"/>
            <a:chExt cx="1390650" cy="228600"/>
          </a:xfrm>
        </p:grpSpPr>
        <p:sp>
          <p:nvSpPr>
            <p:cNvPr id="1042" name="矩形"/>
            <p:cNvSpPr/>
            <p:nvPr/>
          </p:nvSpPr>
          <p:spPr>
            <a:xfrm>
              <a:off x="0" y="0"/>
              <a:ext cx="1390650" cy="2286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algn="ctr">
                <a:defRPr b="1" sz="1100">
                  <a:solidFill>
                    <a:srgbClr val="0052A5"/>
                  </a:solidFill>
                  <a:latin typeface="Microsoft YaHei"/>
                  <a:ea typeface="Microsoft YaHei"/>
                  <a:cs typeface="Microsoft YaHei"/>
                  <a:sym typeface="Microsoft YaHei"/>
                </a:defRPr>
              </a:pPr>
            </a:p>
          </p:txBody>
        </p:sp>
        <p:sp>
          <p:nvSpPr>
            <p:cNvPr id="1043" name="Static Score"/>
            <p:cNvSpPr txBox="1"/>
            <p:nvPr/>
          </p:nvSpPr>
          <p:spPr>
            <a:xfrm>
              <a:off x="0" y="0"/>
              <a:ext cx="1390650" cy="1651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 algn="ctr">
                <a:defRPr b="1" sz="1100">
                  <a:solidFill>
                    <a:srgbClr val="0052A5"/>
                  </a:solidFill>
                  <a:latin typeface="Microsoft YaHei"/>
                  <a:ea typeface="Microsoft YaHei"/>
                  <a:cs typeface="Microsoft YaHei"/>
                  <a:sym typeface="Microsoft YaHei"/>
                </a:defRPr>
              </a:lvl1pPr>
            </a:lstStyle>
            <a:p>
              <a:pPr/>
              <a:r>
                <a:t>Static Score</a:t>
              </a:r>
            </a:p>
          </p:txBody>
        </p:sp>
      </p:grpSp>
      <p:grpSp>
        <p:nvGrpSpPr>
          <p:cNvPr id="1047" name="矩形 1003"/>
          <p:cNvGrpSpPr/>
          <p:nvPr/>
        </p:nvGrpSpPr>
        <p:grpSpPr>
          <a:xfrm>
            <a:off x="9744075" y="1778000"/>
            <a:ext cx="1390650" cy="552450"/>
            <a:chOff x="0" y="0"/>
            <a:chExt cx="1390650" cy="552450"/>
          </a:xfrm>
        </p:grpSpPr>
        <p:sp>
          <p:nvSpPr>
            <p:cNvPr id="1045" name="矩形"/>
            <p:cNvSpPr/>
            <p:nvPr/>
          </p:nvSpPr>
          <p:spPr>
            <a:xfrm>
              <a:off x="0" y="0"/>
              <a:ext cx="1390650" cy="55245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algn="ctr">
                <a:defRPr sz="900">
                  <a:solidFill>
                    <a:srgbClr val="46566A"/>
                  </a:solidFill>
                  <a:latin typeface="Microsoft YaHei"/>
                  <a:ea typeface="Microsoft YaHei"/>
                  <a:cs typeface="Microsoft YaHei"/>
                  <a:sym typeface="Microsoft YaHei"/>
                </a:defRPr>
              </a:pPr>
            </a:p>
          </p:txBody>
        </p:sp>
        <p:sp>
          <p:nvSpPr>
            <p:cNvPr id="1046" name="objective / cost / risk…"/>
            <p:cNvSpPr txBox="1"/>
            <p:nvPr/>
          </p:nvSpPr>
          <p:spPr>
            <a:xfrm>
              <a:off x="0" y="0"/>
              <a:ext cx="1390650" cy="2794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/>
            <a:p>
              <a:pPr algn="ctr">
                <a:defRPr sz="900">
                  <a:solidFill>
                    <a:srgbClr val="46566A"/>
                  </a:solidFill>
                  <a:latin typeface="Microsoft YaHei"/>
                  <a:ea typeface="Microsoft YaHei"/>
                  <a:cs typeface="Microsoft YaHei"/>
                  <a:sym typeface="Microsoft YaHei"/>
                </a:defRPr>
              </a:pPr>
              <a:r>
                <a:t>objective / cost / risk</a:t>
              </a:r>
            </a:p>
            <a:p>
              <a:pPr algn="ctr">
                <a:defRPr sz="900">
                  <a:solidFill>
                    <a:srgbClr val="46566A"/>
                  </a:solidFill>
                  <a:latin typeface="Microsoft YaHei"/>
                  <a:ea typeface="Microsoft YaHei"/>
                  <a:cs typeface="Microsoft YaHei"/>
                  <a:sym typeface="Microsoft YaHei"/>
                </a:defRPr>
              </a:pPr>
              <a:r>
                <a:t>recovery / reliability</a:t>
              </a:r>
            </a:p>
          </p:txBody>
        </p:sp>
      </p:grpSp>
      <p:sp>
        <p:nvSpPr>
          <p:cNvPr id="1048" name="圆角矩形 1004"/>
          <p:cNvSpPr/>
          <p:nvPr/>
        </p:nvSpPr>
        <p:spPr>
          <a:xfrm>
            <a:off x="1000125" y="3028950"/>
            <a:ext cx="4191000" cy="1285875"/>
          </a:xfrm>
          <a:prstGeom prst="roundRect">
            <a:avLst>
              <a:gd name="adj" fmla="val 5926"/>
            </a:avLst>
          </a:prstGeom>
          <a:solidFill>
            <a:srgbClr val="EAF3FF"/>
          </a:solidFill>
          <a:ln>
            <a:solidFill>
              <a:srgbClr val="9DC3E6"/>
            </a:solidFill>
          </a:ln>
        </p:spPr>
        <p:txBody>
          <a:bodyPr lIns="45719" rIns="45719"/>
          <a:lstStyle/>
          <a:p>
            <a:pPr/>
          </a:p>
        </p:txBody>
      </p:sp>
      <p:grpSp>
        <p:nvGrpSpPr>
          <p:cNvPr id="1051" name="矩形 1005"/>
          <p:cNvGrpSpPr/>
          <p:nvPr/>
        </p:nvGrpSpPr>
        <p:grpSpPr>
          <a:xfrm>
            <a:off x="1171575" y="3162300"/>
            <a:ext cx="3848100" cy="228600"/>
            <a:chOff x="0" y="0"/>
            <a:chExt cx="3848100" cy="228600"/>
          </a:xfrm>
        </p:grpSpPr>
        <p:sp>
          <p:nvSpPr>
            <p:cNvPr id="1049" name="矩形"/>
            <p:cNvSpPr/>
            <p:nvPr/>
          </p:nvSpPr>
          <p:spPr>
            <a:xfrm>
              <a:off x="0" y="0"/>
              <a:ext cx="3848100" cy="2286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b="1" sz="1300">
                  <a:solidFill>
                    <a:srgbClr val="0052A5"/>
                  </a:solidFill>
                  <a:latin typeface="Microsoft YaHei"/>
                  <a:ea typeface="Microsoft YaHei"/>
                  <a:cs typeface="Microsoft YaHei"/>
                  <a:sym typeface="Microsoft YaHei"/>
                </a:defRPr>
              </a:pPr>
            </a:p>
          </p:txBody>
        </p:sp>
        <p:sp>
          <p:nvSpPr>
            <p:cNvPr id="1050" name="硬过滤的目的"/>
            <p:cNvSpPr txBox="1"/>
            <p:nvPr/>
          </p:nvSpPr>
          <p:spPr>
            <a:xfrm>
              <a:off x="0" y="0"/>
              <a:ext cx="3848100" cy="2286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b="1" sz="1300">
                  <a:solidFill>
                    <a:srgbClr val="0052A5"/>
                  </a:solidFill>
                  <a:latin typeface="Microsoft YaHei"/>
                  <a:ea typeface="Microsoft YaHei"/>
                  <a:cs typeface="Microsoft YaHei"/>
                  <a:sym typeface="Microsoft YaHei"/>
                </a:defRPr>
              </a:lvl1pPr>
            </a:lstStyle>
            <a:p>
              <a:pPr/>
              <a:r>
                <a:t>硬过滤的目的</a:t>
              </a:r>
            </a:p>
          </p:txBody>
        </p:sp>
      </p:grpSp>
      <p:grpSp>
        <p:nvGrpSpPr>
          <p:cNvPr id="1054" name="矩形 1006"/>
          <p:cNvGrpSpPr/>
          <p:nvPr/>
        </p:nvGrpSpPr>
        <p:grpSpPr>
          <a:xfrm>
            <a:off x="1171575" y="3467100"/>
            <a:ext cx="3848100" cy="771525"/>
            <a:chOff x="0" y="0"/>
            <a:chExt cx="3848100" cy="771525"/>
          </a:xfrm>
        </p:grpSpPr>
        <p:sp>
          <p:nvSpPr>
            <p:cNvPr id="1052" name="矩形"/>
            <p:cNvSpPr/>
            <p:nvPr/>
          </p:nvSpPr>
          <p:spPr>
            <a:xfrm>
              <a:off x="0" y="0"/>
              <a:ext cx="3848100" cy="771525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1200">
                  <a:solidFill>
                    <a:srgbClr val="46566A"/>
                  </a:solidFill>
                  <a:latin typeface="Microsoft YaHei"/>
                  <a:ea typeface="Microsoft YaHei"/>
                  <a:cs typeface="Microsoft YaHei"/>
                  <a:sym typeface="Microsoft YaHei"/>
                </a:defRPr>
              </a:pPr>
            </a:p>
          </p:txBody>
        </p:sp>
        <p:sp>
          <p:nvSpPr>
            <p:cNvPr id="1053" name="非法候选不进入评分和执行：工具不存在、schema 错误、I/O 不闭合、安全阻断、硬预算越界。"/>
            <p:cNvSpPr txBox="1"/>
            <p:nvPr/>
          </p:nvSpPr>
          <p:spPr>
            <a:xfrm>
              <a:off x="0" y="0"/>
              <a:ext cx="3848100" cy="4318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sz="1200">
                  <a:solidFill>
                    <a:srgbClr val="46566A"/>
                  </a:solidFill>
                  <a:latin typeface="Microsoft YaHei"/>
                  <a:ea typeface="Microsoft YaHei"/>
                  <a:cs typeface="Microsoft YaHei"/>
                  <a:sym typeface="Microsoft YaHei"/>
                </a:defRPr>
              </a:lvl1pPr>
            </a:lstStyle>
            <a:p>
              <a:pPr/>
              <a:r>
                <a:t>非法候选不进入评分和执行：工具不存在、schema 错误、I/O 不闭合、安全阻断、硬预算越界。</a:t>
              </a:r>
            </a:p>
          </p:txBody>
        </p:sp>
      </p:grpSp>
      <p:sp>
        <p:nvSpPr>
          <p:cNvPr id="1055" name="圆角矩形 1007"/>
          <p:cNvSpPr/>
          <p:nvPr/>
        </p:nvSpPr>
        <p:spPr>
          <a:xfrm>
            <a:off x="5810250" y="3028950"/>
            <a:ext cx="4191000" cy="1285875"/>
          </a:xfrm>
          <a:prstGeom prst="roundRect">
            <a:avLst>
              <a:gd name="adj" fmla="val 5926"/>
            </a:avLst>
          </a:prstGeom>
          <a:solidFill>
            <a:srgbClr val="F5F9FE"/>
          </a:solidFill>
          <a:ln>
            <a:solidFill>
              <a:srgbClr val="C9DDF1"/>
            </a:solidFill>
          </a:ln>
        </p:spPr>
        <p:txBody>
          <a:bodyPr lIns="45719" rIns="45719"/>
          <a:lstStyle/>
          <a:p>
            <a:pPr/>
          </a:p>
        </p:txBody>
      </p:sp>
      <p:grpSp>
        <p:nvGrpSpPr>
          <p:cNvPr id="1058" name="矩形 1008"/>
          <p:cNvGrpSpPr/>
          <p:nvPr/>
        </p:nvGrpSpPr>
        <p:grpSpPr>
          <a:xfrm>
            <a:off x="5981700" y="3162300"/>
            <a:ext cx="3848100" cy="228600"/>
            <a:chOff x="0" y="0"/>
            <a:chExt cx="3848100" cy="228600"/>
          </a:xfrm>
        </p:grpSpPr>
        <p:sp>
          <p:nvSpPr>
            <p:cNvPr id="1056" name="矩形"/>
            <p:cNvSpPr/>
            <p:nvPr/>
          </p:nvSpPr>
          <p:spPr>
            <a:xfrm>
              <a:off x="0" y="0"/>
              <a:ext cx="3848100" cy="2286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b="1" sz="1300">
                  <a:solidFill>
                    <a:srgbClr val="0052A5"/>
                  </a:solidFill>
                  <a:latin typeface="Microsoft YaHei"/>
                  <a:ea typeface="Microsoft YaHei"/>
                  <a:cs typeface="Microsoft YaHei"/>
                  <a:sym typeface="Microsoft YaHei"/>
                </a:defRPr>
              </a:pPr>
            </a:p>
          </p:txBody>
        </p:sp>
        <p:sp>
          <p:nvSpPr>
            <p:cNvPr id="1057" name="静态评分的目的"/>
            <p:cNvSpPr txBox="1"/>
            <p:nvPr/>
          </p:nvSpPr>
          <p:spPr>
            <a:xfrm>
              <a:off x="0" y="0"/>
              <a:ext cx="3848100" cy="2286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b="1" sz="1300">
                  <a:solidFill>
                    <a:srgbClr val="0052A5"/>
                  </a:solidFill>
                  <a:latin typeface="Microsoft YaHei"/>
                  <a:ea typeface="Microsoft YaHei"/>
                  <a:cs typeface="Microsoft YaHei"/>
                  <a:sym typeface="Microsoft YaHei"/>
                </a:defRPr>
              </a:lvl1pPr>
            </a:lstStyle>
            <a:p>
              <a:pPr/>
              <a:r>
                <a:t>静态评分的目的</a:t>
              </a:r>
            </a:p>
          </p:txBody>
        </p:sp>
      </p:grpSp>
      <p:grpSp>
        <p:nvGrpSpPr>
          <p:cNvPr id="1061" name="矩形 1009"/>
          <p:cNvGrpSpPr/>
          <p:nvPr/>
        </p:nvGrpSpPr>
        <p:grpSpPr>
          <a:xfrm>
            <a:off x="5981700" y="3467100"/>
            <a:ext cx="3848100" cy="771525"/>
            <a:chOff x="0" y="0"/>
            <a:chExt cx="3848100" cy="771525"/>
          </a:xfrm>
        </p:grpSpPr>
        <p:sp>
          <p:nvSpPr>
            <p:cNvPr id="1059" name="矩形"/>
            <p:cNvSpPr/>
            <p:nvPr/>
          </p:nvSpPr>
          <p:spPr>
            <a:xfrm>
              <a:off x="0" y="0"/>
              <a:ext cx="3848100" cy="771525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1200">
                  <a:solidFill>
                    <a:srgbClr val="46566A"/>
                  </a:solidFill>
                  <a:latin typeface="Microsoft YaHei"/>
                  <a:ea typeface="Microsoft YaHei"/>
                  <a:cs typeface="Microsoft YaHei"/>
                  <a:sym typeface="Microsoft YaHei"/>
                </a:defRPr>
              </a:pPr>
            </a:p>
          </p:txBody>
        </p:sp>
        <p:sp>
          <p:nvSpPr>
            <p:cNvPr id="1060" name="在未消费运行时观测前，用 score_breakdown 建立先验排序，并保留 Top-K 多样性。"/>
            <p:cNvSpPr txBox="1"/>
            <p:nvPr/>
          </p:nvSpPr>
          <p:spPr>
            <a:xfrm>
              <a:off x="0" y="0"/>
              <a:ext cx="3848100" cy="4318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sz="1200">
                  <a:solidFill>
                    <a:srgbClr val="46566A"/>
                  </a:solidFill>
                  <a:latin typeface="Microsoft YaHei"/>
                  <a:ea typeface="Microsoft YaHei"/>
                  <a:cs typeface="Microsoft YaHei"/>
                  <a:sym typeface="Microsoft YaHei"/>
                </a:defRPr>
              </a:lvl1pPr>
            </a:lstStyle>
            <a:p>
              <a:pPr/>
              <a:r>
                <a:t>在未消费运行时观测前，用 score_breakdown 建立先验排序，并保留 Top-K 多样性。</a:t>
              </a:r>
            </a:p>
          </p:txBody>
        </p:sp>
      </p:grpSp>
      <p:grpSp>
        <p:nvGrpSpPr>
          <p:cNvPr id="1064" name="矩形 1010"/>
          <p:cNvGrpSpPr/>
          <p:nvPr/>
        </p:nvGrpSpPr>
        <p:grpSpPr>
          <a:xfrm>
            <a:off x="1809750" y="4810125"/>
            <a:ext cx="8572500" cy="285750"/>
            <a:chOff x="0" y="0"/>
            <a:chExt cx="8572500" cy="285750"/>
          </a:xfrm>
        </p:grpSpPr>
        <p:sp>
          <p:nvSpPr>
            <p:cNvPr id="1062" name="矩形"/>
            <p:cNvSpPr/>
            <p:nvPr/>
          </p:nvSpPr>
          <p:spPr>
            <a:xfrm>
              <a:off x="0" y="0"/>
              <a:ext cx="8572500" cy="28575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algn="ctr">
                <a:defRPr b="1" sz="1500">
                  <a:solidFill>
                    <a:srgbClr val="082B60"/>
                  </a:solidFill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1063" name="S_static = f(feasibility, objective, cost, risk, recovery_complexity, reliability)"/>
            <p:cNvSpPr txBox="1"/>
            <p:nvPr/>
          </p:nvSpPr>
          <p:spPr>
            <a:xfrm>
              <a:off x="0" y="0"/>
              <a:ext cx="8572500" cy="20966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 algn="ctr">
                <a:defRPr b="1" sz="1500">
                  <a:solidFill>
                    <a:srgbClr val="082B6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S_static = f(feasibility, objective, cost, risk, recovery_complexity, reliability)</a:t>
              </a:r>
            </a:p>
          </p:txBody>
        </p:sp>
      </p:grp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6" name="矩形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pic>
        <p:nvPicPr>
          <p:cNvPr id="1067" name="image4.png" descr="image4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09550" y="146513"/>
            <a:ext cx="590550" cy="421349"/>
          </a:xfrm>
          <a:prstGeom prst="rect">
            <a:avLst/>
          </a:prstGeom>
          <a:ln w="12700">
            <a:miter lim="400000"/>
          </a:ln>
        </p:spPr>
      </p:pic>
      <p:pic>
        <p:nvPicPr>
          <p:cNvPr id="1068" name="image5.png" descr="image5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0694365" y="133350"/>
            <a:ext cx="690220" cy="457200"/>
          </a:xfrm>
          <a:prstGeom prst="rect">
            <a:avLst/>
          </a:prstGeom>
          <a:ln w="12700">
            <a:miter lim="400000"/>
          </a:ln>
        </p:spPr>
      </p:pic>
      <p:sp>
        <p:nvSpPr>
          <p:cNvPr id="1069" name="矩形"/>
          <p:cNvSpPr/>
          <p:nvPr/>
        </p:nvSpPr>
        <p:spPr>
          <a:xfrm>
            <a:off x="0" y="714375"/>
            <a:ext cx="12192000" cy="28575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070" name="矩形"/>
          <p:cNvSpPr/>
          <p:nvPr/>
        </p:nvSpPr>
        <p:spPr>
          <a:xfrm>
            <a:off x="0" y="771525"/>
            <a:ext cx="12192000" cy="19050"/>
          </a:xfrm>
          <a:prstGeom prst="rect">
            <a:avLst/>
          </a:prstGeom>
          <a:solidFill>
            <a:srgbClr val="8BC7F7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071" name="矩形"/>
          <p:cNvSpPr/>
          <p:nvPr/>
        </p:nvSpPr>
        <p:spPr>
          <a:xfrm>
            <a:off x="2667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072" name="矩形"/>
          <p:cNvSpPr/>
          <p:nvPr/>
        </p:nvSpPr>
        <p:spPr>
          <a:xfrm>
            <a:off x="4191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073" name="矩形"/>
          <p:cNvSpPr/>
          <p:nvPr/>
        </p:nvSpPr>
        <p:spPr>
          <a:xfrm>
            <a:off x="5715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074" name="矩形"/>
          <p:cNvSpPr/>
          <p:nvPr/>
        </p:nvSpPr>
        <p:spPr>
          <a:xfrm>
            <a:off x="7239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075" name="矩形"/>
          <p:cNvSpPr/>
          <p:nvPr/>
        </p:nvSpPr>
        <p:spPr>
          <a:xfrm>
            <a:off x="8763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076" name="矩形"/>
          <p:cNvSpPr/>
          <p:nvPr/>
        </p:nvSpPr>
        <p:spPr>
          <a:xfrm>
            <a:off x="10287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077" name="矩形"/>
          <p:cNvSpPr/>
          <p:nvPr/>
        </p:nvSpPr>
        <p:spPr>
          <a:xfrm>
            <a:off x="11811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078" name="矩形"/>
          <p:cNvSpPr/>
          <p:nvPr/>
        </p:nvSpPr>
        <p:spPr>
          <a:xfrm>
            <a:off x="13335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079" name="矩形"/>
          <p:cNvSpPr/>
          <p:nvPr/>
        </p:nvSpPr>
        <p:spPr>
          <a:xfrm>
            <a:off x="14859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080" name="矩形"/>
          <p:cNvSpPr/>
          <p:nvPr/>
        </p:nvSpPr>
        <p:spPr>
          <a:xfrm>
            <a:off x="16383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081" name="矩形"/>
          <p:cNvSpPr/>
          <p:nvPr/>
        </p:nvSpPr>
        <p:spPr>
          <a:xfrm>
            <a:off x="17907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082" name="矩形"/>
          <p:cNvSpPr/>
          <p:nvPr/>
        </p:nvSpPr>
        <p:spPr>
          <a:xfrm>
            <a:off x="19431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083" name="矩形"/>
          <p:cNvSpPr/>
          <p:nvPr/>
        </p:nvSpPr>
        <p:spPr>
          <a:xfrm>
            <a:off x="20955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084" name="矩形"/>
          <p:cNvSpPr/>
          <p:nvPr/>
        </p:nvSpPr>
        <p:spPr>
          <a:xfrm>
            <a:off x="22479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085" name="矩形"/>
          <p:cNvSpPr/>
          <p:nvPr/>
        </p:nvSpPr>
        <p:spPr>
          <a:xfrm>
            <a:off x="24003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086" name="矩形"/>
          <p:cNvSpPr/>
          <p:nvPr/>
        </p:nvSpPr>
        <p:spPr>
          <a:xfrm>
            <a:off x="25527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087" name="矩形"/>
          <p:cNvSpPr/>
          <p:nvPr/>
        </p:nvSpPr>
        <p:spPr>
          <a:xfrm>
            <a:off x="27051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088" name="矩形"/>
          <p:cNvSpPr/>
          <p:nvPr/>
        </p:nvSpPr>
        <p:spPr>
          <a:xfrm>
            <a:off x="28575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089" name="矩形"/>
          <p:cNvSpPr/>
          <p:nvPr/>
        </p:nvSpPr>
        <p:spPr>
          <a:xfrm>
            <a:off x="30099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090" name="矩形"/>
          <p:cNvSpPr/>
          <p:nvPr/>
        </p:nvSpPr>
        <p:spPr>
          <a:xfrm>
            <a:off x="31623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091" name="矩形"/>
          <p:cNvSpPr/>
          <p:nvPr/>
        </p:nvSpPr>
        <p:spPr>
          <a:xfrm>
            <a:off x="33147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092" name="矩形"/>
          <p:cNvSpPr/>
          <p:nvPr/>
        </p:nvSpPr>
        <p:spPr>
          <a:xfrm>
            <a:off x="34671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093" name="矩形"/>
          <p:cNvSpPr/>
          <p:nvPr/>
        </p:nvSpPr>
        <p:spPr>
          <a:xfrm>
            <a:off x="36195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094" name="矩形"/>
          <p:cNvSpPr/>
          <p:nvPr/>
        </p:nvSpPr>
        <p:spPr>
          <a:xfrm>
            <a:off x="37719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095" name="矩形"/>
          <p:cNvSpPr/>
          <p:nvPr/>
        </p:nvSpPr>
        <p:spPr>
          <a:xfrm>
            <a:off x="39243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096" name="矩形"/>
          <p:cNvSpPr/>
          <p:nvPr/>
        </p:nvSpPr>
        <p:spPr>
          <a:xfrm>
            <a:off x="40767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097" name="矩形"/>
          <p:cNvSpPr/>
          <p:nvPr/>
        </p:nvSpPr>
        <p:spPr>
          <a:xfrm>
            <a:off x="42291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098" name="矩形"/>
          <p:cNvSpPr/>
          <p:nvPr/>
        </p:nvSpPr>
        <p:spPr>
          <a:xfrm>
            <a:off x="43815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099" name="矩形"/>
          <p:cNvSpPr/>
          <p:nvPr/>
        </p:nvSpPr>
        <p:spPr>
          <a:xfrm>
            <a:off x="45339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100" name="矩形"/>
          <p:cNvSpPr/>
          <p:nvPr/>
        </p:nvSpPr>
        <p:spPr>
          <a:xfrm>
            <a:off x="46863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101" name="矩形"/>
          <p:cNvSpPr/>
          <p:nvPr/>
        </p:nvSpPr>
        <p:spPr>
          <a:xfrm>
            <a:off x="48387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102" name="矩形"/>
          <p:cNvSpPr/>
          <p:nvPr/>
        </p:nvSpPr>
        <p:spPr>
          <a:xfrm>
            <a:off x="49911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103" name="矩形"/>
          <p:cNvSpPr/>
          <p:nvPr/>
        </p:nvSpPr>
        <p:spPr>
          <a:xfrm>
            <a:off x="51435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104" name="矩形"/>
          <p:cNvSpPr/>
          <p:nvPr/>
        </p:nvSpPr>
        <p:spPr>
          <a:xfrm>
            <a:off x="52959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105" name="矩形"/>
          <p:cNvSpPr/>
          <p:nvPr/>
        </p:nvSpPr>
        <p:spPr>
          <a:xfrm>
            <a:off x="54483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106" name="矩形"/>
          <p:cNvSpPr/>
          <p:nvPr/>
        </p:nvSpPr>
        <p:spPr>
          <a:xfrm>
            <a:off x="56007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107" name="矩形"/>
          <p:cNvSpPr/>
          <p:nvPr/>
        </p:nvSpPr>
        <p:spPr>
          <a:xfrm>
            <a:off x="57531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108" name="矩形"/>
          <p:cNvSpPr/>
          <p:nvPr/>
        </p:nvSpPr>
        <p:spPr>
          <a:xfrm>
            <a:off x="59055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109" name="矩形"/>
          <p:cNvSpPr/>
          <p:nvPr/>
        </p:nvSpPr>
        <p:spPr>
          <a:xfrm>
            <a:off x="60579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110" name="矩形"/>
          <p:cNvSpPr/>
          <p:nvPr/>
        </p:nvSpPr>
        <p:spPr>
          <a:xfrm>
            <a:off x="62103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111" name="矩形"/>
          <p:cNvSpPr/>
          <p:nvPr/>
        </p:nvSpPr>
        <p:spPr>
          <a:xfrm>
            <a:off x="63627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112" name="矩形"/>
          <p:cNvSpPr/>
          <p:nvPr/>
        </p:nvSpPr>
        <p:spPr>
          <a:xfrm>
            <a:off x="65151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113" name="矩形"/>
          <p:cNvSpPr/>
          <p:nvPr/>
        </p:nvSpPr>
        <p:spPr>
          <a:xfrm>
            <a:off x="66675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114" name="矩形"/>
          <p:cNvSpPr/>
          <p:nvPr/>
        </p:nvSpPr>
        <p:spPr>
          <a:xfrm>
            <a:off x="68199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115" name="矩形"/>
          <p:cNvSpPr/>
          <p:nvPr/>
        </p:nvSpPr>
        <p:spPr>
          <a:xfrm>
            <a:off x="69723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116" name="矩形"/>
          <p:cNvSpPr/>
          <p:nvPr/>
        </p:nvSpPr>
        <p:spPr>
          <a:xfrm>
            <a:off x="71247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117" name="矩形"/>
          <p:cNvSpPr/>
          <p:nvPr/>
        </p:nvSpPr>
        <p:spPr>
          <a:xfrm>
            <a:off x="72771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118" name="矩形"/>
          <p:cNvSpPr/>
          <p:nvPr/>
        </p:nvSpPr>
        <p:spPr>
          <a:xfrm>
            <a:off x="74295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119" name="矩形"/>
          <p:cNvSpPr/>
          <p:nvPr/>
        </p:nvSpPr>
        <p:spPr>
          <a:xfrm>
            <a:off x="75819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120" name="矩形"/>
          <p:cNvSpPr/>
          <p:nvPr/>
        </p:nvSpPr>
        <p:spPr>
          <a:xfrm>
            <a:off x="77343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121" name="矩形"/>
          <p:cNvSpPr/>
          <p:nvPr/>
        </p:nvSpPr>
        <p:spPr>
          <a:xfrm>
            <a:off x="78867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122" name="矩形"/>
          <p:cNvSpPr/>
          <p:nvPr/>
        </p:nvSpPr>
        <p:spPr>
          <a:xfrm>
            <a:off x="80391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123" name="矩形"/>
          <p:cNvSpPr/>
          <p:nvPr/>
        </p:nvSpPr>
        <p:spPr>
          <a:xfrm>
            <a:off x="81915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124" name="矩形"/>
          <p:cNvSpPr/>
          <p:nvPr/>
        </p:nvSpPr>
        <p:spPr>
          <a:xfrm>
            <a:off x="83439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125" name="矩形"/>
          <p:cNvSpPr/>
          <p:nvPr/>
        </p:nvSpPr>
        <p:spPr>
          <a:xfrm>
            <a:off x="84963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126" name="矩形"/>
          <p:cNvSpPr/>
          <p:nvPr/>
        </p:nvSpPr>
        <p:spPr>
          <a:xfrm>
            <a:off x="86487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127" name="矩形"/>
          <p:cNvSpPr/>
          <p:nvPr/>
        </p:nvSpPr>
        <p:spPr>
          <a:xfrm>
            <a:off x="88011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128" name="矩形"/>
          <p:cNvSpPr/>
          <p:nvPr/>
        </p:nvSpPr>
        <p:spPr>
          <a:xfrm>
            <a:off x="89535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129" name="矩形"/>
          <p:cNvSpPr/>
          <p:nvPr/>
        </p:nvSpPr>
        <p:spPr>
          <a:xfrm>
            <a:off x="91059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130" name="矩形"/>
          <p:cNvSpPr/>
          <p:nvPr/>
        </p:nvSpPr>
        <p:spPr>
          <a:xfrm>
            <a:off x="92583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131" name="矩形"/>
          <p:cNvSpPr/>
          <p:nvPr/>
        </p:nvSpPr>
        <p:spPr>
          <a:xfrm>
            <a:off x="94107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132" name="矩形"/>
          <p:cNvSpPr/>
          <p:nvPr/>
        </p:nvSpPr>
        <p:spPr>
          <a:xfrm>
            <a:off x="95631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133" name="矩形"/>
          <p:cNvSpPr/>
          <p:nvPr/>
        </p:nvSpPr>
        <p:spPr>
          <a:xfrm>
            <a:off x="97155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134" name="矩形"/>
          <p:cNvSpPr/>
          <p:nvPr/>
        </p:nvSpPr>
        <p:spPr>
          <a:xfrm>
            <a:off x="98679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135" name="矩形"/>
          <p:cNvSpPr/>
          <p:nvPr/>
        </p:nvSpPr>
        <p:spPr>
          <a:xfrm>
            <a:off x="100203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136" name="矩形"/>
          <p:cNvSpPr/>
          <p:nvPr/>
        </p:nvSpPr>
        <p:spPr>
          <a:xfrm>
            <a:off x="101727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137" name="矩形"/>
          <p:cNvSpPr/>
          <p:nvPr/>
        </p:nvSpPr>
        <p:spPr>
          <a:xfrm>
            <a:off x="103251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pic>
        <p:nvPicPr>
          <p:cNvPr id="1138" name="image3.png" descr="image3.png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400050" y="6535384"/>
            <a:ext cx="2000250" cy="197559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1141" name="矩形 982"/>
          <p:cNvGrpSpPr/>
          <p:nvPr/>
        </p:nvGrpSpPr>
        <p:grpSpPr>
          <a:xfrm>
            <a:off x="1000125" y="200025"/>
            <a:ext cx="7239000" cy="457200"/>
            <a:chOff x="0" y="0"/>
            <a:chExt cx="7239000" cy="457200"/>
          </a:xfrm>
        </p:grpSpPr>
        <p:sp>
          <p:nvSpPr>
            <p:cNvPr id="1139" name="矩形"/>
            <p:cNvSpPr/>
            <p:nvPr/>
          </p:nvSpPr>
          <p:spPr>
            <a:xfrm>
              <a:off x="0" y="0"/>
              <a:ext cx="7239000" cy="4572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b="1" sz="2200">
                  <a:solidFill>
                    <a:srgbClr val="0052A5"/>
                  </a:solidFill>
                  <a:latin typeface="Microsoft YaHei"/>
                  <a:ea typeface="Microsoft YaHei"/>
                  <a:cs typeface="Microsoft YaHei"/>
                  <a:sym typeface="Microsoft YaHei"/>
                </a:defRPr>
              </a:pPr>
            </a:p>
          </p:txBody>
        </p:sp>
        <p:sp>
          <p:nvSpPr>
            <p:cNvPr id="1140" name="Lite belief-state：把稀疏观测压缩成可解释状态"/>
            <p:cNvSpPr txBox="1"/>
            <p:nvPr/>
          </p:nvSpPr>
          <p:spPr>
            <a:xfrm>
              <a:off x="0" y="38100"/>
              <a:ext cx="7239000" cy="3810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>
                <a:defRPr b="1" sz="2200">
                  <a:solidFill>
                    <a:srgbClr val="0052A5"/>
                  </a:solidFill>
                  <a:latin typeface="Microsoft YaHei"/>
                  <a:ea typeface="Microsoft YaHei"/>
                  <a:cs typeface="Microsoft YaHei"/>
                  <a:sym typeface="Microsoft YaHei"/>
                </a:defRPr>
              </a:lvl1pPr>
            </a:lstStyle>
            <a:p>
              <a:pPr/>
              <a:r>
                <a:t>Lite belief-state：把稀疏观测压缩成可解释状态</a:t>
              </a:r>
            </a:p>
          </p:txBody>
        </p:sp>
      </p:grpSp>
      <p:grpSp>
        <p:nvGrpSpPr>
          <p:cNvPr id="1144" name="矩形 983"/>
          <p:cNvGrpSpPr/>
          <p:nvPr/>
        </p:nvGrpSpPr>
        <p:grpSpPr>
          <a:xfrm>
            <a:off x="8667750" y="228600"/>
            <a:ext cx="1428750" cy="209550"/>
            <a:chOff x="0" y="0"/>
            <a:chExt cx="1428750" cy="209550"/>
          </a:xfrm>
        </p:grpSpPr>
        <p:sp>
          <p:nvSpPr>
            <p:cNvPr id="1142" name="矩形"/>
            <p:cNvSpPr/>
            <p:nvPr/>
          </p:nvSpPr>
          <p:spPr>
            <a:xfrm>
              <a:off x="0" y="0"/>
              <a:ext cx="1428750" cy="20955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b="1" sz="700">
                  <a:solidFill>
                    <a:srgbClr val="6B7280"/>
                  </a:solidFill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1143" name="RUNTIME STATE"/>
            <p:cNvSpPr txBox="1"/>
            <p:nvPr/>
          </p:nvSpPr>
          <p:spPr>
            <a:xfrm>
              <a:off x="0" y="41274"/>
              <a:ext cx="1428750" cy="1270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>
                <a:defRPr b="1" sz="700">
                  <a:solidFill>
                    <a:srgbClr val="6B728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RUNTIME STATE</a:t>
              </a:r>
            </a:p>
          </p:txBody>
        </p:sp>
      </p:grpSp>
      <p:grpSp>
        <p:nvGrpSpPr>
          <p:cNvPr id="1147" name="矩形 984"/>
          <p:cNvGrpSpPr/>
          <p:nvPr/>
        </p:nvGrpSpPr>
        <p:grpSpPr>
          <a:xfrm>
            <a:off x="11696700" y="6419850"/>
            <a:ext cx="323850" cy="266700"/>
            <a:chOff x="0" y="0"/>
            <a:chExt cx="323850" cy="266700"/>
          </a:xfrm>
        </p:grpSpPr>
        <p:sp>
          <p:nvSpPr>
            <p:cNvPr id="1145" name="矩形"/>
            <p:cNvSpPr/>
            <p:nvPr/>
          </p:nvSpPr>
          <p:spPr>
            <a:xfrm>
              <a:off x="0" y="0"/>
              <a:ext cx="323850" cy="2667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algn="ctr">
                <a:defRPr b="1" sz="1300">
                  <a:solidFill>
                    <a:srgbClr val="8A8A8A"/>
                  </a:solidFill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1146" name="9"/>
            <p:cNvSpPr txBox="1"/>
            <p:nvPr/>
          </p:nvSpPr>
          <p:spPr>
            <a:xfrm>
              <a:off x="0" y="0"/>
              <a:ext cx="323850" cy="18509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 algn="ctr">
                <a:defRPr b="1" sz="1300">
                  <a:solidFill>
                    <a:srgbClr val="8A8A8A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9</a:t>
              </a:r>
            </a:p>
          </p:txBody>
        </p:sp>
      </p:grpSp>
      <p:sp>
        <p:nvSpPr>
          <p:cNvPr id="1148" name="圆角矩形 985"/>
          <p:cNvSpPr/>
          <p:nvPr/>
        </p:nvSpPr>
        <p:spPr>
          <a:xfrm>
            <a:off x="666750" y="1104900"/>
            <a:ext cx="2333625" cy="6096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>
            <a:solidFill>
              <a:srgbClr val="C9DDF1"/>
            </a:solidFill>
          </a:ln>
        </p:spPr>
        <p:txBody>
          <a:bodyPr lIns="45719" rIns="45719"/>
          <a:lstStyle/>
          <a:p>
            <a:pPr/>
          </a:p>
        </p:txBody>
      </p:sp>
      <p:grpSp>
        <p:nvGrpSpPr>
          <p:cNvPr id="1151" name="矩形 986"/>
          <p:cNvGrpSpPr/>
          <p:nvPr/>
        </p:nvGrpSpPr>
        <p:grpSpPr>
          <a:xfrm>
            <a:off x="838200" y="1190625"/>
            <a:ext cx="1990725" cy="203200"/>
            <a:chOff x="0" y="0"/>
            <a:chExt cx="1990725" cy="203200"/>
          </a:xfrm>
        </p:grpSpPr>
        <p:sp>
          <p:nvSpPr>
            <p:cNvPr id="1149" name="矩形"/>
            <p:cNvSpPr/>
            <p:nvPr/>
          </p:nvSpPr>
          <p:spPr>
            <a:xfrm>
              <a:off x="0" y="0"/>
              <a:ext cx="1990725" cy="190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b="1" sz="1300">
                  <a:solidFill>
                    <a:srgbClr val="0052A5"/>
                  </a:solidFill>
                  <a:latin typeface="Microsoft YaHei"/>
                  <a:ea typeface="Microsoft YaHei"/>
                  <a:cs typeface="Microsoft YaHei"/>
                  <a:sym typeface="Microsoft YaHei"/>
                </a:defRPr>
              </a:pPr>
            </a:p>
          </p:txBody>
        </p:sp>
        <p:sp>
          <p:nvSpPr>
            <p:cNvPr id="1150" name="StepResult"/>
            <p:cNvSpPr txBox="1"/>
            <p:nvPr/>
          </p:nvSpPr>
          <p:spPr>
            <a:xfrm>
              <a:off x="0" y="0"/>
              <a:ext cx="1990725" cy="2032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b="1" sz="1300">
                  <a:solidFill>
                    <a:srgbClr val="0052A5"/>
                  </a:solidFill>
                  <a:latin typeface="Microsoft YaHei"/>
                  <a:ea typeface="Microsoft YaHei"/>
                  <a:cs typeface="Microsoft YaHei"/>
                  <a:sym typeface="Microsoft YaHei"/>
                </a:defRPr>
              </a:lvl1pPr>
            </a:lstStyle>
            <a:p>
              <a:pPr/>
              <a:r>
                <a:t>StepResult</a:t>
              </a:r>
            </a:p>
          </p:txBody>
        </p:sp>
      </p:grpSp>
      <p:grpSp>
        <p:nvGrpSpPr>
          <p:cNvPr id="1154" name="矩形 987"/>
          <p:cNvGrpSpPr/>
          <p:nvPr/>
        </p:nvGrpSpPr>
        <p:grpSpPr>
          <a:xfrm>
            <a:off x="838200" y="1419225"/>
            <a:ext cx="1990725" cy="247650"/>
            <a:chOff x="0" y="0"/>
            <a:chExt cx="1990725" cy="247650"/>
          </a:xfrm>
        </p:grpSpPr>
        <p:sp>
          <p:nvSpPr>
            <p:cNvPr id="1152" name="矩形"/>
            <p:cNvSpPr/>
            <p:nvPr/>
          </p:nvSpPr>
          <p:spPr>
            <a:xfrm>
              <a:off x="0" y="0"/>
              <a:ext cx="1990725" cy="24765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900">
                  <a:solidFill>
                    <a:srgbClr val="46566A"/>
                  </a:solidFill>
                  <a:latin typeface="Microsoft YaHei"/>
                  <a:ea typeface="Microsoft YaHei"/>
                  <a:cs typeface="Microsoft YaHei"/>
                  <a:sym typeface="Microsoft YaHei"/>
                </a:defRPr>
              </a:pPr>
            </a:p>
          </p:txBody>
        </p:sp>
        <p:sp>
          <p:nvSpPr>
            <p:cNvPr id="1153" name="outputs / metrics / errors"/>
            <p:cNvSpPr txBox="1"/>
            <p:nvPr/>
          </p:nvSpPr>
          <p:spPr>
            <a:xfrm>
              <a:off x="0" y="0"/>
              <a:ext cx="1990725" cy="1397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sz="900">
                  <a:solidFill>
                    <a:srgbClr val="46566A"/>
                  </a:solidFill>
                  <a:latin typeface="Microsoft YaHei"/>
                  <a:ea typeface="Microsoft YaHei"/>
                  <a:cs typeface="Microsoft YaHei"/>
                  <a:sym typeface="Microsoft YaHei"/>
                </a:defRPr>
              </a:lvl1pPr>
            </a:lstStyle>
            <a:p>
              <a:pPr/>
              <a:r>
                <a:t>outputs / metrics / errors</a:t>
              </a:r>
            </a:p>
          </p:txBody>
        </p:sp>
      </p:grpSp>
      <p:grpSp>
        <p:nvGrpSpPr>
          <p:cNvPr id="1157" name="矩形 988"/>
          <p:cNvGrpSpPr/>
          <p:nvPr/>
        </p:nvGrpSpPr>
        <p:grpSpPr>
          <a:xfrm>
            <a:off x="3048000" y="1238250"/>
            <a:ext cx="266700" cy="285750"/>
            <a:chOff x="0" y="0"/>
            <a:chExt cx="266700" cy="285750"/>
          </a:xfrm>
        </p:grpSpPr>
        <p:sp>
          <p:nvSpPr>
            <p:cNvPr id="1155" name="矩形"/>
            <p:cNvSpPr/>
            <p:nvPr/>
          </p:nvSpPr>
          <p:spPr>
            <a:xfrm>
              <a:off x="0" y="0"/>
              <a:ext cx="266700" cy="28575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algn="ctr">
                <a:defRPr b="1" sz="1600">
                  <a:solidFill>
                    <a:srgbClr val="9DC3E6"/>
                  </a:solidFill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1156" name="→"/>
            <p:cNvSpPr txBox="1"/>
            <p:nvPr/>
          </p:nvSpPr>
          <p:spPr>
            <a:xfrm>
              <a:off x="0" y="0"/>
              <a:ext cx="266700" cy="22195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 algn="ctr">
                <a:defRPr b="1" sz="1600">
                  <a:solidFill>
                    <a:srgbClr val="9DC3E6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→</a:t>
              </a:r>
            </a:p>
          </p:txBody>
        </p:sp>
      </p:grpSp>
      <p:sp>
        <p:nvSpPr>
          <p:cNvPr id="1158" name="圆角矩形 989"/>
          <p:cNvSpPr/>
          <p:nvPr/>
        </p:nvSpPr>
        <p:spPr>
          <a:xfrm>
            <a:off x="666750" y="1885950"/>
            <a:ext cx="2333625" cy="6096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>
            <a:solidFill>
              <a:srgbClr val="C9DDF1"/>
            </a:solidFill>
          </a:ln>
        </p:spPr>
        <p:txBody>
          <a:bodyPr lIns="45719" rIns="45719"/>
          <a:lstStyle/>
          <a:p>
            <a:pPr/>
          </a:p>
        </p:txBody>
      </p:sp>
      <p:grpSp>
        <p:nvGrpSpPr>
          <p:cNvPr id="1161" name="矩形 990"/>
          <p:cNvGrpSpPr/>
          <p:nvPr/>
        </p:nvGrpSpPr>
        <p:grpSpPr>
          <a:xfrm>
            <a:off x="838200" y="1971675"/>
            <a:ext cx="1990725" cy="203200"/>
            <a:chOff x="0" y="0"/>
            <a:chExt cx="1990725" cy="203200"/>
          </a:xfrm>
        </p:grpSpPr>
        <p:sp>
          <p:nvSpPr>
            <p:cNvPr id="1159" name="矩形"/>
            <p:cNvSpPr/>
            <p:nvPr/>
          </p:nvSpPr>
          <p:spPr>
            <a:xfrm>
              <a:off x="0" y="0"/>
              <a:ext cx="1990725" cy="190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b="1" sz="1300">
                  <a:solidFill>
                    <a:srgbClr val="0052A5"/>
                  </a:solidFill>
                  <a:latin typeface="Microsoft YaHei"/>
                  <a:ea typeface="Microsoft YaHei"/>
                  <a:cs typeface="Microsoft YaHei"/>
                  <a:sym typeface="Microsoft YaHei"/>
                </a:defRPr>
              </a:pPr>
            </a:p>
          </p:txBody>
        </p:sp>
        <p:sp>
          <p:nvSpPr>
            <p:cNvPr id="1160" name="SafetyResult"/>
            <p:cNvSpPr txBox="1"/>
            <p:nvPr/>
          </p:nvSpPr>
          <p:spPr>
            <a:xfrm>
              <a:off x="0" y="0"/>
              <a:ext cx="1990725" cy="2032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b="1" sz="1300">
                  <a:solidFill>
                    <a:srgbClr val="0052A5"/>
                  </a:solidFill>
                  <a:latin typeface="Microsoft YaHei"/>
                  <a:ea typeface="Microsoft YaHei"/>
                  <a:cs typeface="Microsoft YaHei"/>
                  <a:sym typeface="Microsoft YaHei"/>
                </a:defRPr>
              </a:lvl1pPr>
            </a:lstStyle>
            <a:p>
              <a:pPr/>
              <a:r>
                <a:t>SafetyResult</a:t>
              </a:r>
            </a:p>
          </p:txBody>
        </p:sp>
      </p:grpSp>
      <p:grpSp>
        <p:nvGrpSpPr>
          <p:cNvPr id="1164" name="矩形 991"/>
          <p:cNvGrpSpPr/>
          <p:nvPr/>
        </p:nvGrpSpPr>
        <p:grpSpPr>
          <a:xfrm>
            <a:off x="838200" y="2200275"/>
            <a:ext cx="1990725" cy="247650"/>
            <a:chOff x="0" y="0"/>
            <a:chExt cx="1990725" cy="247650"/>
          </a:xfrm>
        </p:grpSpPr>
        <p:sp>
          <p:nvSpPr>
            <p:cNvPr id="1162" name="矩形"/>
            <p:cNvSpPr/>
            <p:nvPr/>
          </p:nvSpPr>
          <p:spPr>
            <a:xfrm>
              <a:off x="0" y="0"/>
              <a:ext cx="1990725" cy="24765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900">
                  <a:solidFill>
                    <a:srgbClr val="46566A"/>
                  </a:solidFill>
                  <a:latin typeface="Microsoft YaHei"/>
                  <a:ea typeface="Microsoft YaHei"/>
                  <a:cs typeface="Microsoft YaHei"/>
                  <a:sym typeface="Microsoft YaHei"/>
                </a:defRPr>
              </a:pPr>
            </a:p>
          </p:txBody>
        </p:sp>
        <p:sp>
          <p:nvSpPr>
            <p:cNvPr id="1163" name="risk_flags / action"/>
            <p:cNvSpPr txBox="1"/>
            <p:nvPr/>
          </p:nvSpPr>
          <p:spPr>
            <a:xfrm>
              <a:off x="0" y="0"/>
              <a:ext cx="1990725" cy="1397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sz="900">
                  <a:solidFill>
                    <a:srgbClr val="46566A"/>
                  </a:solidFill>
                  <a:latin typeface="Microsoft YaHei"/>
                  <a:ea typeface="Microsoft YaHei"/>
                  <a:cs typeface="Microsoft YaHei"/>
                  <a:sym typeface="Microsoft YaHei"/>
                </a:defRPr>
              </a:lvl1pPr>
            </a:lstStyle>
            <a:p>
              <a:pPr/>
              <a:r>
                <a:t>risk_flags / action</a:t>
              </a:r>
            </a:p>
          </p:txBody>
        </p:sp>
      </p:grpSp>
      <p:grpSp>
        <p:nvGrpSpPr>
          <p:cNvPr id="1167" name="矩形 992"/>
          <p:cNvGrpSpPr/>
          <p:nvPr/>
        </p:nvGrpSpPr>
        <p:grpSpPr>
          <a:xfrm>
            <a:off x="3048000" y="2019300"/>
            <a:ext cx="266700" cy="285750"/>
            <a:chOff x="0" y="0"/>
            <a:chExt cx="266700" cy="285750"/>
          </a:xfrm>
        </p:grpSpPr>
        <p:sp>
          <p:nvSpPr>
            <p:cNvPr id="1165" name="矩形"/>
            <p:cNvSpPr/>
            <p:nvPr/>
          </p:nvSpPr>
          <p:spPr>
            <a:xfrm>
              <a:off x="0" y="0"/>
              <a:ext cx="266700" cy="28575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algn="ctr">
                <a:defRPr b="1" sz="1600">
                  <a:solidFill>
                    <a:srgbClr val="9DC3E6"/>
                  </a:solidFill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1166" name="→"/>
            <p:cNvSpPr txBox="1"/>
            <p:nvPr/>
          </p:nvSpPr>
          <p:spPr>
            <a:xfrm>
              <a:off x="0" y="0"/>
              <a:ext cx="266700" cy="22195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 algn="ctr">
                <a:defRPr b="1" sz="1600">
                  <a:solidFill>
                    <a:srgbClr val="9DC3E6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→</a:t>
              </a:r>
            </a:p>
          </p:txBody>
        </p:sp>
      </p:grpSp>
      <p:sp>
        <p:nvSpPr>
          <p:cNvPr id="1168" name="圆角矩形 993"/>
          <p:cNvSpPr/>
          <p:nvPr/>
        </p:nvSpPr>
        <p:spPr>
          <a:xfrm>
            <a:off x="666750" y="2667000"/>
            <a:ext cx="2333625" cy="6096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>
            <a:solidFill>
              <a:srgbClr val="C9DDF1"/>
            </a:solidFill>
          </a:ln>
        </p:spPr>
        <p:txBody>
          <a:bodyPr lIns="45719" rIns="45719"/>
          <a:lstStyle/>
          <a:p>
            <a:pPr/>
          </a:p>
        </p:txBody>
      </p:sp>
      <p:grpSp>
        <p:nvGrpSpPr>
          <p:cNvPr id="1171" name="矩形 994"/>
          <p:cNvGrpSpPr/>
          <p:nvPr/>
        </p:nvGrpSpPr>
        <p:grpSpPr>
          <a:xfrm>
            <a:off x="838200" y="2752725"/>
            <a:ext cx="1990725" cy="203200"/>
            <a:chOff x="0" y="0"/>
            <a:chExt cx="1990725" cy="203200"/>
          </a:xfrm>
        </p:grpSpPr>
        <p:sp>
          <p:nvSpPr>
            <p:cNvPr id="1169" name="矩形"/>
            <p:cNvSpPr/>
            <p:nvPr/>
          </p:nvSpPr>
          <p:spPr>
            <a:xfrm>
              <a:off x="0" y="0"/>
              <a:ext cx="1990725" cy="190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b="1" sz="1300">
                  <a:solidFill>
                    <a:srgbClr val="0052A5"/>
                  </a:solidFill>
                  <a:latin typeface="Microsoft YaHei"/>
                  <a:ea typeface="Microsoft YaHei"/>
                  <a:cs typeface="Microsoft YaHei"/>
                  <a:sym typeface="Microsoft YaHei"/>
                </a:defRPr>
              </a:pPr>
            </a:p>
          </p:txBody>
        </p:sp>
        <p:sp>
          <p:nvSpPr>
            <p:cNvPr id="1170" name="failure context"/>
            <p:cNvSpPr txBox="1"/>
            <p:nvPr/>
          </p:nvSpPr>
          <p:spPr>
            <a:xfrm>
              <a:off x="0" y="0"/>
              <a:ext cx="1990725" cy="2032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b="1" sz="1300">
                  <a:solidFill>
                    <a:srgbClr val="0052A5"/>
                  </a:solidFill>
                  <a:latin typeface="Microsoft YaHei"/>
                  <a:ea typeface="Microsoft YaHei"/>
                  <a:cs typeface="Microsoft YaHei"/>
                  <a:sym typeface="Microsoft YaHei"/>
                </a:defRPr>
              </a:lvl1pPr>
            </a:lstStyle>
            <a:p>
              <a:pPr/>
              <a:r>
                <a:t>failure context</a:t>
              </a:r>
            </a:p>
          </p:txBody>
        </p:sp>
      </p:grpSp>
      <p:grpSp>
        <p:nvGrpSpPr>
          <p:cNvPr id="1174" name="矩形 995"/>
          <p:cNvGrpSpPr/>
          <p:nvPr/>
        </p:nvGrpSpPr>
        <p:grpSpPr>
          <a:xfrm>
            <a:off x="838200" y="2981325"/>
            <a:ext cx="1990725" cy="247650"/>
            <a:chOff x="0" y="0"/>
            <a:chExt cx="1990725" cy="247650"/>
          </a:xfrm>
        </p:grpSpPr>
        <p:sp>
          <p:nvSpPr>
            <p:cNvPr id="1172" name="矩形"/>
            <p:cNvSpPr/>
            <p:nvPr/>
          </p:nvSpPr>
          <p:spPr>
            <a:xfrm>
              <a:off x="0" y="0"/>
              <a:ext cx="1990725" cy="24765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900">
                  <a:solidFill>
                    <a:srgbClr val="46566A"/>
                  </a:solidFill>
                  <a:latin typeface="Microsoft YaHei"/>
                  <a:ea typeface="Microsoft YaHei"/>
                  <a:cs typeface="Microsoft YaHei"/>
                  <a:sym typeface="Microsoft YaHei"/>
                </a:defRPr>
              </a:pPr>
            </a:p>
          </p:txBody>
        </p:sp>
        <p:sp>
          <p:nvSpPr>
            <p:cNvPr id="1173" name="patch / replan history"/>
            <p:cNvSpPr txBox="1"/>
            <p:nvPr/>
          </p:nvSpPr>
          <p:spPr>
            <a:xfrm>
              <a:off x="0" y="0"/>
              <a:ext cx="1990725" cy="1397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sz="900">
                  <a:solidFill>
                    <a:srgbClr val="46566A"/>
                  </a:solidFill>
                  <a:latin typeface="Microsoft YaHei"/>
                  <a:ea typeface="Microsoft YaHei"/>
                  <a:cs typeface="Microsoft YaHei"/>
                  <a:sym typeface="Microsoft YaHei"/>
                </a:defRPr>
              </a:lvl1pPr>
            </a:lstStyle>
            <a:p>
              <a:pPr/>
              <a:r>
                <a:t>patch / replan history</a:t>
              </a:r>
            </a:p>
          </p:txBody>
        </p:sp>
      </p:grpSp>
      <p:grpSp>
        <p:nvGrpSpPr>
          <p:cNvPr id="1177" name="矩形 996"/>
          <p:cNvGrpSpPr/>
          <p:nvPr/>
        </p:nvGrpSpPr>
        <p:grpSpPr>
          <a:xfrm>
            <a:off x="3048000" y="2800350"/>
            <a:ext cx="266700" cy="285750"/>
            <a:chOff x="0" y="0"/>
            <a:chExt cx="266700" cy="285750"/>
          </a:xfrm>
        </p:grpSpPr>
        <p:sp>
          <p:nvSpPr>
            <p:cNvPr id="1175" name="矩形"/>
            <p:cNvSpPr/>
            <p:nvPr/>
          </p:nvSpPr>
          <p:spPr>
            <a:xfrm>
              <a:off x="0" y="0"/>
              <a:ext cx="266700" cy="28575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algn="ctr">
                <a:defRPr b="1" sz="1600">
                  <a:solidFill>
                    <a:srgbClr val="9DC3E6"/>
                  </a:solidFill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1176" name="→"/>
            <p:cNvSpPr txBox="1"/>
            <p:nvPr/>
          </p:nvSpPr>
          <p:spPr>
            <a:xfrm>
              <a:off x="0" y="0"/>
              <a:ext cx="266700" cy="22195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 algn="ctr">
                <a:defRPr b="1" sz="1600">
                  <a:solidFill>
                    <a:srgbClr val="9DC3E6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→</a:t>
              </a:r>
            </a:p>
          </p:txBody>
        </p:sp>
      </p:grpSp>
      <p:sp>
        <p:nvSpPr>
          <p:cNvPr id="1178" name="圆角矩形 997"/>
          <p:cNvSpPr/>
          <p:nvPr/>
        </p:nvSpPr>
        <p:spPr>
          <a:xfrm>
            <a:off x="666750" y="3448050"/>
            <a:ext cx="2333625" cy="6096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>
            <a:solidFill>
              <a:srgbClr val="C9DDF1"/>
            </a:solidFill>
          </a:ln>
        </p:spPr>
        <p:txBody>
          <a:bodyPr lIns="45719" rIns="45719"/>
          <a:lstStyle/>
          <a:p>
            <a:pPr/>
          </a:p>
        </p:txBody>
      </p:sp>
      <p:grpSp>
        <p:nvGrpSpPr>
          <p:cNvPr id="1181" name="矩形 998"/>
          <p:cNvGrpSpPr/>
          <p:nvPr/>
        </p:nvGrpSpPr>
        <p:grpSpPr>
          <a:xfrm>
            <a:off x="838200" y="3533775"/>
            <a:ext cx="1990725" cy="203200"/>
            <a:chOff x="0" y="0"/>
            <a:chExt cx="1990725" cy="203200"/>
          </a:xfrm>
        </p:grpSpPr>
        <p:sp>
          <p:nvSpPr>
            <p:cNvPr id="1179" name="矩形"/>
            <p:cNvSpPr/>
            <p:nvPr/>
          </p:nvSpPr>
          <p:spPr>
            <a:xfrm>
              <a:off x="0" y="0"/>
              <a:ext cx="1990725" cy="190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b="1" sz="1300">
                  <a:solidFill>
                    <a:srgbClr val="0052A5"/>
                  </a:solidFill>
                  <a:latin typeface="Microsoft YaHei"/>
                  <a:ea typeface="Microsoft YaHei"/>
                  <a:cs typeface="Microsoft YaHei"/>
                  <a:sym typeface="Microsoft YaHei"/>
                </a:defRPr>
              </a:pPr>
            </a:p>
          </p:txBody>
        </p:sp>
        <p:sp>
          <p:nvSpPr>
            <p:cNvPr id="1180" name="budget &amp; progress"/>
            <p:cNvSpPr txBox="1"/>
            <p:nvPr/>
          </p:nvSpPr>
          <p:spPr>
            <a:xfrm>
              <a:off x="0" y="0"/>
              <a:ext cx="1990725" cy="2032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b="1" sz="1300">
                  <a:solidFill>
                    <a:srgbClr val="0052A5"/>
                  </a:solidFill>
                  <a:latin typeface="Microsoft YaHei"/>
                  <a:ea typeface="Microsoft YaHei"/>
                  <a:cs typeface="Microsoft YaHei"/>
                  <a:sym typeface="Microsoft YaHei"/>
                </a:defRPr>
              </a:lvl1pPr>
            </a:lstStyle>
            <a:p>
              <a:pPr/>
              <a:r>
                <a:t>budget &amp; progress</a:t>
              </a:r>
            </a:p>
          </p:txBody>
        </p:sp>
      </p:grpSp>
      <p:grpSp>
        <p:nvGrpSpPr>
          <p:cNvPr id="1184" name="矩形 999"/>
          <p:cNvGrpSpPr/>
          <p:nvPr/>
        </p:nvGrpSpPr>
        <p:grpSpPr>
          <a:xfrm>
            <a:off x="838200" y="3762375"/>
            <a:ext cx="1990725" cy="247650"/>
            <a:chOff x="0" y="0"/>
            <a:chExt cx="1990725" cy="247650"/>
          </a:xfrm>
        </p:grpSpPr>
        <p:sp>
          <p:nvSpPr>
            <p:cNvPr id="1182" name="矩形"/>
            <p:cNvSpPr/>
            <p:nvPr/>
          </p:nvSpPr>
          <p:spPr>
            <a:xfrm>
              <a:off x="0" y="0"/>
              <a:ext cx="1990725" cy="24765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900">
                  <a:solidFill>
                    <a:srgbClr val="46566A"/>
                  </a:solidFill>
                  <a:latin typeface="Microsoft YaHei"/>
                  <a:ea typeface="Microsoft YaHei"/>
                  <a:cs typeface="Microsoft YaHei"/>
                  <a:sym typeface="Microsoft YaHei"/>
                </a:defRPr>
              </a:pPr>
            </a:p>
          </p:txBody>
        </p:sp>
        <p:sp>
          <p:nvSpPr>
            <p:cNvPr id="1183" name="remaining suffix"/>
            <p:cNvSpPr txBox="1"/>
            <p:nvPr/>
          </p:nvSpPr>
          <p:spPr>
            <a:xfrm>
              <a:off x="0" y="0"/>
              <a:ext cx="1990725" cy="1397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sz="900">
                  <a:solidFill>
                    <a:srgbClr val="46566A"/>
                  </a:solidFill>
                  <a:latin typeface="Microsoft YaHei"/>
                  <a:ea typeface="Microsoft YaHei"/>
                  <a:cs typeface="Microsoft YaHei"/>
                  <a:sym typeface="Microsoft YaHei"/>
                </a:defRPr>
              </a:lvl1pPr>
            </a:lstStyle>
            <a:p>
              <a:pPr/>
              <a:r>
                <a:t>remaining suffix</a:t>
              </a:r>
            </a:p>
          </p:txBody>
        </p:sp>
      </p:grpSp>
      <p:grpSp>
        <p:nvGrpSpPr>
          <p:cNvPr id="1187" name="矩形 1000"/>
          <p:cNvGrpSpPr/>
          <p:nvPr/>
        </p:nvGrpSpPr>
        <p:grpSpPr>
          <a:xfrm>
            <a:off x="3048000" y="3581400"/>
            <a:ext cx="266700" cy="285750"/>
            <a:chOff x="0" y="0"/>
            <a:chExt cx="266700" cy="285750"/>
          </a:xfrm>
        </p:grpSpPr>
        <p:sp>
          <p:nvSpPr>
            <p:cNvPr id="1185" name="矩形"/>
            <p:cNvSpPr/>
            <p:nvPr/>
          </p:nvSpPr>
          <p:spPr>
            <a:xfrm>
              <a:off x="0" y="0"/>
              <a:ext cx="266700" cy="28575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algn="ctr">
                <a:defRPr b="1" sz="1600">
                  <a:solidFill>
                    <a:srgbClr val="9DC3E6"/>
                  </a:solidFill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1186" name="→"/>
            <p:cNvSpPr txBox="1"/>
            <p:nvPr/>
          </p:nvSpPr>
          <p:spPr>
            <a:xfrm>
              <a:off x="0" y="0"/>
              <a:ext cx="266700" cy="22195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 algn="ctr">
                <a:defRPr b="1" sz="1600">
                  <a:solidFill>
                    <a:srgbClr val="9DC3E6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→</a:t>
              </a:r>
            </a:p>
          </p:txBody>
        </p:sp>
      </p:grpSp>
      <p:sp>
        <p:nvSpPr>
          <p:cNvPr id="1188" name="圆角矩形 1001"/>
          <p:cNvSpPr/>
          <p:nvPr/>
        </p:nvSpPr>
        <p:spPr>
          <a:xfrm>
            <a:off x="666750" y="4229100"/>
            <a:ext cx="2333625" cy="6096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>
            <a:solidFill>
              <a:srgbClr val="C9DDF1"/>
            </a:solidFill>
          </a:ln>
        </p:spPr>
        <p:txBody>
          <a:bodyPr lIns="45719" rIns="45719"/>
          <a:lstStyle/>
          <a:p>
            <a:pPr/>
          </a:p>
        </p:txBody>
      </p:sp>
      <p:grpSp>
        <p:nvGrpSpPr>
          <p:cNvPr id="1191" name="矩形 1002"/>
          <p:cNvGrpSpPr/>
          <p:nvPr/>
        </p:nvGrpSpPr>
        <p:grpSpPr>
          <a:xfrm>
            <a:off x="838200" y="4314825"/>
            <a:ext cx="1990725" cy="203200"/>
            <a:chOff x="0" y="0"/>
            <a:chExt cx="1990725" cy="203200"/>
          </a:xfrm>
        </p:grpSpPr>
        <p:sp>
          <p:nvSpPr>
            <p:cNvPr id="1189" name="矩形"/>
            <p:cNvSpPr/>
            <p:nvPr/>
          </p:nvSpPr>
          <p:spPr>
            <a:xfrm>
              <a:off x="0" y="0"/>
              <a:ext cx="1990725" cy="190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b="1" sz="1300">
                  <a:solidFill>
                    <a:srgbClr val="0052A5"/>
                  </a:solidFill>
                  <a:latin typeface="Microsoft YaHei"/>
                  <a:ea typeface="Microsoft YaHei"/>
                  <a:cs typeface="Microsoft YaHei"/>
                  <a:sym typeface="Microsoft YaHei"/>
                </a:defRPr>
              </a:pPr>
            </a:p>
          </p:txBody>
        </p:sp>
        <p:sp>
          <p:nvSpPr>
            <p:cNvPr id="1190" name="HITL Decision"/>
            <p:cNvSpPr txBox="1"/>
            <p:nvPr/>
          </p:nvSpPr>
          <p:spPr>
            <a:xfrm>
              <a:off x="0" y="0"/>
              <a:ext cx="1990725" cy="2032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b="1" sz="1300">
                  <a:solidFill>
                    <a:srgbClr val="0052A5"/>
                  </a:solidFill>
                  <a:latin typeface="Microsoft YaHei"/>
                  <a:ea typeface="Microsoft YaHei"/>
                  <a:cs typeface="Microsoft YaHei"/>
                  <a:sym typeface="Microsoft YaHei"/>
                </a:defRPr>
              </a:lvl1pPr>
            </a:lstStyle>
            <a:p>
              <a:pPr/>
              <a:r>
                <a:t>HITL Decision</a:t>
              </a:r>
            </a:p>
          </p:txBody>
        </p:sp>
      </p:grpSp>
      <p:grpSp>
        <p:nvGrpSpPr>
          <p:cNvPr id="1194" name="矩形 1003"/>
          <p:cNvGrpSpPr/>
          <p:nvPr/>
        </p:nvGrpSpPr>
        <p:grpSpPr>
          <a:xfrm>
            <a:off x="838200" y="4543425"/>
            <a:ext cx="1990725" cy="247650"/>
            <a:chOff x="0" y="0"/>
            <a:chExt cx="1990725" cy="247650"/>
          </a:xfrm>
        </p:grpSpPr>
        <p:sp>
          <p:nvSpPr>
            <p:cNvPr id="1192" name="矩形"/>
            <p:cNvSpPr/>
            <p:nvPr/>
          </p:nvSpPr>
          <p:spPr>
            <a:xfrm>
              <a:off x="0" y="0"/>
              <a:ext cx="1990725" cy="24765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900">
                  <a:solidFill>
                    <a:srgbClr val="46566A"/>
                  </a:solidFill>
                  <a:latin typeface="Microsoft YaHei"/>
                  <a:ea typeface="Microsoft YaHei"/>
                  <a:cs typeface="Microsoft YaHei"/>
                  <a:sym typeface="Microsoft YaHei"/>
                </a:defRPr>
              </a:pPr>
            </a:p>
          </p:txBody>
        </p:sp>
        <p:sp>
          <p:nvSpPr>
            <p:cNvPr id="1193" name="accepted candidate"/>
            <p:cNvSpPr txBox="1"/>
            <p:nvPr/>
          </p:nvSpPr>
          <p:spPr>
            <a:xfrm>
              <a:off x="0" y="0"/>
              <a:ext cx="1990725" cy="1397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sz="900">
                  <a:solidFill>
                    <a:srgbClr val="46566A"/>
                  </a:solidFill>
                  <a:latin typeface="Microsoft YaHei"/>
                  <a:ea typeface="Microsoft YaHei"/>
                  <a:cs typeface="Microsoft YaHei"/>
                  <a:sym typeface="Microsoft YaHei"/>
                </a:defRPr>
              </a:lvl1pPr>
            </a:lstStyle>
            <a:p>
              <a:pPr/>
              <a:r>
                <a:t>accepted candidate</a:t>
              </a:r>
            </a:p>
          </p:txBody>
        </p:sp>
      </p:grpSp>
      <p:grpSp>
        <p:nvGrpSpPr>
          <p:cNvPr id="1197" name="矩形 1004"/>
          <p:cNvGrpSpPr/>
          <p:nvPr/>
        </p:nvGrpSpPr>
        <p:grpSpPr>
          <a:xfrm>
            <a:off x="3048000" y="4362450"/>
            <a:ext cx="266700" cy="285750"/>
            <a:chOff x="0" y="0"/>
            <a:chExt cx="266700" cy="285750"/>
          </a:xfrm>
        </p:grpSpPr>
        <p:sp>
          <p:nvSpPr>
            <p:cNvPr id="1195" name="矩形"/>
            <p:cNvSpPr/>
            <p:nvPr/>
          </p:nvSpPr>
          <p:spPr>
            <a:xfrm>
              <a:off x="0" y="0"/>
              <a:ext cx="266700" cy="28575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algn="ctr">
                <a:defRPr b="1" sz="1600">
                  <a:solidFill>
                    <a:srgbClr val="9DC3E6"/>
                  </a:solidFill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1196" name="→"/>
            <p:cNvSpPr txBox="1"/>
            <p:nvPr/>
          </p:nvSpPr>
          <p:spPr>
            <a:xfrm>
              <a:off x="0" y="0"/>
              <a:ext cx="266700" cy="22195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 algn="ctr">
                <a:defRPr b="1" sz="1600">
                  <a:solidFill>
                    <a:srgbClr val="9DC3E6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→</a:t>
              </a:r>
            </a:p>
          </p:txBody>
        </p:sp>
      </p:grpSp>
      <p:sp>
        <p:nvSpPr>
          <p:cNvPr id="1198" name="圆角矩形 1005"/>
          <p:cNvSpPr/>
          <p:nvPr/>
        </p:nvSpPr>
        <p:spPr>
          <a:xfrm>
            <a:off x="3714750" y="1619250"/>
            <a:ext cx="2333625" cy="2286000"/>
          </a:xfrm>
          <a:prstGeom prst="roundRect">
            <a:avLst>
              <a:gd name="adj" fmla="val 3333"/>
            </a:avLst>
          </a:prstGeom>
          <a:solidFill>
            <a:srgbClr val="0052A5"/>
          </a:solidFill>
          <a:ln>
            <a:solidFill>
              <a:srgbClr val="0052A5"/>
            </a:solidFill>
          </a:ln>
        </p:spPr>
        <p:txBody>
          <a:bodyPr lIns="45719" rIns="45719"/>
          <a:lstStyle/>
          <a:p>
            <a:pPr/>
          </a:p>
        </p:txBody>
      </p:sp>
      <p:grpSp>
        <p:nvGrpSpPr>
          <p:cNvPr id="1201" name="矩形 1006"/>
          <p:cNvGrpSpPr/>
          <p:nvPr/>
        </p:nvGrpSpPr>
        <p:grpSpPr>
          <a:xfrm>
            <a:off x="3886200" y="1752600"/>
            <a:ext cx="1990725" cy="228600"/>
            <a:chOff x="0" y="0"/>
            <a:chExt cx="1990725" cy="228600"/>
          </a:xfrm>
        </p:grpSpPr>
        <p:sp>
          <p:nvSpPr>
            <p:cNvPr id="1199" name="矩形"/>
            <p:cNvSpPr/>
            <p:nvPr/>
          </p:nvSpPr>
          <p:spPr>
            <a:xfrm>
              <a:off x="0" y="0"/>
              <a:ext cx="1990725" cy="2286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algn="ctr">
                <a:defRPr b="1" sz="150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  <a:sym typeface="Microsoft YaHei"/>
                </a:defRPr>
              </a:pPr>
            </a:p>
          </p:txBody>
        </p:sp>
        <p:sp>
          <p:nvSpPr>
            <p:cNvPr id="1200" name="Lite belief-state"/>
            <p:cNvSpPr txBox="1"/>
            <p:nvPr/>
          </p:nvSpPr>
          <p:spPr>
            <a:xfrm>
              <a:off x="0" y="0"/>
              <a:ext cx="1990725" cy="2286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 algn="ctr">
                <a:defRPr b="1" sz="150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  <a:sym typeface="Microsoft YaHei"/>
                </a:defRPr>
              </a:lvl1pPr>
            </a:lstStyle>
            <a:p>
              <a:pPr/>
              <a:r>
                <a:t>Lite belief-state</a:t>
              </a:r>
            </a:p>
          </p:txBody>
        </p:sp>
      </p:grpSp>
      <p:grpSp>
        <p:nvGrpSpPr>
          <p:cNvPr id="1204" name="矩形 1007"/>
          <p:cNvGrpSpPr/>
          <p:nvPr/>
        </p:nvGrpSpPr>
        <p:grpSpPr>
          <a:xfrm>
            <a:off x="3886200" y="2057400"/>
            <a:ext cx="1990725" cy="1771650"/>
            <a:chOff x="0" y="0"/>
            <a:chExt cx="1990725" cy="1771650"/>
          </a:xfrm>
        </p:grpSpPr>
        <p:sp>
          <p:nvSpPr>
            <p:cNvPr id="1202" name="矩形"/>
            <p:cNvSpPr/>
            <p:nvPr/>
          </p:nvSpPr>
          <p:spPr>
            <a:xfrm>
              <a:off x="0" y="0"/>
              <a:ext cx="1990725" cy="177165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algn="ctr">
                <a:defRPr sz="120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  <a:sym typeface="Microsoft YaHei"/>
                </a:defRPr>
              </a:pPr>
            </a:p>
          </p:txBody>
        </p:sp>
        <p:sp>
          <p:nvSpPr>
            <p:cNvPr id="1203" name="x_t = [s, f, r, c, e]…"/>
            <p:cNvSpPr txBox="1"/>
            <p:nvPr/>
          </p:nvSpPr>
          <p:spPr>
            <a:xfrm>
              <a:off x="0" y="0"/>
              <a:ext cx="1990725" cy="12192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/>
            <a:p>
              <a:pPr algn="ctr">
                <a:defRPr sz="120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  <a:sym typeface="Microsoft YaHei"/>
                </a:defRPr>
              </a:pPr>
              <a:r>
                <a:t>x_t = [s, f, r, c, e]</a:t>
              </a:r>
            </a:p>
            <a:p>
              <a:pPr>
                <a:defRPr sz="120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  <a:sym typeface="Microsoft YaHei"/>
                </a:defRPr>
              </a:pPr>
            </a:p>
            <a:p>
              <a:pPr algn="ctr">
                <a:defRPr sz="120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  <a:sym typeface="Microsoft YaHei"/>
                </a:defRPr>
              </a:pPr>
              <a:r>
                <a:t>可解释</a:t>
              </a:r>
            </a:p>
            <a:p>
              <a:pPr algn="ctr">
                <a:defRPr sz="120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  <a:sym typeface="Microsoft YaHei"/>
                </a:defRPr>
              </a:pPr>
              <a:r>
                <a:t>可序列化</a:t>
              </a:r>
            </a:p>
            <a:p>
              <a:pPr algn="ctr">
                <a:defRPr sz="120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  <a:sym typeface="Microsoft YaHei"/>
                </a:defRPr>
              </a:pPr>
              <a:r>
                <a:t>可进入 Snapshot</a:t>
              </a:r>
            </a:p>
            <a:p>
              <a:pPr algn="ctr">
                <a:defRPr sz="120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  <a:sym typeface="Microsoft YaHei"/>
                </a:defRPr>
              </a:pPr>
              <a:r>
                <a:t>可在实验中观察</a:t>
              </a:r>
            </a:p>
          </p:txBody>
        </p:sp>
      </p:grpSp>
      <p:sp>
        <p:nvSpPr>
          <p:cNvPr id="1205" name="圆角矩形 1008"/>
          <p:cNvSpPr/>
          <p:nvPr/>
        </p:nvSpPr>
        <p:spPr>
          <a:xfrm>
            <a:off x="6477000" y="1104900"/>
            <a:ext cx="4095750" cy="609600"/>
          </a:xfrm>
          <a:prstGeom prst="roundRect">
            <a:avLst>
              <a:gd name="adj" fmla="val 12500"/>
            </a:avLst>
          </a:prstGeom>
          <a:solidFill>
            <a:srgbClr val="EAF3FF"/>
          </a:solidFill>
          <a:ln>
            <a:solidFill>
              <a:srgbClr val="9DC3E6"/>
            </a:solidFill>
          </a:ln>
        </p:spPr>
        <p:txBody>
          <a:bodyPr lIns="45719" rIns="45719"/>
          <a:lstStyle/>
          <a:p>
            <a:pPr/>
          </a:p>
        </p:txBody>
      </p:sp>
      <p:grpSp>
        <p:nvGrpSpPr>
          <p:cNvPr id="1208" name="矩形 1009"/>
          <p:cNvGrpSpPr/>
          <p:nvPr/>
        </p:nvGrpSpPr>
        <p:grpSpPr>
          <a:xfrm>
            <a:off x="6667500" y="1295400"/>
            <a:ext cx="1952625" cy="209550"/>
            <a:chOff x="0" y="0"/>
            <a:chExt cx="1952625" cy="209550"/>
          </a:xfrm>
        </p:grpSpPr>
        <p:sp>
          <p:nvSpPr>
            <p:cNvPr id="1206" name="矩形"/>
            <p:cNvSpPr/>
            <p:nvPr/>
          </p:nvSpPr>
          <p:spPr>
            <a:xfrm>
              <a:off x="0" y="0"/>
              <a:ext cx="1952625" cy="20955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b="1" sz="1100">
                  <a:solidFill>
                    <a:srgbClr val="0052A5"/>
                  </a:solidFill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1207" name="p_success"/>
            <p:cNvSpPr txBox="1"/>
            <p:nvPr/>
          </p:nvSpPr>
          <p:spPr>
            <a:xfrm>
              <a:off x="0" y="0"/>
              <a:ext cx="1952625" cy="14783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b="1" sz="1100">
                  <a:solidFill>
                    <a:srgbClr val="0052A5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p_success</a:t>
              </a:r>
            </a:p>
          </p:txBody>
        </p:sp>
      </p:grpSp>
      <p:grpSp>
        <p:nvGrpSpPr>
          <p:cNvPr id="1211" name="矩形 1010"/>
          <p:cNvGrpSpPr/>
          <p:nvPr/>
        </p:nvGrpSpPr>
        <p:grpSpPr>
          <a:xfrm>
            <a:off x="8715375" y="1295400"/>
            <a:ext cx="1666875" cy="209550"/>
            <a:chOff x="0" y="0"/>
            <a:chExt cx="1666875" cy="209550"/>
          </a:xfrm>
        </p:grpSpPr>
        <p:sp>
          <p:nvSpPr>
            <p:cNvPr id="1209" name="矩形"/>
            <p:cNvSpPr/>
            <p:nvPr/>
          </p:nvSpPr>
          <p:spPr>
            <a:xfrm>
              <a:off x="0" y="0"/>
              <a:ext cx="1666875" cy="20955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800">
                  <a:solidFill>
                    <a:srgbClr val="46566A"/>
                  </a:solidFill>
                  <a:latin typeface="Microsoft YaHei"/>
                  <a:ea typeface="Microsoft YaHei"/>
                  <a:cs typeface="Microsoft YaHei"/>
                  <a:sym typeface="Microsoft YaHei"/>
                </a:defRPr>
              </a:pPr>
            </a:p>
          </p:txBody>
        </p:sp>
        <p:sp>
          <p:nvSpPr>
            <p:cNvPr id="1210" name="完成任务的代理概率"/>
            <p:cNvSpPr txBox="1"/>
            <p:nvPr/>
          </p:nvSpPr>
          <p:spPr>
            <a:xfrm>
              <a:off x="0" y="0"/>
              <a:ext cx="1666875" cy="1397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sz="800">
                  <a:solidFill>
                    <a:srgbClr val="46566A"/>
                  </a:solidFill>
                  <a:latin typeface="Microsoft YaHei"/>
                  <a:ea typeface="Microsoft YaHei"/>
                  <a:cs typeface="Microsoft YaHei"/>
                  <a:sym typeface="Microsoft YaHei"/>
                </a:defRPr>
              </a:lvl1pPr>
            </a:lstStyle>
            <a:p>
              <a:pPr/>
              <a:r>
                <a:t>完成任务的代理概率</a:t>
              </a:r>
            </a:p>
          </p:txBody>
        </p:sp>
      </p:grpSp>
      <p:sp>
        <p:nvSpPr>
          <p:cNvPr id="1212" name="圆角矩形 1011"/>
          <p:cNvSpPr/>
          <p:nvPr/>
        </p:nvSpPr>
        <p:spPr>
          <a:xfrm>
            <a:off x="6477000" y="1885950"/>
            <a:ext cx="4095750" cy="6096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>
            <a:solidFill>
              <a:srgbClr val="C9DDF1"/>
            </a:solidFill>
          </a:ln>
        </p:spPr>
        <p:txBody>
          <a:bodyPr lIns="45719" rIns="45719"/>
          <a:lstStyle/>
          <a:p>
            <a:pPr/>
          </a:p>
        </p:txBody>
      </p:sp>
      <p:grpSp>
        <p:nvGrpSpPr>
          <p:cNvPr id="1215" name="矩形 1012"/>
          <p:cNvGrpSpPr/>
          <p:nvPr/>
        </p:nvGrpSpPr>
        <p:grpSpPr>
          <a:xfrm>
            <a:off x="6667500" y="2076450"/>
            <a:ext cx="1952625" cy="209550"/>
            <a:chOff x="0" y="0"/>
            <a:chExt cx="1952625" cy="209550"/>
          </a:xfrm>
        </p:grpSpPr>
        <p:sp>
          <p:nvSpPr>
            <p:cNvPr id="1213" name="矩形"/>
            <p:cNvSpPr/>
            <p:nvPr/>
          </p:nvSpPr>
          <p:spPr>
            <a:xfrm>
              <a:off x="0" y="0"/>
              <a:ext cx="1952625" cy="20955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b="1" sz="1100">
                  <a:solidFill>
                    <a:srgbClr val="0052A5"/>
                  </a:solidFill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1214" name="p_structural_failure"/>
            <p:cNvSpPr txBox="1"/>
            <p:nvPr/>
          </p:nvSpPr>
          <p:spPr>
            <a:xfrm>
              <a:off x="0" y="0"/>
              <a:ext cx="1952625" cy="14783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b="1" sz="1100">
                  <a:solidFill>
                    <a:srgbClr val="0052A5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p_structural_failure</a:t>
              </a:r>
            </a:p>
          </p:txBody>
        </p:sp>
      </p:grpSp>
      <p:grpSp>
        <p:nvGrpSpPr>
          <p:cNvPr id="1218" name="矩形 1013"/>
          <p:cNvGrpSpPr/>
          <p:nvPr/>
        </p:nvGrpSpPr>
        <p:grpSpPr>
          <a:xfrm>
            <a:off x="8715375" y="2076450"/>
            <a:ext cx="1666875" cy="209550"/>
            <a:chOff x="0" y="0"/>
            <a:chExt cx="1666875" cy="209550"/>
          </a:xfrm>
        </p:grpSpPr>
        <p:sp>
          <p:nvSpPr>
            <p:cNvPr id="1216" name="矩形"/>
            <p:cNvSpPr/>
            <p:nvPr/>
          </p:nvSpPr>
          <p:spPr>
            <a:xfrm>
              <a:off x="0" y="0"/>
              <a:ext cx="1666875" cy="20955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800">
                  <a:solidFill>
                    <a:srgbClr val="46566A"/>
                  </a:solidFill>
                  <a:latin typeface="Microsoft YaHei"/>
                  <a:ea typeface="Microsoft YaHei"/>
                  <a:cs typeface="Microsoft YaHei"/>
                  <a:sym typeface="Microsoft YaHei"/>
                </a:defRPr>
              </a:pPr>
            </a:p>
          </p:txBody>
        </p:sp>
        <p:sp>
          <p:nvSpPr>
            <p:cNvPr id="1217" name="结构性失败压力"/>
            <p:cNvSpPr txBox="1"/>
            <p:nvPr/>
          </p:nvSpPr>
          <p:spPr>
            <a:xfrm>
              <a:off x="0" y="0"/>
              <a:ext cx="1666875" cy="1397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sz="800">
                  <a:solidFill>
                    <a:srgbClr val="46566A"/>
                  </a:solidFill>
                  <a:latin typeface="Microsoft YaHei"/>
                  <a:ea typeface="Microsoft YaHei"/>
                  <a:cs typeface="Microsoft YaHei"/>
                  <a:sym typeface="Microsoft YaHei"/>
                </a:defRPr>
              </a:lvl1pPr>
            </a:lstStyle>
            <a:p>
              <a:pPr/>
              <a:r>
                <a:t>结构性失败压力</a:t>
              </a:r>
            </a:p>
          </p:txBody>
        </p:sp>
      </p:grpSp>
      <p:sp>
        <p:nvSpPr>
          <p:cNvPr id="1219" name="圆角矩形 1014"/>
          <p:cNvSpPr/>
          <p:nvPr/>
        </p:nvSpPr>
        <p:spPr>
          <a:xfrm>
            <a:off x="6477000" y="2667000"/>
            <a:ext cx="4095750" cy="609600"/>
          </a:xfrm>
          <a:prstGeom prst="roundRect">
            <a:avLst>
              <a:gd name="adj" fmla="val 12500"/>
            </a:avLst>
          </a:prstGeom>
          <a:solidFill>
            <a:srgbClr val="EAF3FF"/>
          </a:solidFill>
          <a:ln>
            <a:solidFill>
              <a:srgbClr val="9DC3E6"/>
            </a:solidFill>
          </a:ln>
        </p:spPr>
        <p:txBody>
          <a:bodyPr lIns="45719" rIns="45719"/>
          <a:lstStyle/>
          <a:p>
            <a:pPr/>
          </a:p>
        </p:txBody>
      </p:sp>
      <p:grpSp>
        <p:nvGrpSpPr>
          <p:cNvPr id="1222" name="矩形 1015"/>
          <p:cNvGrpSpPr/>
          <p:nvPr/>
        </p:nvGrpSpPr>
        <p:grpSpPr>
          <a:xfrm>
            <a:off x="6667500" y="2857500"/>
            <a:ext cx="1952625" cy="209550"/>
            <a:chOff x="0" y="0"/>
            <a:chExt cx="1952625" cy="209550"/>
          </a:xfrm>
        </p:grpSpPr>
        <p:sp>
          <p:nvSpPr>
            <p:cNvPr id="1220" name="矩形"/>
            <p:cNvSpPr/>
            <p:nvPr/>
          </p:nvSpPr>
          <p:spPr>
            <a:xfrm>
              <a:off x="0" y="0"/>
              <a:ext cx="1952625" cy="20955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b="1" sz="1100">
                  <a:solidFill>
                    <a:srgbClr val="0052A5"/>
                  </a:solidFill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1221" name="recovery_margin"/>
            <p:cNvSpPr txBox="1"/>
            <p:nvPr/>
          </p:nvSpPr>
          <p:spPr>
            <a:xfrm>
              <a:off x="0" y="0"/>
              <a:ext cx="1952625" cy="14783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b="1" sz="1100">
                  <a:solidFill>
                    <a:srgbClr val="0052A5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recovery_margin</a:t>
              </a:r>
            </a:p>
          </p:txBody>
        </p:sp>
      </p:grpSp>
      <p:grpSp>
        <p:nvGrpSpPr>
          <p:cNvPr id="1225" name="矩形 1016"/>
          <p:cNvGrpSpPr/>
          <p:nvPr/>
        </p:nvGrpSpPr>
        <p:grpSpPr>
          <a:xfrm>
            <a:off x="8715375" y="2857500"/>
            <a:ext cx="1666875" cy="209550"/>
            <a:chOff x="0" y="0"/>
            <a:chExt cx="1666875" cy="209550"/>
          </a:xfrm>
        </p:grpSpPr>
        <p:sp>
          <p:nvSpPr>
            <p:cNvPr id="1223" name="矩形"/>
            <p:cNvSpPr/>
            <p:nvPr/>
          </p:nvSpPr>
          <p:spPr>
            <a:xfrm>
              <a:off x="0" y="0"/>
              <a:ext cx="1666875" cy="20955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800">
                  <a:solidFill>
                    <a:srgbClr val="46566A"/>
                  </a:solidFill>
                  <a:latin typeface="Microsoft YaHei"/>
                  <a:ea typeface="Microsoft YaHei"/>
                  <a:cs typeface="Microsoft YaHei"/>
                  <a:sym typeface="Microsoft YaHei"/>
                </a:defRPr>
              </a:pPr>
            </a:p>
          </p:txBody>
        </p:sp>
        <p:sp>
          <p:nvSpPr>
            <p:cNvPr id="1224" name="保留前缀继续恢复的余量"/>
            <p:cNvSpPr txBox="1"/>
            <p:nvPr/>
          </p:nvSpPr>
          <p:spPr>
            <a:xfrm>
              <a:off x="0" y="0"/>
              <a:ext cx="1666875" cy="1397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sz="800">
                  <a:solidFill>
                    <a:srgbClr val="46566A"/>
                  </a:solidFill>
                  <a:latin typeface="Microsoft YaHei"/>
                  <a:ea typeface="Microsoft YaHei"/>
                  <a:cs typeface="Microsoft YaHei"/>
                  <a:sym typeface="Microsoft YaHei"/>
                </a:defRPr>
              </a:lvl1pPr>
            </a:lstStyle>
            <a:p>
              <a:pPr/>
              <a:r>
                <a:t>保留前缀继续恢复的余量</a:t>
              </a:r>
            </a:p>
          </p:txBody>
        </p:sp>
      </p:grpSp>
      <p:sp>
        <p:nvSpPr>
          <p:cNvPr id="1226" name="圆角矩形 1017"/>
          <p:cNvSpPr/>
          <p:nvPr/>
        </p:nvSpPr>
        <p:spPr>
          <a:xfrm>
            <a:off x="6477000" y="3448050"/>
            <a:ext cx="4095750" cy="6096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>
            <a:solidFill>
              <a:srgbClr val="C9DDF1"/>
            </a:solidFill>
          </a:ln>
        </p:spPr>
        <p:txBody>
          <a:bodyPr lIns="45719" rIns="45719"/>
          <a:lstStyle/>
          <a:p>
            <a:pPr/>
          </a:p>
        </p:txBody>
      </p:sp>
      <p:grpSp>
        <p:nvGrpSpPr>
          <p:cNvPr id="1229" name="矩形 1018"/>
          <p:cNvGrpSpPr/>
          <p:nvPr/>
        </p:nvGrpSpPr>
        <p:grpSpPr>
          <a:xfrm>
            <a:off x="6667500" y="3638550"/>
            <a:ext cx="1952625" cy="209550"/>
            <a:chOff x="0" y="0"/>
            <a:chExt cx="1952625" cy="209550"/>
          </a:xfrm>
        </p:grpSpPr>
        <p:sp>
          <p:nvSpPr>
            <p:cNvPr id="1227" name="矩形"/>
            <p:cNvSpPr/>
            <p:nvPr/>
          </p:nvSpPr>
          <p:spPr>
            <a:xfrm>
              <a:off x="0" y="0"/>
              <a:ext cx="1952625" cy="20955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b="1" sz="1100">
                  <a:solidFill>
                    <a:srgbClr val="0052A5"/>
                  </a:solidFill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1228" name="expected_remaining_cost"/>
            <p:cNvSpPr txBox="1"/>
            <p:nvPr/>
          </p:nvSpPr>
          <p:spPr>
            <a:xfrm>
              <a:off x="0" y="0"/>
              <a:ext cx="1952625" cy="14783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b="1" sz="1100">
                  <a:solidFill>
                    <a:srgbClr val="0052A5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expected_remaining_cost</a:t>
              </a:r>
            </a:p>
          </p:txBody>
        </p:sp>
      </p:grpSp>
      <p:grpSp>
        <p:nvGrpSpPr>
          <p:cNvPr id="1232" name="矩形 1019"/>
          <p:cNvGrpSpPr/>
          <p:nvPr/>
        </p:nvGrpSpPr>
        <p:grpSpPr>
          <a:xfrm>
            <a:off x="8715375" y="3638550"/>
            <a:ext cx="1666875" cy="209550"/>
            <a:chOff x="0" y="0"/>
            <a:chExt cx="1666875" cy="209550"/>
          </a:xfrm>
        </p:grpSpPr>
        <p:sp>
          <p:nvSpPr>
            <p:cNvPr id="1230" name="矩形"/>
            <p:cNvSpPr/>
            <p:nvPr/>
          </p:nvSpPr>
          <p:spPr>
            <a:xfrm>
              <a:off x="0" y="0"/>
              <a:ext cx="1666875" cy="20955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800">
                  <a:solidFill>
                    <a:srgbClr val="46566A"/>
                  </a:solidFill>
                  <a:latin typeface="Microsoft YaHei"/>
                  <a:ea typeface="Microsoft YaHei"/>
                  <a:cs typeface="Microsoft YaHei"/>
                  <a:sym typeface="Microsoft YaHei"/>
                </a:defRPr>
              </a:pPr>
            </a:p>
          </p:txBody>
        </p:sp>
        <p:sp>
          <p:nvSpPr>
            <p:cNvPr id="1231" name="预期剩余成本"/>
            <p:cNvSpPr txBox="1"/>
            <p:nvPr/>
          </p:nvSpPr>
          <p:spPr>
            <a:xfrm>
              <a:off x="0" y="0"/>
              <a:ext cx="1666875" cy="1397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sz="800">
                  <a:solidFill>
                    <a:srgbClr val="46566A"/>
                  </a:solidFill>
                  <a:latin typeface="Microsoft YaHei"/>
                  <a:ea typeface="Microsoft YaHei"/>
                  <a:cs typeface="Microsoft YaHei"/>
                  <a:sym typeface="Microsoft YaHei"/>
                </a:defRPr>
              </a:lvl1pPr>
            </a:lstStyle>
            <a:p>
              <a:pPr/>
              <a:r>
                <a:t>预期剩余成本</a:t>
              </a:r>
            </a:p>
          </p:txBody>
        </p:sp>
      </p:grpSp>
      <p:sp>
        <p:nvSpPr>
          <p:cNvPr id="1233" name="圆角矩形 1020"/>
          <p:cNvSpPr/>
          <p:nvPr/>
        </p:nvSpPr>
        <p:spPr>
          <a:xfrm>
            <a:off x="6477000" y="4229100"/>
            <a:ext cx="4095750" cy="609600"/>
          </a:xfrm>
          <a:prstGeom prst="roundRect">
            <a:avLst>
              <a:gd name="adj" fmla="val 12500"/>
            </a:avLst>
          </a:prstGeom>
          <a:solidFill>
            <a:srgbClr val="EAF3FF"/>
          </a:solidFill>
          <a:ln>
            <a:solidFill>
              <a:srgbClr val="9DC3E6"/>
            </a:solidFill>
          </a:ln>
        </p:spPr>
        <p:txBody>
          <a:bodyPr lIns="45719" rIns="45719"/>
          <a:lstStyle/>
          <a:p>
            <a:pPr/>
          </a:p>
        </p:txBody>
      </p:sp>
      <p:grpSp>
        <p:nvGrpSpPr>
          <p:cNvPr id="1236" name="矩形 1021"/>
          <p:cNvGrpSpPr/>
          <p:nvPr/>
        </p:nvGrpSpPr>
        <p:grpSpPr>
          <a:xfrm>
            <a:off x="6667500" y="4419600"/>
            <a:ext cx="1952625" cy="209550"/>
            <a:chOff x="0" y="0"/>
            <a:chExt cx="1952625" cy="209550"/>
          </a:xfrm>
        </p:grpSpPr>
        <p:sp>
          <p:nvSpPr>
            <p:cNvPr id="1234" name="矩形"/>
            <p:cNvSpPr/>
            <p:nvPr/>
          </p:nvSpPr>
          <p:spPr>
            <a:xfrm>
              <a:off x="0" y="0"/>
              <a:ext cx="1952625" cy="20955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b="1" sz="1100">
                  <a:solidFill>
                    <a:srgbClr val="0052A5"/>
                  </a:solidFill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1235" name="evidence_sufficiency"/>
            <p:cNvSpPr txBox="1"/>
            <p:nvPr/>
          </p:nvSpPr>
          <p:spPr>
            <a:xfrm>
              <a:off x="0" y="0"/>
              <a:ext cx="1952625" cy="14783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b="1" sz="1100">
                  <a:solidFill>
                    <a:srgbClr val="0052A5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evidence_sufficiency</a:t>
              </a:r>
            </a:p>
          </p:txBody>
        </p:sp>
      </p:grpSp>
      <p:grpSp>
        <p:nvGrpSpPr>
          <p:cNvPr id="1239" name="矩形 1022"/>
          <p:cNvGrpSpPr/>
          <p:nvPr/>
        </p:nvGrpSpPr>
        <p:grpSpPr>
          <a:xfrm>
            <a:off x="8715375" y="4419600"/>
            <a:ext cx="1666875" cy="209550"/>
            <a:chOff x="0" y="0"/>
            <a:chExt cx="1666875" cy="209550"/>
          </a:xfrm>
        </p:grpSpPr>
        <p:sp>
          <p:nvSpPr>
            <p:cNvPr id="1237" name="矩形"/>
            <p:cNvSpPr/>
            <p:nvPr/>
          </p:nvSpPr>
          <p:spPr>
            <a:xfrm>
              <a:off x="0" y="0"/>
              <a:ext cx="1666875" cy="20955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800">
                  <a:solidFill>
                    <a:srgbClr val="46566A"/>
                  </a:solidFill>
                  <a:latin typeface="Microsoft YaHei"/>
                  <a:ea typeface="Microsoft YaHei"/>
                  <a:cs typeface="Microsoft YaHei"/>
                  <a:sym typeface="Microsoft YaHei"/>
                </a:defRPr>
              </a:pPr>
            </a:p>
          </p:txBody>
        </p:sp>
        <p:sp>
          <p:nvSpPr>
            <p:cNvPr id="1238" name="证据是否足以进入高代价步骤"/>
            <p:cNvSpPr txBox="1"/>
            <p:nvPr/>
          </p:nvSpPr>
          <p:spPr>
            <a:xfrm>
              <a:off x="0" y="0"/>
              <a:ext cx="1666875" cy="1397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sz="800">
                  <a:solidFill>
                    <a:srgbClr val="46566A"/>
                  </a:solidFill>
                  <a:latin typeface="Microsoft YaHei"/>
                  <a:ea typeface="Microsoft YaHei"/>
                  <a:cs typeface="Microsoft YaHei"/>
                  <a:sym typeface="Microsoft YaHei"/>
                </a:defRPr>
              </a:lvl1pPr>
            </a:lstStyle>
            <a:p>
              <a:pPr/>
              <a:r>
                <a:t>证据是否足以进入高代价步骤</a:t>
              </a:r>
            </a:p>
          </p:txBody>
        </p:sp>
      </p:grpSp>
      <p:grpSp>
        <p:nvGrpSpPr>
          <p:cNvPr id="1242" name="矩形 1023"/>
          <p:cNvGrpSpPr/>
          <p:nvPr/>
        </p:nvGrpSpPr>
        <p:grpSpPr>
          <a:xfrm>
            <a:off x="1524000" y="5314950"/>
            <a:ext cx="9048750" cy="323850"/>
            <a:chOff x="0" y="0"/>
            <a:chExt cx="9048750" cy="323850"/>
          </a:xfrm>
        </p:grpSpPr>
        <p:sp>
          <p:nvSpPr>
            <p:cNvPr id="1240" name="矩形"/>
            <p:cNvSpPr/>
            <p:nvPr/>
          </p:nvSpPr>
          <p:spPr>
            <a:xfrm>
              <a:off x="0" y="0"/>
              <a:ext cx="9048750" cy="32385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algn="ctr">
                <a:defRPr b="1" sz="1200">
                  <a:solidFill>
                    <a:srgbClr val="082B60"/>
                  </a:solidFill>
                  <a:latin typeface="Microsoft YaHei"/>
                  <a:ea typeface="Microsoft YaHei"/>
                  <a:cs typeface="Microsoft YaHei"/>
                  <a:sym typeface="Microsoft YaHei"/>
                </a:defRPr>
              </a:pPr>
            </a:p>
          </p:txBody>
        </p:sp>
        <p:sp>
          <p:nvSpPr>
            <p:cNvPr id="1241" name="当前实现采用确定性更新规则表：成功提高 s/r，失败提高 f/c，safety block 作为强负证据。"/>
            <p:cNvSpPr txBox="1"/>
            <p:nvPr/>
          </p:nvSpPr>
          <p:spPr>
            <a:xfrm>
              <a:off x="0" y="0"/>
              <a:ext cx="9048750" cy="2159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 algn="ctr">
                <a:defRPr b="1" sz="1200">
                  <a:solidFill>
                    <a:srgbClr val="082B60"/>
                  </a:solidFill>
                  <a:latin typeface="Microsoft YaHei"/>
                  <a:ea typeface="Microsoft YaHei"/>
                  <a:cs typeface="Microsoft YaHei"/>
                  <a:sym typeface="Microsoft YaHei"/>
                </a:defRPr>
              </a:lvl1pPr>
            </a:lstStyle>
            <a:p>
              <a:pPr/>
              <a:r>
                <a:t>当前实现采用确定性更新规则表：成功提高 s/r，失败提高 f/c，safety block 作为强负证据。</a:t>
              </a:r>
            </a:p>
          </p:txBody>
        </p:sp>
      </p:grpSp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4" name="矩形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pic>
        <p:nvPicPr>
          <p:cNvPr id="1245" name="image4.png" descr="image4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09550" y="146513"/>
            <a:ext cx="590550" cy="421349"/>
          </a:xfrm>
          <a:prstGeom prst="rect">
            <a:avLst/>
          </a:prstGeom>
          <a:ln w="12700">
            <a:miter lim="400000"/>
          </a:ln>
        </p:spPr>
      </p:pic>
      <p:pic>
        <p:nvPicPr>
          <p:cNvPr id="1246" name="image5.png" descr="image5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0694365" y="133350"/>
            <a:ext cx="690220" cy="457200"/>
          </a:xfrm>
          <a:prstGeom prst="rect">
            <a:avLst/>
          </a:prstGeom>
          <a:ln w="12700">
            <a:miter lim="400000"/>
          </a:ln>
        </p:spPr>
      </p:pic>
      <p:sp>
        <p:nvSpPr>
          <p:cNvPr id="1247" name="矩形"/>
          <p:cNvSpPr/>
          <p:nvPr/>
        </p:nvSpPr>
        <p:spPr>
          <a:xfrm>
            <a:off x="0" y="714375"/>
            <a:ext cx="12192000" cy="28575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248" name="矩形"/>
          <p:cNvSpPr/>
          <p:nvPr/>
        </p:nvSpPr>
        <p:spPr>
          <a:xfrm>
            <a:off x="0" y="771525"/>
            <a:ext cx="12192000" cy="19050"/>
          </a:xfrm>
          <a:prstGeom prst="rect">
            <a:avLst/>
          </a:prstGeom>
          <a:solidFill>
            <a:srgbClr val="8BC7F7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249" name="矩形"/>
          <p:cNvSpPr/>
          <p:nvPr/>
        </p:nvSpPr>
        <p:spPr>
          <a:xfrm>
            <a:off x="2667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250" name="矩形"/>
          <p:cNvSpPr/>
          <p:nvPr/>
        </p:nvSpPr>
        <p:spPr>
          <a:xfrm>
            <a:off x="4191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251" name="矩形"/>
          <p:cNvSpPr/>
          <p:nvPr/>
        </p:nvSpPr>
        <p:spPr>
          <a:xfrm>
            <a:off x="5715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252" name="矩形"/>
          <p:cNvSpPr/>
          <p:nvPr/>
        </p:nvSpPr>
        <p:spPr>
          <a:xfrm>
            <a:off x="7239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253" name="矩形"/>
          <p:cNvSpPr/>
          <p:nvPr/>
        </p:nvSpPr>
        <p:spPr>
          <a:xfrm>
            <a:off x="8763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254" name="矩形"/>
          <p:cNvSpPr/>
          <p:nvPr/>
        </p:nvSpPr>
        <p:spPr>
          <a:xfrm>
            <a:off x="10287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255" name="矩形"/>
          <p:cNvSpPr/>
          <p:nvPr/>
        </p:nvSpPr>
        <p:spPr>
          <a:xfrm>
            <a:off x="11811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256" name="矩形"/>
          <p:cNvSpPr/>
          <p:nvPr/>
        </p:nvSpPr>
        <p:spPr>
          <a:xfrm>
            <a:off x="13335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257" name="矩形"/>
          <p:cNvSpPr/>
          <p:nvPr/>
        </p:nvSpPr>
        <p:spPr>
          <a:xfrm>
            <a:off x="14859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258" name="矩形"/>
          <p:cNvSpPr/>
          <p:nvPr/>
        </p:nvSpPr>
        <p:spPr>
          <a:xfrm>
            <a:off x="16383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259" name="矩形"/>
          <p:cNvSpPr/>
          <p:nvPr/>
        </p:nvSpPr>
        <p:spPr>
          <a:xfrm>
            <a:off x="17907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260" name="矩形"/>
          <p:cNvSpPr/>
          <p:nvPr/>
        </p:nvSpPr>
        <p:spPr>
          <a:xfrm>
            <a:off x="19431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261" name="矩形"/>
          <p:cNvSpPr/>
          <p:nvPr/>
        </p:nvSpPr>
        <p:spPr>
          <a:xfrm>
            <a:off x="20955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262" name="矩形"/>
          <p:cNvSpPr/>
          <p:nvPr/>
        </p:nvSpPr>
        <p:spPr>
          <a:xfrm>
            <a:off x="22479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263" name="矩形"/>
          <p:cNvSpPr/>
          <p:nvPr/>
        </p:nvSpPr>
        <p:spPr>
          <a:xfrm>
            <a:off x="24003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264" name="矩形"/>
          <p:cNvSpPr/>
          <p:nvPr/>
        </p:nvSpPr>
        <p:spPr>
          <a:xfrm>
            <a:off x="25527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265" name="矩形"/>
          <p:cNvSpPr/>
          <p:nvPr/>
        </p:nvSpPr>
        <p:spPr>
          <a:xfrm>
            <a:off x="27051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266" name="矩形"/>
          <p:cNvSpPr/>
          <p:nvPr/>
        </p:nvSpPr>
        <p:spPr>
          <a:xfrm>
            <a:off x="28575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267" name="矩形"/>
          <p:cNvSpPr/>
          <p:nvPr/>
        </p:nvSpPr>
        <p:spPr>
          <a:xfrm>
            <a:off x="30099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268" name="矩形"/>
          <p:cNvSpPr/>
          <p:nvPr/>
        </p:nvSpPr>
        <p:spPr>
          <a:xfrm>
            <a:off x="31623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269" name="矩形"/>
          <p:cNvSpPr/>
          <p:nvPr/>
        </p:nvSpPr>
        <p:spPr>
          <a:xfrm>
            <a:off x="33147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270" name="矩形"/>
          <p:cNvSpPr/>
          <p:nvPr/>
        </p:nvSpPr>
        <p:spPr>
          <a:xfrm>
            <a:off x="34671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271" name="矩形"/>
          <p:cNvSpPr/>
          <p:nvPr/>
        </p:nvSpPr>
        <p:spPr>
          <a:xfrm>
            <a:off x="36195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272" name="矩形"/>
          <p:cNvSpPr/>
          <p:nvPr/>
        </p:nvSpPr>
        <p:spPr>
          <a:xfrm>
            <a:off x="37719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273" name="矩形"/>
          <p:cNvSpPr/>
          <p:nvPr/>
        </p:nvSpPr>
        <p:spPr>
          <a:xfrm>
            <a:off x="39243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274" name="矩形"/>
          <p:cNvSpPr/>
          <p:nvPr/>
        </p:nvSpPr>
        <p:spPr>
          <a:xfrm>
            <a:off x="40767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275" name="矩形"/>
          <p:cNvSpPr/>
          <p:nvPr/>
        </p:nvSpPr>
        <p:spPr>
          <a:xfrm>
            <a:off x="42291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276" name="矩形"/>
          <p:cNvSpPr/>
          <p:nvPr/>
        </p:nvSpPr>
        <p:spPr>
          <a:xfrm>
            <a:off x="43815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277" name="矩形"/>
          <p:cNvSpPr/>
          <p:nvPr/>
        </p:nvSpPr>
        <p:spPr>
          <a:xfrm>
            <a:off x="45339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278" name="矩形"/>
          <p:cNvSpPr/>
          <p:nvPr/>
        </p:nvSpPr>
        <p:spPr>
          <a:xfrm>
            <a:off x="46863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279" name="矩形"/>
          <p:cNvSpPr/>
          <p:nvPr/>
        </p:nvSpPr>
        <p:spPr>
          <a:xfrm>
            <a:off x="48387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280" name="矩形"/>
          <p:cNvSpPr/>
          <p:nvPr/>
        </p:nvSpPr>
        <p:spPr>
          <a:xfrm>
            <a:off x="49911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281" name="矩形"/>
          <p:cNvSpPr/>
          <p:nvPr/>
        </p:nvSpPr>
        <p:spPr>
          <a:xfrm>
            <a:off x="51435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282" name="矩形"/>
          <p:cNvSpPr/>
          <p:nvPr/>
        </p:nvSpPr>
        <p:spPr>
          <a:xfrm>
            <a:off x="52959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283" name="矩形"/>
          <p:cNvSpPr/>
          <p:nvPr/>
        </p:nvSpPr>
        <p:spPr>
          <a:xfrm>
            <a:off x="54483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284" name="矩形"/>
          <p:cNvSpPr/>
          <p:nvPr/>
        </p:nvSpPr>
        <p:spPr>
          <a:xfrm>
            <a:off x="56007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285" name="矩形"/>
          <p:cNvSpPr/>
          <p:nvPr/>
        </p:nvSpPr>
        <p:spPr>
          <a:xfrm>
            <a:off x="57531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286" name="矩形"/>
          <p:cNvSpPr/>
          <p:nvPr/>
        </p:nvSpPr>
        <p:spPr>
          <a:xfrm>
            <a:off x="59055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287" name="矩形"/>
          <p:cNvSpPr/>
          <p:nvPr/>
        </p:nvSpPr>
        <p:spPr>
          <a:xfrm>
            <a:off x="60579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288" name="矩形"/>
          <p:cNvSpPr/>
          <p:nvPr/>
        </p:nvSpPr>
        <p:spPr>
          <a:xfrm>
            <a:off x="62103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289" name="矩形"/>
          <p:cNvSpPr/>
          <p:nvPr/>
        </p:nvSpPr>
        <p:spPr>
          <a:xfrm>
            <a:off x="63627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290" name="矩形"/>
          <p:cNvSpPr/>
          <p:nvPr/>
        </p:nvSpPr>
        <p:spPr>
          <a:xfrm>
            <a:off x="65151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291" name="矩形"/>
          <p:cNvSpPr/>
          <p:nvPr/>
        </p:nvSpPr>
        <p:spPr>
          <a:xfrm>
            <a:off x="66675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292" name="矩形"/>
          <p:cNvSpPr/>
          <p:nvPr/>
        </p:nvSpPr>
        <p:spPr>
          <a:xfrm>
            <a:off x="68199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293" name="矩形"/>
          <p:cNvSpPr/>
          <p:nvPr/>
        </p:nvSpPr>
        <p:spPr>
          <a:xfrm>
            <a:off x="69723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294" name="矩形"/>
          <p:cNvSpPr/>
          <p:nvPr/>
        </p:nvSpPr>
        <p:spPr>
          <a:xfrm>
            <a:off x="71247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295" name="矩形"/>
          <p:cNvSpPr/>
          <p:nvPr/>
        </p:nvSpPr>
        <p:spPr>
          <a:xfrm>
            <a:off x="72771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296" name="矩形"/>
          <p:cNvSpPr/>
          <p:nvPr/>
        </p:nvSpPr>
        <p:spPr>
          <a:xfrm>
            <a:off x="74295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297" name="矩形"/>
          <p:cNvSpPr/>
          <p:nvPr/>
        </p:nvSpPr>
        <p:spPr>
          <a:xfrm>
            <a:off x="75819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298" name="矩形"/>
          <p:cNvSpPr/>
          <p:nvPr/>
        </p:nvSpPr>
        <p:spPr>
          <a:xfrm>
            <a:off x="77343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299" name="矩形"/>
          <p:cNvSpPr/>
          <p:nvPr/>
        </p:nvSpPr>
        <p:spPr>
          <a:xfrm>
            <a:off x="78867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300" name="矩形"/>
          <p:cNvSpPr/>
          <p:nvPr/>
        </p:nvSpPr>
        <p:spPr>
          <a:xfrm>
            <a:off x="80391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301" name="矩形"/>
          <p:cNvSpPr/>
          <p:nvPr/>
        </p:nvSpPr>
        <p:spPr>
          <a:xfrm>
            <a:off x="81915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302" name="矩形"/>
          <p:cNvSpPr/>
          <p:nvPr/>
        </p:nvSpPr>
        <p:spPr>
          <a:xfrm>
            <a:off x="83439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303" name="矩形"/>
          <p:cNvSpPr/>
          <p:nvPr/>
        </p:nvSpPr>
        <p:spPr>
          <a:xfrm>
            <a:off x="84963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304" name="矩形"/>
          <p:cNvSpPr/>
          <p:nvPr/>
        </p:nvSpPr>
        <p:spPr>
          <a:xfrm>
            <a:off x="86487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305" name="矩形"/>
          <p:cNvSpPr/>
          <p:nvPr/>
        </p:nvSpPr>
        <p:spPr>
          <a:xfrm>
            <a:off x="88011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306" name="矩形"/>
          <p:cNvSpPr/>
          <p:nvPr/>
        </p:nvSpPr>
        <p:spPr>
          <a:xfrm>
            <a:off x="89535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307" name="矩形"/>
          <p:cNvSpPr/>
          <p:nvPr/>
        </p:nvSpPr>
        <p:spPr>
          <a:xfrm>
            <a:off x="91059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308" name="矩形"/>
          <p:cNvSpPr/>
          <p:nvPr/>
        </p:nvSpPr>
        <p:spPr>
          <a:xfrm>
            <a:off x="92583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309" name="矩形"/>
          <p:cNvSpPr/>
          <p:nvPr/>
        </p:nvSpPr>
        <p:spPr>
          <a:xfrm>
            <a:off x="94107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310" name="矩形"/>
          <p:cNvSpPr/>
          <p:nvPr/>
        </p:nvSpPr>
        <p:spPr>
          <a:xfrm>
            <a:off x="95631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311" name="矩形"/>
          <p:cNvSpPr/>
          <p:nvPr/>
        </p:nvSpPr>
        <p:spPr>
          <a:xfrm>
            <a:off x="97155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312" name="矩形"/>
          <p:cNvSpPr/>
          <p:nvPr/>
        </p:nvSpPr>
        <p:spPr>
          <a:xfrm>
            <a:off x="98679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313" name="矩形"/>
          <p:cNvSpPr/>
          <p:nvPr/>
        </p:nvSpPr>
        <p:spPr>
          <a:xfrm>
            <a:off x="100203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314" name="矩形"/>
          <p:cNvSpPr/>
          <p:nvPr/>
        </p:nvSpPr>
        <p:spPr>
          <a:xfrm>
            <a:off x="101727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315" name="矩形"/>
          <p:cNvSpPr/>
          <p:nvPr/>
        </p:nvSpPr>
        <p:spPr>
          <a:xfrm>
            <a:off x="103251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pic>
        <p:nvPicPr>
          <p:cNvPr id="1316" name="image3.png" descr="image3.png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400050" y="6535384"/>
            <a:ext cx="2000250" cy="197559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1319" name="矩形 982"/>
          <p:cNvGrpSpPr/>
          <p:nvPr/>
        </p:nvGrpSpPr>
        <p:grpSpPr>
          <a:xfrm>
            <a:off x="1000125" y="200025"/>
            <a:ext cx="7239000" cy="457200"/>
            <a:chOff x="0" y="0"/>
            <a:chExt cx="7239000" cy="457200"/>
          </a:xfrm>
        </p:grpSpPr>
        <p:sp>
          <p:nvSpPr>
            <p:cNvPr id="1317" name="矩形"/>
            <p:cNvSpPr/>
            <p:nvPr/>
          </p:nvSpPr>
          <p:spPr>
            <a:xfrm>
              <a:off x="0" y="0"/>
              <a:ext cx="7239000" cy="4572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b="1" sz="2200">
                  <a:solidFill>
                    <a:srgbClr val="0052A5"/>
                  </a:solidFill>
                  <a:latin typeface="Microsoft YaHei"/>
                  <a:ea typeface="Microsoft YaHei"/>
                  <a:cs typeface="Microsoft YaHei"/>
                  <a:sym typeface="Microsoft YaHei"/>
                </a:defRPr>
              </a:pPr>
            </a:p>
          </p:txBody>
        </p:sp>
        <p:sp>
          <p:nvSpPr>
            <p:cNvPr id="1318" name="动态决策：重排候选并选择恢复动作"/>
            <p:cNvSpPr txBox="1"/>
            <p:nvPr/>
          </p:nvSpPr>
          <p:spPr>
            <a:xfrm>
              <a:off x="0" y="38100"/>
              <a:ext cx="7239000" cy="3810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>
                <a:defRPr b="1" sz="2200">
                  <a:solidFill>
                    <a:srgbClr val="0052A5"/>
                  </a:solidFill>
                  <a:latin typeface="Microsoft YaHei"/>
                  <a:ea typeface="Microsoft YaHei"/>
                  <a:cs typeface="Microsoft YaHei"/>
                  <a:sym typeface="Microsoft YaHei"/>
                </a:defRPr>
              </a:lvl1pPr>
            </a:lstStyle>
            <a:p>
              <a:pPr/>
              <a:r>
                <a:t>动态决策：重排候选并选择恢复动作</a:t>
              </a:r>
            </a:p>
          </p:txBody>
        </p:sp>
      </p:grpSp>
      <p:grpSp>
        <p:nvGrpSpPr>
          <p:cNvPr id="1322" name="矩形 983"/>
          <p:cNvGrpSpPr/>
          <p:nvPr/>
        </p:nvGrpSpPr>
        <p:grpSpPr>
          <a:xfrm>
            <a:off x="8667750" y="228600"/>
            <a:ext cx="1428750" cy="209550"/>
            <a:chOff x="0" y="0"/>
            <a:chExt cx="1428750" cy="209550"/>
          </a:xfrm>
        </p:grpSpPr>
        <p:sp>
          <p:nvSpPr>
            <p:cNvPr id="1320" name="矩形"/>
            <p:cNvSpPr/>
            <p:nvPr/>
          </p:nvSpPr>
          <p:spPr>
            <a:xfrm>
              <a:off x="0" y="0"/>
              <a:ext cx="1428750" cy="20955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b="1" sz="700">
                  <a:solidFill>
                    <a:srgbClr val="6B7280"/>
                  </a:solidFill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1321" name="DECISION"/>
            <p:cNvSpPr txBox="1"/>
            <p:nvPr/>
          </p:nvSpPr>
          <p:spPr>
            <a:xfrm>
              <a:off x="0" y="41274"/>
              <a:ext cx="1428750" cy="1270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>
                <a:defRPr b="1" sz="700">
                  <a:solidFill>
                    <a:srgbClr val="6B728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DECISION</a:t>
              </a:r>
            </a:p>
          </p:txBody>
        </p:sp>
      </p:grpSp>
      <p:grpSp>
        <p:nvGrpSpPr>
          <p:cNvPr id="1325" name="矩形 984"/>
          <p:cNvGrpSpPr/>
          <p:nvPr/>
        </p:nvGrpSpPr>
        <p:grpSpPr>
          <a:xfrm>
            <a:off x="11696700" y="6419850"/>
            <a:ext cx="323850" cy="266700"/>
            <a:chOff x="0" y="0"/>
            <a:chExt cx="323850" cy="266700"/>
          </a:xfrm>
        </p:grpSpPr>
        <p:sp>
          <p:nvSpPr>
            <p:cNvPr id="1323" name="矩形"/>
            <p:cNvSpPr/>
            <p:nvPr/>
          </p:nvSpPr>
          <p:spPr>
            <a:xfrm>
              <a:off x="0" y="0"/>
              <a:ext cx="323850" cy="2667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algn="ctr">
                <a:defRPr b="1" sz="1300">
                  <a:solidFill>
                    <a:srgbClr val="8A8A8A"/>
                  </a:solidFill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1324" name="10"/>
            <p:cNvSpPr txBox="1"/>
            <p:nvPr/>
          </p:nvSpPr>
          <p:spPr>
            <a:xfrm>
              <a:off x="0" y="0"/>
              <a:ext cx="323850" cy="18509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 algn="ctr">
                <a:defRPr b="1" sz="1300">
                  <a:solidFill>
                    <a:srgbClr val="8A8A8A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10</a:t>
              </a:r>
            </a:p>
          </p:txBody>
        </p:sp>
      </p:grpSp>
      <p:sp>
        <p:nvSpPr>
          <p:cNvPr id="1326" name="圆角矩形 985"/>
          <p:cNvSpPr/>
          <p:nvPr/>
        </p:nvSpPr>
        <p:spPr>
          <a:xfrm>
            <a:off x="838200" y="1143000"/>
            <a:ext cx="4762500" cy="1104900"/>
          </a:xfrm>
          <a:prstGeom prst="roundRect">
            <a:avLst>
              <a:gd name="adj" fmla="val 6897"/>
            </a:avLst>
          </a:prstGeom>
          <a:solidFill>
            <a:srgbClr val="EAF3FF"/>
          </a:solidFill>
          <a:ln>
            <a:solidFill>
              <a:srgbClr val="9DC3E6"/>
            </a:solidFill>
          </a:ln>
        </p:spPr>
        <p:txBody>
          <a:bodyPr lIns="45719" rIns="45719"/>
          <a:lstStyle/>
          <a:p>
            <a:pPr/>
          </a:p>
        </p:txBody>
      </p:sp>
      <p:grpSp>
        <p:nvGrpSpPr>
          <p:cNvPr id="1329" name="矩形 986"/>
          <p:cNvGrpSpPr/>
          <p:nvPr/>
        </p:nvGrpSpPr>
        <p:grpSpPr>
          <a:xfrm>
            <a:off x="1009650" y="1276350"/>
            <a:ext cx="4419600" cy="228600"/>
            <a:chOff x="0" y="0"/>
            <a:chExt cx="4419600" cy="228600"/>
          </a:xfrm>
        </p:grpSpPr>
        <p:sp>
          <p:nvSpPr>
            <p:cNvPr id="1327" name="矩形"/>
            <p:cNvSpPr/>
            <p:nvPr/>
          </p:nvSpPr>
          <p:spPr>
            <a:xfrm>
              <a:off x="0" y="0"/>
              <a:ext cx="4419600" cy="2286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b="1" sz="1300">
                  <a:solidFill>
                    <a:srgbClr val="0052A5"/>
                  </a:solidFill>
                  <a:latin typeface="Microsoft YaHei"/>
                  <a:ea typeface="Microsoft YaHei"/>
                  <a:cs typeface="Microsoft YaHei"/>
                  <a:sym typeface="Microsoft YaHei"/>
                </a:defRPr>
              </a:pPr>
            </a:p>
          </p:txBody>
        </p:sp>
        <p:sp>
          <p:nvSpPr>
            <p:cNvPr id="1328" name="候选重排"/>
            <p:cNvSpPr txBox="1"/>
            <p:nvPr/>
          </p:nvSpPr>
          <p:spPr>
            <a:xfrm>
              <a:off x="0" y="0"/>
              <a:ext cx="4419600" cy="2286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b="1" sz="1300">
                  <a:solidFill>
                    <a:srgbClr val="0052A5"/>
                  </a:solidFill>
                  <a:latin typeface="Microsoft YaHei"/>
                  <a:ea typeface="Microsoft YaHei"/>
                  <a:cs typeface="Microsoft YaHei"/>
                  <a:sym typeface="Microsoft YaHei"/>
                </a:defRPr>
              </a:lvl1pPr>
            </a:lstStyle>
            <a:p>
              <a:pPr/>
              <a:r>
                <a:t>候选重排</a:t>
              </a:r>
            </a:p>
          </p:txBody>
        </p:sp>
      </p:grpSp>
      <p:grpSp>
        <p:nvGrpSpPr>
          <p:cNvPr id="1332" name="矩形 987"/>
          <p:cNvGrpSpPr/>
          <p:nvPr/>
        </p:nvGrpSpPr>
        <p:grpSpPr>
          <a:xfrm>
            <a:off x="1009650" y="1581150"/>
            <a:ext cx="4419600" cy="590550"/>
            <a:chOff x="0" y="0"/>
            <a:chExt cx="4419600" cy="590550"/>
          </a:xfrm>
        </p:grpSpPr>
        <p:sp>
          <p:nvSpPr>
            <p:cNvPr id="1330" name="矩形"/>
            <p:cNvSpPr/>
            <p:nvPr/>
          </p:nvSpPr>
          <p:spPr>
            <a:xfrm>
              <a:off x="0" y="0"/>
              <a:ext cx="4419600" cy="59055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1100">
                  <a:solidFill>
                    <a:srgbClr val="46566A"/>
                  </a:solidFill>
                  <a:latin typeface="Microsoft YaHei"/>
                  <a:ea typeface="Microsoft YaHei"/>
                  <a:cs typeface="Microsoft YaHei"/>
                  <a:sym typeface="Microsoft YaHei"/>
                </a:defRPr>
              </a:pPr>
            </a:p>
          </p:txBody>
        </p:sp>
        <p:sp>
          <p:nvSpPr>
            <p:cNvPr id="1331" name="U_pi = clip(S_post + Delta, 0, 1)…"/>
            <p:cNvSpPr txBox="1"/>
            <p:nvPr/>
          </p:nvSpPr>
          <p:spPr>
            <a:xfrm>
              <a:off x="0" y="0"/>
              <a:ext cx="4419600" cy="5715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/>
            <a:p>
              <a:pPr>
                <a:defRPr sz="1100">
                  <a:solidFill>
                    <a:srgbClr val="46566A"/>
                  </a:solidFill>
                  <a:latin typeface="Microsoft YaHei"/>
                  <a:ea typeface="Microsoft YaHei"/>
                  <a:cs typeface="Microsoft YaHei"/>
                  <a:sym typeface="Microsoft YaHei"/>
                </a:defRPr>
              </a:pPr>
              <a:r>
                <a:t>U_pi = clip(S_post + Delta, 0, 1)</a:t>
              </a:r>
            </a:p>
            <a:p>
              <a:pPr>
                <a:defRPr sz="1100">
                  <a:solidFill>
                    <a:srgbClr val="46566A"/>
                  </a:solidFill>
                  <a:latin typeface="Microsoft YaHei"/>
                  <a:ea typeface="Microsoft YaHei"/>
                  <a:cs typeface="Microsoft YaHei"/>
                  <a:sym typeface="Microsoft YaHei"/>
                </a:defRPr>
              </a:pPr>
              <a:r>
                <a:t>Delta 是有界运行时修正，</a:t>
              </a:r>
            </a:p>
            <a:p>
              <a:pPr>
                <a:defRPr sz="1100">
                  <a:solidFill>
                    <a:srgbClr val="46566A"/>
                  </a:solidFill>
                  <a:latin typeface="Microsoft YaHei"/>
                  <a:ea typeface="Microsoft YaHei"/>
                  <a:cs typeface="Microsoft YaHei"/>
                  <a:sym typeface="Microsoft YaHei"/>
                </a:defRPr>
              </a:pPr>
              <a:r>
                <a:t>只作用于已通过硬过滤的候选。</a:t>
              </a:r>
            </a:p>
          </p:txBody>
        </p:sp>
      </p:grpSp>
      <p:sp>
        <p:nvSpPr>
          <p:cNvPr id="1333" name="圆角矩形 988"/>
          <p:cNvSpPr/>
          <p:nvPr/>
        </p:nvSpPr>
        <p:spPr>
          <a:xfrm>
            <a:off x="6591300" y="1143000"/>
            <a:ext cx="3905250" cy="1104900"/>
          </a:xfrm>
          <a:prstGeom prst="roundRect">
            <a:avLst>
              <a:gd name="adj" fmla="val 6897"/>
            </a:avLst>
          </a:prstGeom>
          <a:solidFill>
            <a:srgbClr val="F5F9FE"/>
          </a:solidFill>
          <a:ln>
            <a:solidFill>
              <a:srgbClr val="C9DDF1"/>
            </a:solidFill>
          </a:ln>
        </p:spPr>
        <p:txBody>
          <a:bodyPr lIns="45719" rIns="45719"/>
          <a:lstStyle/>
          <a:p>
            <a:pPr/>
          </a:p>
        </p:txBody>
      </p:sp>
      <p:grpSp>
        <p:nvGrpSpPr>
          <p:cNvPr id="1336" name="矩形 989"/>
          <p:cNvGrpSpPr/>
          <p:nvPr/>
        </p:nvGrpSpPr>
        <p:grpSpPr>
          <a:xfrm>
            <a:off x="6762750" y="1276350"/>
            <a:ext cx="3562350" cy="228600"/>
            <a:chOff x="0" y="0"/>
            <a:chExt cx="3562350" cy="228600"/>
          </a:xfrm>
        </p:grpSpPr>
        <p:sp>
          <p:nvSpPr>
            <p:cNvPr id="1334" name="矩形"/>
            <p:cNvSpPr/>
            <p:nvPr/>
          </p:nvSpPr>
          <p:spPr>
            <a:xfrm>
              <a:off x="0" y="0"/>
              <a:ext cx="3562350" cy="2286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b="1" sz="1300">
                  <a:solidFill>
                    <a:srgbClr val="0052A5"/>
                  </a:solidFill>
                  <a:latin typeface="Microsoft YaHei"/>
                  <a:ea typeface="Microsoft YaHei"/>
                  <a:cs typeface="Microsoft YaHei"/>
                  <a:sym typeface="Microsoft YaHei"/>
                </a:defRPr>
              </a:pPr>
            </a:p>
          </p:txBody>
        </p:sp>
        <p:sp>
          <p:nvSpPr>
            <p:cNvPr id="1335" name="动作选择"/>
            <p:cNvSpPr txBox="1"/>
            <p:nvPr/>
          </p:nvSpPr>
          <p:spPr>
            <a:xfrm>
              <a:off x="0" y="0"/>
              <a:ext cx="3562350" cy="2286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b="1" sz="1300">
                  <a:solidFill>
                    <a:srgbClr val="0052A5"/>
                  </a:solidFill>
                  <a:latin typeface="Microsoft YaHei"/>
                  <a:ea typeface="Microsoft YaHei"/>
                  <a:cs typeface="Microsoft YaHei"/>
                  <a:sym typeface="Microsoft YaHei"/>
                </a:defRPr>
              </a:lvl1pPr>
            </a:lstStyle>
            <a:p>
              <a:pPr/>
              <a:r>
                <a:t>动作选择</a:t>
              </a:r>
            </a:p>
          </p:txBody>
        </p:sp>
      </p:grpSp>
      <p:grpSp>
        <p:nvGrpSpPr>
          <p:cNvPr id="1339" name="矩形 990"/>
          <p:cNvGrpSpPr/>
          <p:nvPr/>
        </p:nvGrpSpPr>
        <p:grpSpPr>
          <a:xfrm>
            <a:off x="6762750" y="1581150"/>
            <a:ext cx="3562350" cy="590550"/>
            <a:chOff x="0" y="0"/>
            <a:chExt cx="3562350" cy="590550"/>
          </a:xfrm>
        </p:grpSpPr>
        <p:sp>
          <p:nvSpPr>
            <p:cNvPr id="1337" name="矩形"/>
            <p:cNvSpPr/>
            <p:nvPr/>
          </p:nvSpPr>
          <p:spPr>
            <a:xfrm>
              <a:off x="0" y="0"/>
              <a:ext cx="3562350" cy="59055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1100">
                  <a:solidFill>
                    <a:srgbClr val="46566A"/>
                  </a:solidFill>
                  <a:latin typeface="Microsoft YaHei"/>
                  <a:ea typeface="Microsoft YaHei"/>
                  <a:cs typeface="Microsoft YaHei"/>
                  <a:sym typeface="Microsoft YaHei"/>
                </a:defRPr>
              </a:pPr>
            </a:p>
          </p:txBody>
        </p:sp>
        <p:sp>
          <p:nvSpPr>
            <p:cNvPr id="1338" name="ActionUtility 根据状态、预算、…"/>
            <p:cNvSpPr txBox="1"/>
            <p:nvPr/>
          </p:nvSpPr>
          <p:spPr>
            <a:xfrm>
              <a:off x="0" y="0"/>
              <a:ext cx="3562350" cy="4064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/>
            <a:p>
              <a:pPr>
                <a:defRPr sz="1100">
                  <a:solidFill>
                    <a:srgbClr val="46566A"/>
                  </a:solidFill>
                  <a:latin typeface="Microsoft YaHei"/>
                  <a:ea typeface="Microsoft YaHei"/>
                  <a:cs typeface="Microsoft YaHei"/>
                  <a:sym typeface="Microsoft YaHei"/>
                </a:defRPr>
              </a:pPr>
              <a:r>
                <a:t>ActionUtility 根据状态、预算、</a:t>
              </a:r>
            </a:p>
            <a:p>
              <a:pPr>
                <a:defRPr sz="1100">
                  <a:solidFill>
                    <a:srgbClr val="46566A"/>
                  </a:solidFill>
                  <a:latin typeface="Microsoft YaHei"/>
                  <a:ea typeface="Microsoft YaHei"/>
                  <a:cs typeface="Microsoft YaHei"/>
                  <a:sym typeface="Microsoft YaHei"/>
                </a:defRPr>
              </a:pPr>
              <a:r>
                <a:t>恢复余量和候选形状选择下一步动作。</a:t>
              </a:r>
            </a:p>
          </p:txBody>
        </p:sp>
      </p:grpSp>
      <p:sp>
        <p:nvSpPr>
          <p:cNvPr id="1340" name="圆角矩形 991"/>
          <p:cNvSpPr/>
          <p:nvPr/>
        </p:nvSpPr>
        <p:spPr>
          <a:xfrm>
            <a:off x="876300" y="2952750"/>
            <a:ext cx="2190750" cy="1200150"/>
          </a:xfrm>
          <a:prstGeom prst="roundRect">
            <a:avLst>
              <a:gd name="adj" fmla="val 6349"/>
            </a:avLst>
          </a:prstGeom>
          <a:solidFill>
            <a:srgbClr val="FFFFFF"/>
          </a:solidFill>
          <a:ln>
            <a:solidFill>
              <a:srgbClr val="2F9D68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341" name="矩形 992"/>
          <p:cNvSpPr/>
          <p:nvPr/>
        </p:nvSpPr>
        <p:spPr>
          <a:xfrm>
            <a:off x="876300" y="2952750"/>
            <a:ext cx="57150" cy="1200150"/>
          </a:xfrm>
          <a:prstGeom prst="rect">
            <a:avLst/>
          </a:prstGeom>
          <a:solidFill>
            <a:srgbClr val="2F9D68"/>
          </a:solidFill>
          <a:ln w="3175">
            <a:solidFill>
              <a:srgbClr val="2F9D68"/>
            </a:solidFill>
          </a:ln>
        </p:spPr>
        <p:txBody>
          <a:bodyPr lIns="45719" rIns="45719"/>
          <a:lstStyle/>
          <a:p>
            <a:pPr/>
          </a:p>
        </p:txBody>
      </p:sp>
      <p:grpSp>
        <p:nvGrpSpPr>
          <p:cNvPr id="1344" name="矩形 993"/>
          <p:cNvGrpSpPr/>
          <p:nvPr/>
        </p:nvGrpSpPr>
        <p:grpSpPr>
          <a:xfrm>
            <a:off x="1047750" y="3086100"/>
            <a:ext cx="1847850" cy="228600"/>
            <a:chOff x="0" y="0"/>
            <a:chExt cx="1847850" cy="228600"/>
          </a:xfrm>
        </p:grpSpPr>
        <p:sp>
          <p:nvSpPr>
            <p:cNvPr id="1342" name="矩形"/>
            <p:cNvSpPr/>
            <p:nvPr/>
          </p:nvSpPr>
          <p:spPr>
            <a:xfrm>
              <a:off x="0" y="0"/>
              <a:ext cx="1847850" cy="2286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b="1" sz="1300">
                  <a:solidFill>
                    <a:srgbClr val="2F9D68"/>
                  </a:solidFill>
                  <a:latin typeface="Microsoft YaHei"/>
                  <a:ea typeface="Microsoft YaHei"/>
                  <a:cs typeface="Microsoft YaHei"/>
                  <a:sym typeface="Microsoft YaHei"/>
                </a:defRPr>
              </a:pPr>
            </a:p>
          </p:txBody>
        </p:sp>
        <p:sp>
          <p:nvSpPr>
            <p:cNvPr id="1343" name="continue"/>
            <p:cNvSpPr txBox="1"/>
            <p:nvPr/>
          </p:nvSpPr>
          <p:spPr>
            <a:xfrm>
              <a:off x="0" y="0"/>
              <a:ext cx="1847850" cy="2032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b="1" sz="1300">
                  <a:solidFill>
                    <a:srgbClr val="2F9D68"/>
                  </a:solidFill>
                  <a:latin typeface="Microsoft YaHei"/>
                  <a:ea typeface="Microsoft YaHei"/>
                  <a:cs typeface="Microsoft YaHei"/>
                  <a:sym typeface="Microsoft YaHei"/>
                </a:defRPr>
              </a:lvl1pPr>
            </a:lstStyle>
            <a:p>
              <a:pPr/>
              <a:r>
                <a:t>continue</a:t>
              </a:r>
            </a:p>
          </p:txBody>
        </p:sp>
      </p:grpSp>
      <p:grpSp>
        <p:nvGrpSpPr>
          <p:cNvPr id="1347" name="矩形 994"/>
          <p:cNvGrpSpPr/>
          <p:nvPr/>
        </p:nvGrpSpPr>
        <p:grpSpPr>
          <a:xfrm>
            <a:off x="1047750" y="3390900"/>
            <a:ext cx="1847850" cy="685800"/>
            <a:chOff x="0" y="0"/>
            <a:chExt cx="1847850" cy="685800"/>
          </a:xfrm>
        </p:grpSpPr>
        <p:sp>
          <p:nvSpPr>
            <p:cNvPr id="1345" name="矩形"/>
            <p:cNvSpPr/>
            <p:nvPr/>
          </p:nvSpPr>
          <p:spPr>
            <a:xfrm>
              <a:off x="0" y="0"/>
              <a:ext cx="1847850" cy="6858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1000">
                  <a:solidFill>
                    <a:srgbClr val="46566A"/>
                  </a:solidFill>
                  <a:latin typeface="Microsoft YaHei"/>
                  <a:ea typeface="Microsoft YaHei"/>
                  <a:cs typeface="Microsoft YaHei"/>
                  <a:sym typeface="Microsoft YaHei"/>
                </a:defRPr>
              </a:pPr>
            </a:p>
          </p:txBody>
        </p:sp>
        <p:sp>
          <p:nvSpPr>
            <p:cNvPr id="1346" name="成功概率和证据充分度尚可"/>
            <p:cNvSpPr txBox="1"/>
            <p:nvPr/>
          </p:nvSpPr>
          <p:spPr>
            <a:xfrm>
              <a:off x="0" y="0"/>
              <a:ext cx="1847850" cy="1778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sz="1000">
                  <a:solidFill>
                    <a:srgbClr val="46566A"/>
                  </a:solidFill>
                  <a:latin typeface="Microsoft YaHei"/>
                  <a:ea typeface="Microsoft YaHei"/>
                  <a:cs typeface="Microsoft YaHei"/>
                  <a:sym typeface="Microsoft YaHei"/>
                </a:defRPr>
              </a:lvl1pPr>
            </a:lstStyle>
            <a:p>
              <a:pPr/>
              <a:r>
                <a:t>成功概率和证据充分度尚可</a:t>
              </a:r>
            </a:p>
          </p:txBody>
        </p:sp>
      </p:grpSp>
      <p:sp>
        <p:nvSpPr>
          <p:cNvPr id="1348" name="圆角矩形 995"/>
          <p:cNvSpPr/>
          <p:nvPr/>
        </p:nvSpPr>
        <p:spPr>
          <a:xfrm>
            <a:off x="3590925" y="2952750"/>
            <a:ext cx="2190750" cy="1200150"/>
          </a:xfrm>
          <a:prstGeom prst="roundRect">
            <a:avLst>
              <a:gd name="adj" fmla="val 6349"/>
            </a:avLst>
          </a:prstGeom>
          <a:solidFill>
            <a:srgbClr val="FFFFFF"/>
          </a:solidFill>
          <a:ln>
            <a:solidFill>
              <a:srgbClr val="D9A12A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349" name="矩形 996"/>
          <p:cNvSpPr/>
          <p:nvPr/>
        </p:nvSpPr>
        <p:spPr>
          <a:xfrm>
            <a:off x="3590925" y="2952750"/>
            <a:ext cx="57150" cy="1200150"/>
          </a:xfrm>
          <a:prstGeom prst="rect">
            <a:avLst/>
          </a:prstGeom>
          <a:solidFill>
            <a:srgbClr val="D9A12A"/>
          </a:solidFill>
          <a:ln w="3175">
            <a:solidFill>
              <a:srgbClr val="D9A12A"/>
            </a:solidFill>
          </a:ln>
        </p:spPr>
        <p:txBody>
          <a:bodyPr lIns="45719" rIns="45719"/>
          <a:lstStyle/>
          <a:p>
            <a:pPr/>
          </a:p>
        </p:txBody>
      </p:sp>
      <p:grpSp>
        <p:nvGrpSpPr>
          <p:cNvPr id="1352" name="矩形 997"/>
          <p:cNvGrpSpPr/>
          <p:nvPr/>
        </p:nvGrpSpPr>
        <p:grpSpPr>
          <a:xfrm>
            <a:off x="3762375" y="3086100"/>
            <a:ext cx="1847850" cy="228600"/>
            <a:chOff x="0" y="0"/>
            <a:chExt cx="1847850" cy="228600"/>
          </a:xfrm>
        </p:grpSpPr>
        <p:sp>
          <p:nvSpPr>
            <p:cNvPr id="1350" name="矩形"/>
            <p:cNvSpPr/>
            <p:nvPr/>
          </p:nvSpPr>
          <p:spPr>
            <a:xfrm>
              <a:off x="0" y="0"/>
              <a:ext cx="1847850" cy="2286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b="1" sz="1300">
                  <a:solidFill>
                    <a:srgbClr val="D9A12A"/>
                  </a:solidFill>
                  <a:latin typeface="Microsoft YaHei"/>
                  <a:ea typeface="Microsoft YaHei"/>
                  <a:cs typeface="Microsoft YaHei"/>
                  <a:sym typeface="Microsoft YaHei"/>
                </a:defRPr>
              </a:pPr>
            </a:p>
          </p:txBody>
        </p:sp>
        <p:sp>
          <p:nvSpPr>
            <p:cNvPr id="1351" name="patch_local"/>
            <p:cNvSpPr txBox="1"/>
            <p:nvPr/>
          </p:nvSpPr>
          <p:spPr>
            <a:xfrm>
              <a:off x="0" y="0"/>
              <a:ext cx="1847850" cy="2032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b="1" sz="1300">
                  <a:solidFill>
                    <a:srgbClr val="D9A12A"/>
                  </a:solidFill>
                  <a:latin typeface="Microsoft YaHei"/>
                  <a:ea typeface="Microsoft YaHei"/>
                  <a:cs typeface="Microsoft YaHei"/>
                  <a:sym typeface="Microsoft YaHei"/>
                </a:defRPr>
              </a:lvl1pPr>
            </a:lstStyle>
            <a:p>
              <a:pPr/>
              <a:r>
                <a:t>patch_local</a:t>
              </a:r>
            </a:p>
          </p:txBody>
        </p:sp>
      </p:grpSp>
      <p:grpSp>
        <p:nvGrpSpPr>
          <p:cNvPr id="1355" name="矩形 998"/>
          <p:cNvGrpSpPr/>
          <p:nvPr/>
        </p:nvGrpSpPr>
        <p:grpSpPr>
          <a:xfrm>
            <a:off x="3762375" y="3390900"/>
            <a:ext cx="1847850" cy="685800"/>
            <a:chOff x="0" y="0"/>
            <a:chExt cx="1847850" cy="685800"/>
          </a:xfrm>
        </p:grpSpPr>
        <p:sp>
          <p:nvSpPr>
            <p:cNvPr id="1353" name="矩形"/>
            <p:cNvSpPr/>
            <p:nvPr/>
          </p:nvSpPr>
          <p:spPr>
            <a:xfrm>
              <a:off x="0" y="0"/>
              <a:ext cx="1847850" cy="6858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1000">
                  <a:solidFill>
                    <a:srgbClr val="46566A"/>
                  </a:solidFill>
                  <a:latin typeface="Microsoft YaHei"/>
                  <a:ea typeface="Microsoft YaHei"/>
                  <a:cs typeface="Microsoft YaHei"/>
                  <a:sym typeface="Microsoft YaHei"/>
                </a:defRPr>
              </a:pPr>
            </a:p>
          </p:txBody>
        </p:sp>
        <p:sp>
          <p:nvSpPr>
            <p:cNvPr id="1354" name="故障局部化，恢复余量足"/>
            <p:cNvSpPr txBox="1"/>
            <p:nvPr/>
          </p:nvSpPr>
          <p:spPr>
            <a:xfrm>
              <a:off x="0" y="0"/>
              <a:ext cx="1847850" cy="1778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sz="1000">
                  <a:solidFill>
                    <a:srgbClr val="46566A"/>
                  </a:solidFill>
                  <a:latin typeface="Microsoft YaHei"/>
                  <a:ea typeface="Microsoft YaHei"/>
                  <a:cs typeface="Microsoft YaHei"/>
                  <a:sym typeface="Microsoft YaHei"/>
                </a:defRPr>
              </a:lvl1pPr>
            </a:lstStyle>
            <a:p>
              <a:pPr/>
              <a:r>
                <a:t>故障局部化，恢复余量足</a:t>
              </a:r>
            </a:p>
          </p:txBody>
        </p:sp>
      </p:grpSp>
      <p:sp>
        <p:nvSpPr>
          <p:cNvPr id="1356" name="圆角矩形 999"/>
          <p:cNvSpPr/>
          <p:nvPr/>
        </p:nvSpPr>
        <p:spPr>
          <a:xfrm>
            <a:off x="6305550" y="2952750"/>
            <a:ext cx="2190750" cy="1200150"/>
          </a:xfrm>
          <a:prstGeom prst="roundRect">
            <a:avLst>
              <a:gd name="adj" fmla="val 6349"/>
            </a:avLst>
          </a:prstGeom>
          <a:solidFill>
            <a:srgbClr val="FFFFFF"/>
          </a:solidFill>
          <a:ln>
            <a:solidFill>
              <a:srgbClr val="0052A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357" name="矩形 1000"/>
          <p:cNvSpPr/>
          <p:nvPr/>
        </p:nvSpPr>
        <p:spPr>
          <a:xfrm>
            <a:off x="6305550" y="2952750"/>
            <a:ext cx="57150" cy="1200150"/>
          </a:xfrm>
          <a:prstGeom prst="rect">
            <a:avLst/>
          </a:prstGeom>
          <a:solidFill>
            <a:srgbClr val="0052A5"/>
          </a:solidFill>
          <a:ln w="3175">
            <a:solidFill>
              <a:srgbClr val="0052A5"/>
            </a:solidFill>
          </a:ln>
        </p:spPr>
        <p:txBody>
          <a:bodyPr lIns="45719" rIns="45719"/>
          <a:lstStyle/>
          <a:p>
            <a:pPr/>
          </a:p>
        </p:txBody>
      </p:sp>
      <p:grpSp>
        <p:nvGrpSpPr>
          <p:cNvPr id="1360" name="矩形 1001"/>
          <p:cNvGrpSpPr/>
          <p:nvPr/>
        </p:nvGrpSpPr>
        <p:grpSpPr>
          <a:xfrm>
            <a:off x="6477000" y="3086100"/>
            <a:ext cx="1847850" cy="228600"/>
            <a:chOff x="0" y="0"/>
            <a:chExt cx="1847850" cy="228600"/>
          </a:xfrm>
        </p:grpSpPr>
        <p:sp>
          <p:nvSpPr>
            <p:cNvPr id="1358" name="矩形"/>
            <p:cNvSpPr/>
            <p:nvPr/>
          </p:nvSpPr>
          <p:spPr>
            <a:xfrm>
              <a:off x="0" y="0"/>
              <a:ext cx="1847850" cy="2286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b="1" sz="1300">
                  <a:solidFill>
                    <a:srgbClr val="0052A5"/>
                  </a:solidFill>
                  <a:latin typeface="Microsoft YaHei"/>
                  <a:ea typeface="Microsoft YaHei"/>
                  <a:cs typeface="Microsoft YaHei"/>
                  <a:sym typeface="Microsoft YaHei"/>
                </a:defRPr>
              </a:pPr>
            </a:p>
          </p:txBody>
        </p:sp>
        <p:sp>
          <p:nvSpPr>
            <p:cNvPr id="1359" name="suffix_replan"/>
            <p:cNvSpPr txBox="1"/>
            <p:nvPr/>
          </p:nvSpPr>
          <p:spPr>
            <a:xfrm>
              <a:off x="0" y="0"/>
              <a:ext cx="1847850" cy="2032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b="1" sz="1300">
                  <a:solidFill>
                    <a:srgbClr val="0052A5"/>
                  </a:solidFill>
                  <a:latin typeface="Microsoft YaHei"/>
                  <a:ea typeface="Microsoft YaHei"/>
                  <a:cs typeface="Microsoft YaHei"/>
                  <a:sym typeface="Microsoft YaHei"/>
                </a:defRPr>
              </a:lvl1pPr>
            </a:lstStyle>
            <a:p>
              <a:pPr/>
              <a:r>
                <a:t>suffix_replan</a:t>
              </a:r>
            </a:p>
          </p:txBody>
        </p:sp>
      </p:grpSp>
      <p:grpSp>
        <p:nvGrpSpPr>
          <p:cNvPr id="1363" name="矩形 1002"/>
          <p:cNvGrpSpPr/>
          <p:nvPr/>
        </p:nvGrpSpPr>
        <p:grpSpPr>
          <a:xfrm>
            <a:off x="6477000" y="3390900"/>
            <a:ext cx="1847850" cy="685800"/>
            <a:chOff x="0" y="0"/>
            <a:chExt cx="1847850" cy="685800"/>
          </a:xfrm>
        </p:grpSpPr>
        <p:sp>
          <p:nvSpPr>
            <p:cNvPr id="1361" name="矩形"/>
            <p:cNvSpPr/>
            <p:nvPr/>
          </p:nvSpPr>
          <p:spPr>
            <a:xfrm>
              <a:off x="0" y="0"/>
              <a:ext cx="1847850" cy="6858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1000">
                  <a:solidFill>
                    <a:srgbClr val="46566A"/>
                  </a:solidFill>
                  <a:latin typeface="Microsoft YaHei"/>
                  <a:ea typeface="Microsoft YaHei"/>
                  <a:cs typeface="Microsoft YaHei"/>
                  <a:sym typeface="Microsoft YaHei"/>
                </a:defRPr>
              </a:pPr>
            </a:p>
          </p:txBody>
        </p:sp>
        <p:sp>
          <p:nvSpPr>
            <p:cNvPr id="1362" name="结构性失败压力高，当前后缀不可靠"/>
            <p:cNvSpPr txBox="1"/>
            <p:nvPr/>
          </p:nvSpPr>
          <p:spPr>
            <a:xfrm>
              <a:off x="0" y="0"/>
              <a:ext cx="1847850" cy="3556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sz="1000">
                  <a:solidFill>
                    <a:srgbClr val="46566A"/>
                  </a:solidFill>
                  <a:latin typeface="Microsoft YaHei"/>
                  <a:ea typeface="Microsoft YaHei"/>
                  <a:cs typeface="Microsoft YaHei"/>
                  <a:sym typeface="Microsoft YaHei"/>
                </a:defRPr>
              </a:lvl1pPr>
            </a:lstStyle>
            <a:p>
              <a:pPr/>
              <a:r>
                <a:t>结构性失败压力高，当前后缀不可靠</a:t>
              </a:r>
            </a:p>
          </p:txBody>
        </p:sp>
      </p:grpSp>
      <p:sp>
        <p:nvSpPr>
          <p:cNvPr id="1364" name="圆角矩形 1003"/>
          <p:cNvSpPr/>
          <p:nvPr/>
        </p:nvSpPr>
        <p:spPr>
          <a:xfrm>
            <a:off x="9020175" y="2952750"/>
            <a:ext cx="2190750" cy="1200150"/>
          </a:xfrm>
          <a:prstGeom prst="roundRect">
            <a:avLst>
              <a:gd name="adj" fmla="val 6349"/>
            </a:avLst>
          </a:prstGeom>
          <a:solidFill>
            <a:srgbClr val="FFFFFF"/>
          </a:solidFill>
          <a:ln>
            <a:solidFill>
              <a:srgbClr val="C94C4C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365" name="矩形 1004"/>
          <p:cNvSpPr/>
          <p:nvPr/>
        </p:nvSpPr>
        <p:spPr>
          <a:xfrm>
            <a:off x="9020175" y="2952750"/>
            <a:ext cx="57150" cy="1200150"/>
          </a:xfrm>
          <a:prstGeom prst="rect">
            <a:avLst/>
          </a:prstGeom>
          <a:solidFill>
            <a:srgbClr val="C94C4C"/>
          </a:solidFill>
          <a:ln w="3175">
            <a:solidFill>
              <a:srgbClr val="C94C4C"/>
            </a:solidFill>
          </a:ln>
        </p:spPr>
        <p:txBody>
          <a:bodyPr lIns="45719" rIns="45719"/>
          <a:lstStyle/>
          <a:p>
            <a:pPr/>
          </a:p>
        </p:txBody>
      </p:sp>
      <p:grpSp>
        <p:nvGrpSpPr>
          <p:cNvPr id="1368" name="矩形 1005"/>
          <p:cNvGrpSpPr/>
          <p:nvPr/>
        </p:nvGrpSpPr>
        <p:grpSpPr>
          <a:xfrm>
            <a:off x="9191625" y="3086100"/>
            <a:ext cx="1847850" cy="228600"/>
            <a:chOff x="0" y="0"/>
            <a:chExt cx="1847850" cy="228600"/>
          </a:xfrm>
        </p:grpSpPr>
        <p:sp>
          <p:nvSpPr>
            <p:cNvPr id="1366" name="矩形"/>
            <p:cNvSpPr/>
            <p:nvPr/>
          </p:nvSpPr>
          <p:spPr>
            <a:xfrm>
              <a:off x="0" y="0"/>
              <a:ext cx="1847850" cy="2286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b="1" sz="1300">
                  <a:solidFill>
                    <a:srgbClr val="C94C4C"/>
                  </a:solidFill>
                  <a:latin typeface="Microsoft YaHei"/>
                  <a:ea typeface="Microsoft YaHei"/>
                  <a:cs typeface="Microsoft YaHei"/>
                  <a:sym typeface="Microsoft YaHei"/>
                </a:defRPr>
              </a:pPr>
            </a:p>
          </p:txBody>
        </p:sp>
        <p:sp>
          <p:nvSpPr>
            <p:cNvPr id="1367" name="stop"/>
            <p:cNvSpPr txBox="1"/>
            <p:nvPr/>
          </p:nvSpPr>
          <p:spPr>
            <a:xfrm>
              <a:off x="0" y="0"/>
              <a:ext cx="1847850" cy="2032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b="1" sz="1300">
                  <a:solidFill>
                    <a:srgbClr val="C94C4C"/>
                  </a:solidFill>
                  <a:latin typeface="Microsoft YaHei"/>
                  <a:ea typeface="Microsoft YaHei"/>
                  <a:cs typeface="Microsoft YaHei"/>
                  <a:sym typeface="Microsoft YaHei"/>
                </a:defRPr>
              </a:lvl1pPr>
            </a:lstStyle>
            <a:p>
              <a:pPr/>
              <a:r>
                <a:t>stop</a:t>
              </a:r>
            </a:p>
          </p:txBody>
        </p:sp>
      </p:grpSp>
      <p:grpSp>
        <p:nvGrpSpPr>
          <p:cNvPr id="1371" name="矩形 1006"/>
          <p:cNvGrpSpPr/>
          <p:nvPr/>
        </p:nvGrpSpPr>
        <p:grpSpPr>
          <a:xfrm>
            <a:off x="9191625" y="3390900"/>
            <a:ext cx="1847850" cy="685800"/>
            <a:chOff x="0" y="0"/>
            <a:chExt cx="1847850" cy="685800"/>
          </a:xfrm>
        </p:grpSpPr>
        <p:sp>
          <p:nvSpPr>
            <p:cNvPr id="1369" name="矩形"/>
            <p:cNvSpPr/>
            <p:nvPr/>
          </p:nvSpPr>
          <p:spPr>
            <a:xfrm>
              <a:off x="0" y="0"/>
              <a:ext cx="1847850" cy="6858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1000">
                  <a:solidFill>
                    <a:srgbClr val="46566A"/>
                  </a:solidFill>
                  <a:latin typeface="Microsoft YaHei"/>
                  <a:ea typeface="Microsoft YaHei"/>
                  <a:cs typeface="Microsoft YaHei"/>
                  <a:sym typeface="Microsoft YaHei"/>
                </a:defRPr>
              </a:pPr>
            </a:p>
          </p:txBody>
        </p:sp>
        <p:sp>
          <p:nvSpPr>
            <p:cNvPr id="1370" name="成功率低、预算压力高；受保护进入 HITL"/>
            <p:cNvSpPr txBox="1"/>
            <p:nvPr/>
          </p:nvSpPr>
          <p:spPr>
            <a:xfrm>
              <a:off x="0" y="0"/>
              <a:ext cx="1847850" cy="3556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sz="1000">
                  <a:solidFill>
                    <a:srgbClr val="46566A"/>
                  </a:solidFill>
                  <a:latin typeface="Microsoft YaHei"/>
                  <a:ea typeface="Microsoft YaHei"/>
                  <a:cs typeface="Microsoft YaHei"/>
                  <a:sym typeface="Microsoft YaHei"/>
                </a:defRPr>
              </a:lvl1pPr>
            </a:lstStyle>
            <a:p>
              <a:pPr/>
              <a:r>
                <a:t>成功率低、预算压力高；受保护进入 HITL</a:t>
              </a:r>
            </a:p>
          </p:txBody>
        </p:sp>
      </p:grpSp>
      <p:sp>
        <p:nvSpPr>
          <p:cNvPr id="1372" name="圆角矩形 1007"/>
          <p:cNvSpPr/>
          <p:nvPr/>
        </p:nvSpPr>
        <p:spPr>
          <a:xfrm>
            <a:off x="1524000" y="4714875"/>
            <a:ext cx="9144000" cy="781050"/>
          </a:xfrm>
          <a:prstGeom prst="roundRect">
            <a:avLst>
              <a:gd name="adj" fmla="val 9756"/>
            </a:avLst>
          </a:prstGeom>
          <a:solidFill>
            <a:srgbClr val="EAF3FF"/>
          </a:solidFill>
          <a:ln>
            <a:solidFill>
              <a:srgbClr val="9DC3E6"/>
            </a:solidFill>
          </a:ln>
        </p:spPr>
        <p:txBody>
          <a:bodyPr lIns="45719" rIns="45719"/>
          <a:lstStyle/>
          <a:p>
            <a:pPr/>
          </a:p>
        </p:txBody>
      </p:sp>
      <p:grpSp>
        <p:nvGrpSpPr>
          <p:cNvPr id="1375" name="矩形 1008"/>
          <p:cNvGrpSpPr/>
          <p:nvPr/>
        </p:nvGrpSpPr>
        <p:grpSpPr>
          <a:xfrm>
            <a:off x="1695450" y="4848225"/>
            <a:ext cx="8801100" cy="228600"/>
            <a:chOff x="0" y="0"/>
            <a:chExt cx="8801100" cy="228600"/>
          </a:xfrm>
        </p:grpSpPr>
        <p:sp>
          <p:nvSpPr>
            <p:cNvPr id="1373" name="矩形"/>
            <p:cNvSpPr/>
            <p:nvPr/>
          </p:nvSpPr>
          <p:spPr>
            <a:xfrm>
              <a:off x="0" y="0"/>
              <a:ext cx="8801100" cy="2286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b="1" sz="1300">
                  <a:solidFill>
                    <a:srgbClr val="0052A5"/>
                  </a:solidFill>
                  <a:latin typeface="Microsoft YaHei"/>
                  <a:ea typeface="Microsoft YaHei"/>
                  <a:cs typeface="Microsoft YaHei"/>
                  <a:sym typeface="Microsoft YaHei"/>
                </a:defRPr>
              </a:pPr>
            </a:p>
          </p:txBody>
        </p:sp>
        <p:sp>
          <p:nvSpPr>
            <p:cNvPr id="1374" name="保护边界"/>
            <p:cNvSpPr txBox="1"/>
            <p:nvPr/>
          </p:nvSpPr>
          <p:spPr>
            <a:xfrm>
              <a:off x="0" y="0"/>
              <a:ext cx="8801100" cy="2286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b="1" sz="1300">
                  <a:solidFill>
                    <a:srgbClr val="0052A5"/>
                  </a:solidFill>
                  <a:latin typeface="Microsoft YaHei"/>
                  <a:ea typeface="Microsoft YaHei"/>
                  <a:cs typeface="Microsoft YaHei"/>
                  <a:sym typeface="Microsoft YaHei"/>
                </a:defRPr>
              </a:lvl1pPr>
            </a:lstStyle>
            <a:p>
              <a:pPr/>
              <a:r>
                <a:t>保护边界</a:t>
              </a:r>
            </a:p>
          </p:txBody>
        </p:sp>
      </p:grpSp>
      <p:grpSp>
        <p:nvGrpSpPr>
          <p:cNvPr id="1378" name="矩形 1009"/>
          <p:cNvGrpSpPr/>
          <p:nvPr/>
        </p:nvGrpSpPr>
        <p:grpSpPr>
          <a:xfrm>
            <a:off x="1695450" y="5102225"/>
            <a:ext cx="8801100" cy="355600"/>
            <a:chOff x="0" y="0"/>
            <a:chExt cx="8801100" cy="355600"/>
          </a:xfrm>
        </p:grpSpPr>
        <p:sp>
          <p:nvSpPr>
            <p:cNvPr id="1376" name="矩形"/>
            <p:cNvSpPr/>
            <p:nvPr/>
          </p:nvSpPr>
          <p:spPr>
            <a:xfrm>
              <a:off x="0" y="0"/>
              <a:ext cx="8801100" cy="2667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1000">
                  <a:solidFill>
                    <a:srgbClr val="46566A"/>
                  </a:solidFill>
                  <a:latin typeface="Microsoft YaHei"/>
                  <a:ea typeface="Microsoft YaHei"/>
                  <a:cs typeface="Microsoft YaHei"/>
                  <a:sym typeface="Microsoft YaHei"/>
                </a:defRPr>
              </a:pPr>
            </a:p>
          </p:txBody>
        </p:sp>
        <p:sp>
          <p:nvSpPr>
            <p:cNvPr id="1377" name="运行时调整不覆盖 hard feasibility；stop 作为 terminal_stop 候选进入 replan_confirm / HITL，…"/>
            <p:cNvSpPr txBox="1"/>
            <p:nvPr/>
          </p:nvSpPr>
          <p:spPr>
            <a:xfrm>
              <a:off x="0" y="0"/>
              <a:ext cx="8801100" cy="3556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/>
            <a:p>
              <a:pPr>
                <a:defRPr sz="1000">
                  <a:solidFill>
                    <a:srgbClr val="46566A"/>
                  </a:solidFill>
                  <a:latin typeface="Microsoft YaHei"/>
                  <a:ea typeface="Microsoft YaHei"/>
                  <a:cs typeface="Microsoft YaHei"/>
                  <a:sym typeface="Microsoft YaHei"/>
                </a:defRPr>
              </a:pPr>
              <a:r>
                <a:t>运行时调整不覆盖 hard feasibility；stop 作为 terminal_stop 候选进入 replan_confirm / HITL，</a:t>
              </a:r>
            </a:p>
            <a:p>
              <a:pPr>
                <a:defRPr sz="1000">
                  <a:solidFill>
                    <a:srgbClr val="46566A"/>
                  </a:solidFill>
                  <a:latin typeface="Microsoft YaHei"/>
                  <a:ea typeface="Microsoft YaHei"/>
                  <a:cs typeface="Microsoft YaHei"/>
                  <a:sym typeface="Microsoft YaHei"/>
                </a:defRPr>
              </a:pPr>
              <a:r>
                <a:t>不由算法悄悄终止任务。</a:t>
              </a:r>
            </a:p>
          </p:txBody>
        </p:sp>
      </p:grpSp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0" name="矩形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pic>
        <p:nvPicPr>
          <p:cNvPr id="1381" name="image4.png" descr="image4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09550" y="146513"/>
            <a:ext cx="590550" cy="421349"/>
          </a:xfrm>
          <a:prstGeom prst="rect">
            <a:avLst/>
          </a:prstGeom>
          <a:ln w="12700">
            <a:miter lim="400000"/>
          </a:ln>
        </p:spPr>
      </p:pic>
      <p:pic>
        <p:nvPicPr>
          <p:cNvPr id="1382" name="image5.png" descr="image5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0694365" y="133350"/>
            <a:ext cx="690220" cy="457200"/>
          </a:xfrm>
          <a:prstGeom prst="rect">
            <a:avLst/>
          </a:prstGeom>
          <a:ln w="12700">
            <a:miter lim="400000"/>
          </a:ln>
        </p:spPr>
      </p:pic>
      <p:sp>
        <p:nvSpPr>
          <p:cNvPr id="1383" name="矩形"/>
          <p:cNvSpPr/>
          <p:nvPr/>
        </p:nvSpPr>
        <p:spPr>
          <a:xfrm>
            <a:off x="0" y="714375"/>
            <a:ext cx="12192000" cy="28575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384" name="矩形"/>
          <p:cNvSpPr/>
          <p:nvPr/>
        </p:nvSpPr>
        <p:spPr>
          <a:xfrm>
            <a:off x="0" y="771525"/>
            <a:ext cx="12192000" cy="19050"/>
          </a:xfrm>
          <a:prstGeom prst="rect">
            <a:avLst/>
          </a:prstGeom>
          <a:solidFill>
            <a:srgbClr val="8BC7F7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385" name="矩形"/>
          <p:cNvSpPr/>
          <p:nvPr/>
        </p:nvSpPr>
        <p:spPr>
          <a:xfrm>
            <a:off x="2667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386" name="矩形"/>
          <p:cNvSpPr/>
          <p:nvPr/>
        </p:nvSpPr>
        <p:spPr>
          <a:xfrm>
            <a:off x="4191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387" name="矩形"/>
          <p:cNvSpPr/>
          <p:nvPr/>
        </p:nvSpPr>
        <p:spPr>
          <a:xfrm>
            <a:off x="5715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388" name="矩形"/>
          <p:cNvSpPr/>
          <p:nvPr/>
        </p:nvSpPr>
        <p:spPr>
          <a:xfrm>
            <a:off x="7239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389" name="矩形"/>
          <p:cNvSpPr/>
          <p:nvPr/>
        </p:nvSpPr>
        <p:spPr>
          <a:xfrm>
            <a:off x="8763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390" name="矩形"/>
          <p:cNvSpPr/>
          <p:nvPr/>
        </p:nvSpPr>
        <p:spPr>
          <a:xfrm>
            <a:off x="10287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391" name="矩形"/>
          <p:cNvSpPr/>
          <p:nvPr/>
        </p:nvSpPr>
        <p:spPr>
          <a:xfrm>
            <a:off x="11811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392" name="矩形"/>
          <p:cNvSpPr/>
          <p:nvPr/>
        </p:nvSpPr>
        <p:spPr>
          <a:xfrm>
            <a:off x="13335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393" name="矩形"/>
          <p:cNvSpPr/>
          <p:nvPr/>
        </p:nvSpPr>
        <p:spPr>
          <a:xfrm>
            <a:off x="14859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394" name="矩形"/>
          <p:cNvSpPr/>
          <p:nvPr/>
        </p:nvSpPr>
        <p:spPr>
          <a:xfrm>
            <a:off x="16383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395" name="矩形"/>
          <p:cNvSpPr/>
          <p:nvPr/>
        </p:nvSpPr>
        <p:spPr>
          <a:xfrm>
            <a:off x="17907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396" name="矩形"/>
          <p:cNvSpPr/>
          <p:nvPr/>
        </p:nvSpPr>
        <p:spPr>
          <a:xfrm>
            <a:off x="19431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397" name="矩形"/>
          <p:cNvSpPr/>
          <p:nvPr/>
        </p:nvSpPr>
        <p:spPr>
          <a:xfrm>
            <a:off x="20955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398" name="矩形"/>
          <p:cNvSpPr/>
          <p:nvPr/>
        </p:nvSpPr>
        <p:spPr>
          <a:xfrm>
            <a:off x="22479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399" name="矩形"/>
          <p:cNvSpPr/>
          <p:nvPr/>
        </p:nvSpPr>
        <p:spPr>
          <a:xfrm>
            <a:off x="24003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400" name="矩形"/>
          <p:cNvSpPr/>
          <p:nvPr/>
        </p:nvSpPr>
        <p:spPr>
          <a:xfrm>
            <a:off x="25527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401" name="矩形"/>
          <p:cNvSpPr/>
          <p:nvPr/>
        </p:nvSpPr>
        <p:spPr>
          <a:xfrm>
            <a:off x="27051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402" name="矩形"/>
          <p:cNvSpPr/>
          <p:nvPr/>
        </p:nvSpPr>
        <p:spPr>
          <a:xfrm>
            <a:off x="28575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403" name="矩形"/>
          <p:cNvSpPr/>
          <p:nvPr/>
        </p:nvSpPr>
        <p:spPr>
          <a:xfrm>
            <a:off x="30099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404" name="矩形"/>
          <p:cNvSpPr/>
          <p:nvPr/>
        </p:nvSpPr>
        <p:spPr>
          <a:xfrm>
            <a:off x="31623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405" name="矩形"/>
          <p:cNvSpPr/>
          <p:nvPr/>
        </p:nvSpPr>
        <p:spPr>
          <a:xfrm>
            <a:off x="33147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406" name="矩形"/>
          <p:cNvSpPr/>
          <p:nvPr/>
        </p:nvSpPr>
        <p:spPr>
          <a:xfrm>
            <a:off x="34671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407" name="矩形"/>
          <p:cNvSpPr/>
          <p:nvPr/>
        </p:nvSpPr>
        <p:spPr>
          <a:xfrm>
            <a:off x="36195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408" name="矩形"/>
          <p:cNvSpPr/>
          <p:nvPr/>
        </p:nvSpPr>
        <p:spPr>
          <a:xfrm>
            <a:off x="37719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409" name="矩形"/>
          <p:cNvSpPr/>
          <p:nvPr/>
        </p:nvSpPr>
        <p:spPr>
          <a:xfrm>
            <a:off x="39243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410" name="矩形"/>
          <p:cNvSpPr/>
          <p:nvPr/>
        </p:nvSpPr>
        <p:spPr>
          <a:xfrm>
            <a:off x="40767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411" name="矩形"/>
          <p:cNvSpPr/>
          <p:nvPr/>
        </p:nvSpPr>
        <p:spPr>
          <a:xfrm>
            <a:off x="42291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412" name="矩形"/>
          <p:cNvSpPr/>
          <p:nvPr/>
        </p:nvSpPr>
        <p:spPr>
          <a:xfrm>
            <a:off x="43815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413" name="矩形"/>
          <p:cNvSpPr/>
          <p:nvPr/>
        </p:nvSpPr>
        <p:spPr>
          <a:xfrm>
            <a:off x="45339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414" name="矩形"/>
          <p:cNvSpPr/>
          <p:nvPr/>
        </p:nvSpPr>
        <p:spPr>
          <a:xfrm>
            <a:off x="46863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415" name="矩形"/>
          <p:cNvSpPr/>
          <p:nvPr/>
        </p:nvSpPr>
        <p:spPr>
          <a:xfrm>
            <a:off x="48387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416" name="矩形"/>
          <p:cNvSpPr/>
          <p:nvPr/>
        </p:nvSpPr>
        <p:spPr>
          <a:xfrm>
            <a:off x="49911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417" name="矩形"/>
          <p:cNvSpPr/>
          <p:nvPr/>
        </p:nvSpPr>
        <p:spPr>
          <a:xfrm>
            <a:off x="51435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418" name="矩形"/>
          <p:cNvSpPr/>
          <p:nvPr/>
        </p:nvSpPr>
        <p:spPr>
          <a:xfrm>
            <a:off x="52959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419" name="矩形"/>
          <p:cNvSpPr/>
          <p:nvPr/>
        </p:nvSpPr>
        <p:spPr>
          <a:xfrm>
            <a:off x="54483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420" name="矩形"/>
          <p:cNvSpPr/>
          <p:nvPr/>
        </p:nvSpPr>
        <p:spPr>
          <a:xfrm>
            <a:off x="56007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421" name="矩形"/>
          <p:cNvSpPr/>
          <p:nvPr/>
        </p:nvSpPr>
        <p:spPr>
          <a:xfrm>
            <a:off x="57531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422" name="矩形"/>
          <p:cNvSpPr/>
          <p:nvPr/>
        </p:nvSpPr>
        <p:spPr>
          <a:xfrm>
            <a:off x="59055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423" name="矩形"/>
          <p:cNvSpPr/>
          <p:nvPr/>
        </p:nvSpPr>
        <p:spPr>
          <a:xfrm>
            <a:off x="60579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424" name="矩形"/>
          <p:cNvSpPr/>
          <p:nvPr/>
        </p:nvSpPr>
        <p:spPr>
          <a:xfrm>
            <a:off x="62103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425" name="矩形"/>
          <p:cNvSpPr/>
          <p:nvPr/>
        </p:nvSpPr>
        <p:spPr>
          <a:xfrm>
            <a:off x="63627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426" name="矩形"/>
          <p:cNvSpPr/>
          <p:nvPr/>
        </p:nvSpPr>
        <p:spPr>
          <a:xfrm>
            <a:off x="65151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427" name="矩形"/>
          <p:cNvSpPr/>
          <p:nvPr/>
        </p:nvSpPr>
        <p:spPr>
          <a:xfrm>
            <a:off x="66675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428" name="矩形"/>
          <p:cNvSpPr/>
          <p:nvPr/>
        </p:nvSpPr>
        <p:spPr>
          <a:xfrm>
            <a:off x="68199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429" name="矩形"/>
          <p:cNvSpPr/>
          <p:nvPr/>
        </p:nvSpPr>
        <p:spPr>
          <a:xfrm>
            <a:off x="69723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430" name="矩形"/>
          <p:cNvSpPr/>
          <p:nvPr/>
        </p:nvSpPr>
        <p:spPr>
          <a:xfrm>
            <a:off x="71247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431" name="矩形"/>
          <p:cNvSpPr/>
          <p:nvPr/>
        </p:nvSpPr>
        <p:spPr>
          <a:xfrm>
            <a:off x="72771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432" name="矩形"/>
          <p:cNvSpPr/>
          <p:nvPr/>
        </p:nvSpPr>
        <p:spPr>
          <a:xfrm>
            <a:off x="74295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433" name="矩形"/>
          <p:cNvSpPr/>
          <p:nvPr/>
        </p:nvSpPr>
        <p:spPr>
          <a:xfrm>
            <a:off x="75819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434" name="矩形"/>
          <p:cNvSpPr/>
          <p:nvPr/>
        </p:nvSpPr>
        <p:spPr>
          <a:xfrm>
            <a:off x="77343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435" name="矩形"/>
          <p:cNvSpPr/>
          <p:nvPr/>
        </p:nvSpPr>
        <p:spPr>
          <a:xfrm>
            <a:off x="78867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436" name="矩形"/>
          <p:cNvSpPr/>
          <p:nvPr/>
        </p:nvSpPr>
        <p:spPr>
          <a:xfrm>
            <a:off x="80391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437" name="矩形"/>
          <p:cNvSpPr/>
          <p:nvPr/>
        </p:nvSpPr>
        <p:spPr>
          <a:xfrm>
            <a:off x="81915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438" name="矩形"/>
          <p:cNvSpPr/>
          <p:nvPr/>
        </p:nvSpPr>
        <p:spPr>
          <a:xfrm>
            <a:off x="83439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439" name="矩形"/>
          <p:cNvSpPr/>
          <p:nvPr/>
        </p:nvSpPr>
        <p:spPr>
          <a:xfrm>
            <a:off x="84963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440" name="矩形"/>
          <p:cNvSpPr/>
          <p:nvPr/>
        </p:nvSpPr>
        <p:spPr>
          <a:xfrm>
            <a:off x="86487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441" name="矩形"/>
          <p:cNvSpPr/>
          <p:nvPr/>
        </p:nvSpPr>
        <p:spPr>
          <a:xfrm>
            <a:off x="88011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442" name="矩形"/>
          <p:cNvSpPr/>
          <p:nvPr/>
        </p:nvSpPr>
        <p:spPr>
          <a:xfrm>
            <a:off x="89535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443" name="矩形"/>
          <p:cNvSpPr/>
          <p:nvPr/>
        </p:nvSpPr>
        <p:spPr>
          <a:xfrm>
            <a:off x="91059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444" name="矩形"/>
          <p:cNvSpPr/>
          <p:nvPr/>
        </p:nvSpPr>
        <p:spPr>
          <a:xfrm>
            <a:off x="92583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445" name="矩形"/>
          <p:cNvSpPr/>
          <p:nvPr/>
        </p:nvSpPr>
        <p:spPr>
          <a:xfrm>
            <a:off x="94107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446" name="矩形"/>
          <p:cNvSpPr/>
          <p:nvPr/>
        </p:nvSpPr>
        <p:spPr>
          <a:xfrm>
            <a:off x="95631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447" name="矩形"/>
          <p:cNvSpPr/>
          <p:nvPr/>
        </p:nvSpPr>
        <p:spPr>
          <a:xfrm>
            <a:off x="97155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448" name="矩形"/>
          <p:cNvSpPr/>
          <p:nvPr/>
        </p:nvSpPr>
        <p:spPr>
          <a:xfrm>
            <a:off x="98679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449" name="矩形"/>
          <p:cNvSpPr/>
          <p:nvPr/>
        </p:nvSpPr>
        <p:spPr>
          <a:xfrm>
            <a:off x="100203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450" name="矩形"/>
          <p:cNvSpPr/>
          <p:nvPr/>
        </p:nvSpPr>
        <p:spPr>
          <a:xfrm>
            <a:off x="101727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451" name="矩形"/>
          <p:cNvSpPr/>
          <p:nvPr/>
        </p:nvSpPr>
        <p:spPr>
          <a:xfrm>
            <a:off x="103251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pic>
        <p:nvPicPr>
          <p:cNvPr id="1452" name="image3.png" descr="image3.png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400050" y="6535384"/>
            <a:ext cx="2000250" cy="197559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1455" name="矩形 982"/>
          <p:cNvGrpSpPr/>
          <p:nvPr/>
        </p:nvGrpSpPr>
        <p:grpSpPr>
          <a:xfrm>
            <a:off x="1000125" y="200025"/>
            <a:ext cx="7239000" cy="457200"/>
            <a:chOff x="0" y="0"/>
            <a:chExt cx="7239000" cy="457200"/>
          </a:xfrm>
        </p:grpSpPr>
        <p:sp>
          <p:nvSpPr>
            <p:cNvPr id="1453" name="矩形"/>
            <p:cNvSpPr/>
            <p:nvPr/>
          </p:nvSpPr>
          <p:spPr>
            <a:xfrm>
              <a:off x="0" y="0"/>
              <a:ext cx="7239000" cy="4572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b="1" sz="2200">
                  <a:solidFill>
                    <a:srgbClr val="0052A5"/>
                  </a:solidFill>
                  <a:latin typeface="Microsoft YaHei"/>
                  <a:ea typeface="Microsoft YaHei"/>
                  <a:cs typeface="Microsoft YaHei"/>
                  <a:sym typeface="Microsoft YaHei"/>
                </a:defRPr>
              </a:pPr>
            </a:p>
          </p:txBody>
        </p:sp>
        <p:sp>
          <p:nvSpPr>
            <p:cNvPr id="1454" name="算法对象如何落到代码"/>
            <p:cNvSpPr txBox="1"/>
            <p:nvPr/>
          </p:nvSpPr>
          <p:spPr>
            <a:xfrm>
              <a:off x="0" y="38100"/>
              <a:ext cx="7239000" cy="3810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>
                <a:defRPr b="1" sz="2200">
                  <a:solidFill>
                    <a:srgbClr val="0052A5"/>
                  </a:solidFill>
                  <a:latin typeface="Microsoft YaHei"/>
                  <a:ea typeface="Microsoft YaHei"/>
                  <a:cs typeface="Microsoft YaHei"/>
                  <a:sym typeface="Microsoft YaHei"/>
                </a:defRPr>
              </a:lvl1pPr>
            </a:lstStyle>
            <a:p>
              <a:pPr/>
              <a:r>
                <a:t>算法对象如何落到代码</a:t>
              </a:r>
            </a:p>
          </p:txBody>
        </p:sp>
      </p:grpSp>
      <p:grpSp>
        <p:nvGrpSpPr>
          <p:cNvPr id="1458" name="矩形 983"/>
          <p:cNvGrpSpPr/>
          <p:nvPr/>
        </p:nvGrpSpPr>
        <p:grpSpPr>
          <a:xfrm>
            <a:off x="8667750" y="228600"/>
            <a:ext cx="1428750" cy="209550"/>
            <a:chOff x="0" y="0"/>
            <a:chExt cx="1428750" cy="209550"/>
          </a:xfrm>
        </p:grpSpPr>
        <p:sp>
          <p:nvSpPr>
            <p:cNvPr id="1456" name="矩形"/>
            <p:cNvSpPr/>
            <p:nvPr/>
          </p:nvSpPr>
          <p:spPr>
            <a:xfrm>
              <a:off x="0" y="0"/>
              <a:ext cx="1428750" cy="20955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b="1" sz="700">
                  <a:solidFill>
                    <a:srgbClr val="6B7280"/>
                  </a:solidFill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1457" name="IMPLEMENTATION"/>
            <p:cNvSpPr txBox="1"/>
            <p:nvPr/>
          </p:nvSpPr>
          <p:spPr>
            <a:xfrm>
              <a:off x="0" y="41274"/>
              <a:ext cx="1428750" cy="1270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>
                <a:defRPr b="1" sz="700">
                  <a:solidFill>
                    <a:srgbClr val="6B728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IMPLEMENTATION</a:t>
              </a:r>
            </a:p>
          </p:txBody>
        </p:sp>
      </p:grpSp>
      <p:grpSp>
        <p:nvGrpSpPr>
          <p:cNvPr id="1461" name="矩形 984"/>
          <p:cNvGrpSpPr/>
          <p:nvPr/>
        </p:nvGrpSpPr>
        <p:grpSpPr>
          <a:xfrm>
            <a:off x="11696700" y="6419850"/>
            <a:ext cx="323850" cy="266700"/>
            <a:chOff x="0" y="0"/>
            <a:chExt cx="323850" cy="266700"/>
          </a:xfrm>
        </p:grpSpPr>
        <p:sp>
          <p:nvSpPr>
            <p:cNvPr id="1459" name="矩形"/>
            <p:cNvSpPr/>
            <p:nvPr/>
          </p:nvSpPr>
          <p:spPr>
            <a:xfrm>
              <a:off x="0" y="0"/>
              <a:ext cx="323850" cy="2667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algn="ctr">
                <a:defRPr b="1" sz="1300">
                  <a:solidFill>
                    <a:srgbClr val="8A8A8A"/>
                  </a:solidFill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1460" name="11"/>
            <p:cNvSpPr txBox="1"/>
            <p:nvPr/>
          </p:nvSpPr>
          <p:spPr>
            <a:xfrm>
              <a:off x="0" y="0"/>
              <a:ext cx="323850" cy="18509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 algn="ctr">
                <a:defRPr b="1" sz="1300">
                  <a:solidFill>
                    <a:srgbClr val="8A8A8A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11</a:t>
              </a:r>
            </a:p>
          </p:txBody>
        </p:sp>
      </p:grpSp>
      <p:sp>
        <p:nvSpPr>
          <p:cNvPr id="1462" name="矩形 985"/>
          <p:cNvSpPr/>
          <p:nvPr/>
        </p:nvSpPr>
        <p:spPr>
          <a:xfrm>
            <a:off x="552450" y="990600"/>
            <a:ext cx="10382250" cy="361950"/>
          </a:xfrm>
          <a:prstGeom prst="rect">
            <a:avLst/>
          </a:prstGeom>
          <a:solidFill>
            <a:srgbClr val="0052A5"/>
          </a:solidFill>
          <a:ln w="3175">
            <a:solidFill>
              <a:srgbClr val="0052A5"/>
            </a:solidFill>
          </a:ln>
        </p:spPr>
        <p:txBody>
          <a:bodyPr lIns="45719" rIns="45719"/>
          <a:lstStyle/>
          <a:p>
            <a:pPr/>
          </a:p>
        </p:txBody>
      </p:sp>
      <p:grpSp>
        <p:nvGrpSpPr>
          <p:cNvPr id="1465" name="矩形 986"/>
          <p:cNvGrpSpPr/>
          <p:nvPr/>
        </p:nvGrpSpPr>
        <p:grpSpPr>
          <a:xfrm>
            <a:off x="666750" y="1066800"/>
            <a:ext cx="2381250" cy="228600"/>
            <a:chOff x="0" y="0"/>
            <a:chExt cx="2381250" cy="228600"/>
          </a:xfrm>
        </p:grpSpPr>
        <p:sp>
          <p:nvSpPr>
            <p:cNvPr id="1463" name="矩形"/>
            <p:cNvSpPr/>
            <p:nvPr/>
          </p:nvSpPr>
          <p:spPr>
            <a:xfrm>
              <a:off x="0" y="0"/>
              <a:ext cx="2381250" cy="2286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algn="ctr">
                <a:defRPr b="1" sz="120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  <a:sym typeface="Microsoft YaHei"/>
                </a:defRPr>
              </a:pPr>
            </a:p>
          </p:txBody>
        </p:sp>
        <p:sp>
          <p:nvSpPr>
            <p:cNvPr id="1464" name="算法对象"/>
            <p:cNvSpPr txBox="1"/>
            <p:nvPr/>
          </p:nvSpPr>
          <p:spPr>
            <a:xfrm>
              <a:off x="0" y="0"/>
              <a:ext cx="2381250" cy="2159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 algn="ctr">
                <a:defRPr b="1" sz="120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  <a:sym typeface="Microsoft YaHei"/>
                </a:defRPr>
              </a:lvl1pPr>
            </a:lstStyle>
            <a:p>
              <a:pPr/>
              <a:r>
                <a:t>算法对象</a:t>
              </a:r>
            </a:p>
          </p:txBody>
        </p:sp>
      </p:grpSp>
      <p:grpSp>
        <p:nvGrpSpPr>
          <p:cNvPr id="1468" name="矩形 987"/>
          <p:cNvGrpSpPr/>
          <p:nvPr/>
        </p:nvGrpSpPr>
        <p:grpSpPr>
          <a:xfrm>
            <a:off x="3333750" y="1066800"/>
            <a:ext cx="2667000" cy="228600"/>
            <a:chOff x="0" y="0"/>
            <a:chExt cx="2667000" cy="228600"/>
          </a:xfrm>
        </p:grpSpPr>
        <p:sp>
          <p:nvSpPr>
            <p:cNvPr id="1466" name="矩形"/>
            <p:cNvSpPr/>
            <p:nvPr/>
          </p:nvSpPr>
          <p:spPr>
            <a:xfrm>
              <a:off x="0" y="0"/>
              <a:ext cx="2667000" cy="2286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algn="ctr">
                <a:defRPr b="1" sz="120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  <a:sym typeface="Microsoft YaHei"/>
                </a:defRPr>
              </a:pPr>
            </a:p>
          </p:txBody>
        </p:sp>
        <p:sp>
          <p:nvSpPr>
            <p:cNvPr id="1467" name="实现字段 / 模块"/>
            <p:cNvSpPr txBox="1"/>
            <p:nvPr/>
          </p:nvSpPr>
          <p:spPr>
            <a:xfrm>
              <a:off x="0" y="0"/>
              <a:ext cx="2667000" cy="2159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 algn="ctr">
                <a:defRPr b="1" sz="120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  <a:sym typeface="Microsoft YaHei"/>
                </a:defRPr>
              </a:lvl1pPr>
            </a:lstStyle>
            <a:p>
              <a:pPr/>
              <a:r>
                <a:t>实现字段 / 模块</a:t>
              </a:r>
            </a:p>
          </p:txBody>
        </p:sp>
      </p:grpSp>
      <p:grpSp>
        <p:nvGrpSpPr>
          <p:cNvPr id="1471" name="矩形 988"/>
          <p:cNvGrpSpPr/>
          <p:nvPr/>
        </p:nvGrpSpPr>
        <p:grpSpPr>
          <a:xfrm>
            <a:off x="6381750" y="1066800"/>
            <a:ext cx="4953000" cy="228600"/>
            <a:chOff x="0" y="0"/>
            <a:chExt cx="4953000" cy="228600"/>
          </a:xfrm>
        </p:grpSpPr>
        <p:sp>
          <p:nvSpPr>
            <p:cNvPr id="1469" name="矩形"/>
            <p:cNvSpPr/>
            <p:nvPr/>
          </p:nvSpPr>
          <p:spPr>
            <a:xfrm>
              <a:off x="0" y="0"/>
              <a:ext cx="4953000" cy="2286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algn="ctr">
                <a:defRPr b="1" sz="120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  <a:sym typeface="Microsoft YaHei"/>
                </a:defRPr>
              </a:pPr>
            </a:p>
          </p:txBody>
        </p:sp>
        <p:sp>
          <p:nvSpPr>
            <p:cNvPr id="1470" name="作用"/>
            <p:cNvSpPr txBox="1"/>
            <p:nvPr/>
          </p:nvSpPr>
          <p:spPr>
            <a:xfrm>
              <a:off x="0" y="0"/>
              <a:ext cx="4953000" cy="2159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 algn="ctr">
                <a:defRPr b="1" sz="120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  <a:sym typeface="Microsoft YaHei"/>
                </a:defRPr>
              </a:lvl1pPr>
            </a:lstStyle>
            <a:p>
              <a:pPr/>
              <a:r>
                <a:t>作用</a:t>
              </a:r>
            </a:p>
          </p:txBody>
        </p:sp>
      </p:grpSp>
      <p:sp>
        <p:nvSpPr>
          <p:cNvPr id="1472" name="矩形 989"/>
          <p:cNvSpPr/>
          <p:nvPr/>
        </p:nvSpPr>
        <p:spPr>
          <a:xfrm>
            <a:off x="552450" y="1428750"/>
            <a:ext cx="10382250" cy="457200"/>
          </a:xfrm>
          <a:prstGeom prst="rect">
            <a:avLst/>
          </a:prstGeom>
          <a:solidFill>
            <a:srgbClr val="FFFFFF"/>
          </a:solidFill>
          <a:ln>
            <a:solidFill>
              <a:srgbClr val="C9DDF1"/>
            </a:solidFill>
          </a:ln>
        </p:spPr>
        <p:txBody>
          <a:bodyPr lIns="45719" rIns="45719"/>
          <a:lstStyle/>
          <a:p>
            <a:pPr/>
          </a:p>
        </p:txBody>
      </p:sp>
      <p:grpSp>
        <p:nvGrpSpPr>
          <p:cNvPr id="1475" name="矩形 990"/>
          <p:cNvGrpSpPr/>
          <p:nvPr/>
        </p:nvGrpSpPr>
        <p:grpSpPr>
          <a:xfrm>
            <a:off x="666750" y="1543050"/>
            <a:ext cx="2381250" cy="190500"/>
            <a:chOff x="0" y="0"/>
            <a:chExt cx="2381250" cy="190500"/>
          </a:xfrm>
        </p:grpSpPr>
        <p:sp>
          <p:nvSpPr>
            <p:cNvPr id="1473" name="矩形"/>
            <p:cNvSpPr/>
            <p:nvPr/>
          </p:nvSpPr>
          <p:spPr>
            <a:xfrm>
              <a:off x="0" y="0"/>
              <a:ext cx="2381250" cy="190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b="1" sz="1000">
                  <a:solidFill>
                    <a:srgbClr val="0052A5"/>
                  </a:solidFill>
                  <a:latin typeface="Microsoft YaHei"/>
                  <a:ea typeface="Microsoft YaHei"/>
                  <a:cs typeface="Microsoft YaHei"/>
                  <a:sym typeface="Microsoft YaHei"/>
                </a:defRPr>
              </a:pPr>
            </a:p>
          </p:txBody>
        </p:sp>
        <p:sp>
          <p:nvSpPr>
            <p:cNvPr id="1474" name="硬可行性过滤 F_h"/>
            <p:cNvSpPr txBox="1"/>
            <p:nvPr/>
          </p:nvSpPr>
          <p:spPr>
            <a:xfrm>
              <a:off x="0" y="0"/>
              <a:ext cx="2381250" cy="1778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b="1" sz="1000">
                  <a:solidFill>
                    <a:srgbClr val="0052A5"/>
                  </a:solidFill>
                  <a:latin typeface="Microsoft YaHei"/>
                  <a:ea typeface="Microsoft YaHei"/>
                  <a:cs typeface="Microsoft YaHei"/>
                  <a:sym typeface="Microsoft YaHei"/>
                </a:defRPr>
              </a:lvl1pPr>
            </a:lstStyle>
            <a:p>
              <a:pPr/>
              <a:r>
                <a:t>硬可行性过滤 F_h</a:t>
              </a:r>
            </a:p>
          </p:txBody>
        </p:sp>
      </p:grpSp>
      <p:grpSp>
        <p:nvGrpSpPr>
          <p:cNvPr id="1478" name="矩形 991"/>
          <p:cNvGrpSpPr/>
          <p:nvPr/>
        </p:nvGrpSpPr>
        <p:grpSpPr>
          <a:xfrm>
            <a:off x="3333750" y="1543050"/>
            <a:ext cx="2667000" cy="190500"/>
            <a:chOff x="0" y="0"/>
            <a:chExt cx="2667000" cy="190500"/>
          </a:xfrm>
        </p:grpSpPr>
        <p:sp>
          <p:nvSpPr>
            <p:cNvPr id="1476" name="矩形"/>
            <p:cNvSpPr/>
            <p:nvPr/>
          </p:nvSpPr>
          <p:spPr>
            <a:xfrm>
              <a:off x="0" y="0"/>
              <a:ext cx="2667000" cy="190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900">
                  <a:solidFill>
                    <a:srgbClr val="082B60"/>
                  </a:solidFill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1477" name="candidate_feasibility / generator"/>
            <p:cNvSpPr txBox="1"/>
            <p:nvPr/>
          </p:nvSpPr>
          <p:spPr>
            <a:xfrm>
              <a:off x="0" y="0"/>
              <a:ext cx="2667000" cy="1270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sz="900">
                  <a:solidFill>
                    <a:srgbClr val="082B6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candidate_feasibility / generator</a:t>
              </a:r>
            </a:p>
          </p:txBody>
        </p:sp>
      </p:grpSp>
      <p:grpSp>
        <p:nvGrpSpPr>
          <p:cNvPr id="1481" name="矩形 992"/>
          <p:cNvGrpSpPr/>
          <p:nvPr/>
        </p:nvGrpSpPr>
        <p:grpSpPr>
          <a:xfrm>
            <a:off x="6381750" y="1543050"/>
            <a:ext cx="4953000" cy="190500"/>
            <a:chOff x="0" y="0"/>
            <a:chExt cx="4953000" cy="190500"/>
          </a:xfrm>
        </p:grpSpPr>
        <p:sp>
          <p:nvSpPr>
            <p:cNvPr id="1479" name="矩形"/>
            <p:cNvSpPr/>
            <p:nvPr/>
          </p:nvSpPr>
          <p:spPr>
            <a:xfrm>
              <a:off x="0" y="0"/>
              <a:ext cx="4953000" cy="190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900">
                  <a:solidFill>
                    <a:srgbClr val="46566A"/>
                  </a:solidFill>
                  <a:latin typeface="Microsoft YaHei"/>
                  <a:ea typeface="Microsoft YaHei"/>
                  <a:cs typeface="Microsoft YaHei"/>
                  <a:sym typeface="Microsoft YaHei"/>
                </a:defRPr>
              </a:pPr>
            </a:p>
          </p:txBody>
        </p:sp>
        <p:sp>
          <p:nvSpPr>
            <p:cNvPr id="1480" name="阻断 tool、schema、I/O、safety、budget 违规候选"/>
            <p:cNvSpPr txBox="1"/>
            <p:nvPr/>
          </p:nvSpPr>
          <p:spPr>
            <a:xfrm>
              <a:off x="0" y="0"/>
              <a:ext cx="4953000" cy="1651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sz="900">
                  <a:solidFill>
                    <a:srgbClr val="46566A"/>
                  </a:solidFill>
                  <a:latin typeface="Microsoft YaHei"/>
                  <a:ea typeface="Microsoft YaHei"/>
                  <a:cs typeface="Microsoft YaHei"/>
                  <a:sym typeface="Microsoft YaHei"/>
                </a:defRPr>
              </a:lvl1pPr>
            </a:lstStyle>
            <a:p>
              <a:pPr/>
              <a:r>
                <a:t>阻断 tool、schema、I/O、safety、budget 违规候选</a:t>
              </a:r>
            </a:p>
          </p:txBody>
        </p:sp>
      </p:grpSp>
      <p:sp>
        <p:nvSpPr>
          <p:cNvPr id="1482" name="矩形 993"/>
          <p:cNvSpPr/>
          <p:nvPr/>
        </p:nvSpPr>
        <p:spPr>
          <a:xfrm>
            <a:off x="552450" y="1952625"/>
            <a:ext cx="10382250" cy="457200"/>
          </a:xfrm>
          <a:prstGeom prst="rect">
            <a:avLst/>
          </a:prstGeom>
          <a:solidFill>
            <a:srgbClr val="F5F9FE"/>
          </a:solidFill>
          <a:ln>
            <a:solidFill>
              <a:srgbClr val="C9DDF1"/>
            </a:solidFill>
          </a:ln>
        </p:spPr>
        <p:txBody>
          <a:bodyPr lIns="45719" rIns="45719"/>
          <a:lstStyle/>
          <a:p>
            <a:pPr/>
          </a:p>
        </p:txBody>
      </p:sp>
      <p:grpSp>
        <p:nvGrpSpPr>
          <p:cNvPr id="1485" name="矩形 994"/>
          <p:cNvGrpSpPr/>
          <p:nvPr/>
        </p:nvGrpSpPr>
        <p:grpSpPr>
          <a:xfrm>
            <a:off x="666750" y="2066925"/>
            <a:ext cx="2381250" cy="190500"/>
            <a:chOff x="0" y="0"/>
            <a:chExt cx="2381250" cy="190500"/>
          </a:xfrm>
        </p:grpSpPr>
        <p:sp>
          <p:nvSpPr>
            <p:cNvPr id="1483" name="矩形"/>
            <p:cNvSpPr/>
            <p:nvPr/>
          </p:nvSpPr>
          <p:spPr>
            <a:xfrm>
              <a:off x="0" y="0"/>
              <a:ext cx="2381250" cy="190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b="1" sz="1000">
                  <a:solidFill>
                    <a:srgbClr val="0052A5"/>
                  </a:solidFill>
                  <a:latin typeface="Microsoft YaHei"/>
                  <a:ea typeface="Microsoft YaHei"/>
                  <a:cs typeface="Microsoft YaHei"/>
                  <a:sym typeface="Microsoft YaHei"/>
                </a:defRPr>
              </a:pPr>
            </a:p>
          </p:txBody>
        </p:sp>
        <p:sp>
          <p:nvSpPr>
            <p:cNvPr id="1484" name="静态评分 S_static"/>
            <p:cNvSpPr txBox="1"/>
            <p:nvPr/>
          </p:nvSpPr>
          <p:spPr>
            <a:xfrm>
              <a:off x="0" y="0"/>
              <a:ext cx="2381250" cy="1778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b="1" sz="1000">
                  <a:solidFill>
                    <a:srgbClr val="0052A5"/>
                  </a:solidFill>
                  <a:latin typeface="Microsoft YaHei"/>
                  <a:ea typeface="Microsoft YaHei"/>
                  <a:cs typeface="Microsoft YaHei"/>
                  <a:sym typeface="Microsoft YaHei"/>
                </a:defRPr>
              </a:lvl1pPr>
            </a:lstStyle>
            <a:p>
              <a:pPr/>
              <a:r>
                <a:t>静态评分 S_static</a:t>
              </a:r>
            </a:p>
          </p:txBody>
        </p:sp>
      </p:grpSp>
      <p:grpSp>
        <p:nvGrpSpPr>
          <p:cNvPr id="1488" name="矩形 995"/>
          <p:cNvGrpSpPr/>
          <p:nvPr/>
        </p:nvGrpSpPr>
        <p:grpSpPr>
          <a:xfrm>
            <a:off x="3333750" y="2066925"/>
            <a:ext cx="2667000" cy="190500"/>
            <a:chOff x="0" y="0"/>
            <a:chExt cx="2667000" cy="190500"/>
          </a:xfrm>
        </p:grpSpPr>
        <p:sp>
          <p:nvSpPr>
            <p:cNvPr id="1486" name="矩形"/>
            <p:cNvSpPr/>
            <p:nvPr/>
          </p:nvSpPr>
          <p:spPr>
            <a:xfrm>
              <a:off x="0" y="0"/>
              <a:ext cx="2667000" cy="190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900">
                  <a:solidFill>
                    <a:srgbClr val="082B60"/>
                  </a:solidFill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1487" name="score_breakdown.overall / static_score"/>
            <p:cNvSpPr txBox="1"/>
            <p:nvPr/>
          </p:nvSpPr>
          <p:spPr>
            <a:xfrm>
              <a:off x="0" y="0"/>
              <a:ext cx="2667000" cy="1270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sz="900">
                  <a:solidFill>
                    <a:srgbClr val="082B6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score_breakdown.overall / static_score</a:t>
              </a:r>
            </a:p>
          </p:txBody>
        </p:sp>
      </p:grpSp>
      <p:grpSp>
        <p:nvGrpSpPr>
          <p:cNvPr id="1491" name="矩形 996"/>
          <p:cNvGrpSpPr/>
          <p:nvPr/>
        </p:nvGrpSpPr>
        <p:grpSpPr>
          <a:xfrm>
            <a:off x="6381750" y="2066925"/>
            <a:ext cx="4953000" cy="190500"/>
            <a:chOff x="0" y="0"/>
            <a:chExt cx="4953000" cy="190500"/>
          </a:xfrm>
        </p:grpSpPr>
        <p:sp>
          <p:nvSpPr>
            <p:cNvPr id="1489" name="矩形"/>
            <p:cNvSpPr/>
            <p:nvPr/>
          </p:nvSpPr>
          <p:spPr>
            <a:xfrm>
              <a:off x="0" y="0"/>
              <a:ext cx="4953000" cy="190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900">
                  <a:solidFill>
                    <a:srgbClr val="46566A"/>
                  </a:solidFill>
                  <a:latin typeface="Microsoft YaHei"/>
                  <a:ea typeface="Microsoft YaHei"/>
                  <a:cs typeface="Microsoft YaHei"/>
                  <a:sym typeface="Microsoft YaHei"/>
                </a:defRPr>
              </a:pPr>
            </a:p>
          </p:txBody>
        </p:sp>
        <p:sp>
          <p:nvSpPr>
            <p:cNvPr id="1490" name="建立执行前候选排序"/>
            <p:cNvSpPr txBox="1"/>
            <p:nvPr/>
          </p:nvSpPr>
          <p:spPr>
            <a:xfrm>
              <a:off x="0" y="0"/>
              <a:ext cx="4953000" cy="1651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sz="900">
                  <a:solidFill>
                    <a:srgbClr val="46566A"/>
                  </a:solidFill>
                  <a:latin typeface="Microsoft YaHei"/>
                  <a:ea typeface="Microsoft YaHei"/>
                  <a:cs typeface="Microsoft YaHei"/>
                  <a:sym typeface="Microsoft YaHei"/>
                </a:defRPr>
              </a:lvl1pPr>
            </a:lstStyle>
            <a:p>
              <a:pPr/>
              <a:r>
                <a:t>建立执行前候选排序</a:t>
              </a:r>
            </a:p>
          </p:txBody>
        </p:sp>
      </p:grpSp>
      <p:sp>
        <p:nvSpPr>
          <p:cNvPr id="1492" name="矩形 997"/>
          <p:cNvSpPr/>
          <p:nvPr/>
        </p:nvSpPr>
        <p:spPr>
          <a:xfrm>
            <a:off x="552450" y="2476500"/>
            <a:ext cx="10382250" cy="457200"/>
          </a:xfrm>
          <a:prstGeom prst="rect">
            <a:avLst/>
          </a:prstGeom>
          <a:solidFill>
            <a:srgbClr val="FFFFFF"/>
          </a:solidFill>
          <a:ln>
            <a:solidFill>
              <a:srgbClr val="C9DDF1"/>
            </a:solidFill>
          </a:ln>
        </p:spPr>
        <p:txBody>
          <a:bodyPr lIns="45719" rIns="45719"/>
          <a:lstStyle/>
          <a:p>
            <a:pPr/>
          </a:p>
        </p:txBody>
      </p:sp>
      <p:grpSp>
        <p:nvGrpSpPr>
          <p:cNvPr id="1495" name="矩形 998"/>
          <p:cNvGrpSpPr/>
          <p:nvPr/>
        </p:nvGrpSpPr>
        <p:grpSpPr>
          <a:xfrm>
            <a:off x="666750" y="2590800"/>
            <a:ext cx="2381250" cy="190500"/>
            <a:chOff x="0" y="0"/>
            <a:chExt cx="2381250" cy="190500"/>
          </a:xfrm>
        </p:grpSpPr>
        <p:sp>
          <p:nvSpPr>
            <p:cNvPr id="1493" name="矩形"/>
            <p:cNvSpPr/>
            <p:nvPr/>
          </p:nvSpPr>
          <p:spPr>
            <a:xfrm>
              <a:off x="0" y="0"/>
              <a:ext cx="2381250" cy="190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b="1" sz="1000">
                  <a:solidFill>
                    <a:srgbClr val="0052A5"/>
                  </a:solidFill>
                  <a:latin typeface="Microsoft YaHei"/>
                  <a:ea typeface="Microsoft YaHei"/>
                  <a:cs typeface="Microsoft YaHei"/>
                  <a:sym typeface="Microsoft YaHei"/>
                </a:defRPr>
              </a:pPr>
            </a:p>
          </p:txBody>
        </p:sp>
        <p:sp>
          <p:nvSpPr>
            <p:cNvPr id="1494" name="后验目标 G_post"/>
            <p:cNvSpPr txBox="1"/>
            <p:nvPr/>
          </p:nvSpPr>
          <p:spPr>
            <a:xfrm>
              <a:off x="0" y="0"/>
              <a:ext cx="2381250" cy="1778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b="1" sz="1000">
                  <a:solidFill>
                    <a:srgbClr val="0052A5"/>
                  </a:solidFill>
                  <a:latin typeface="Microsoft YaHei"/>
                  <a:ea typeface="Microsoft YaHei"/>
                  <a:cs typeface="Microsoft YaHei"/>
                  <a:sym typeface="Microsoft YaHei"/>
                </a:defRPr>
              </a:lvl1pPr>
            </a:lstStyle>
            <a:p>
              <a:pPr/>
              <a:r>
                <a:t>后验目标 G_post</a:t>
              </a:r>
            </a:p>
          </p:txBody>
        </p:sp>
      </p:grpSp>
      <p:grpSp>
        <p:nvGrpSpPr>
          <p:cNvPr id="1498" name="矩形 999"/>
          <p:cNvGrpSpPr/>
          <p:nvPr/>
        </p:nvGrpSpPr>
        <p:grpSpPr>
          <a:xfrm>
            <a:off x="3333750" y="2590800"/>
            <a:ext cx="2667000" cy="190500"/>
            <a:chOff x="0" y="0"/>
            <a:chExt cx="2667000" cy="190500"/>
          </a:xfrm>
        </p:grpSpPr>
        <p:sp>
          <p:nvSpPr>
            <p:cNvPr id="1496" name="矩形"/>
            <p:cNvSpPr/>
            <p:nvPr/>
          </p:nvSpPr>
          <p:spPr>
            <a:xfrm>
              <a:off x="0" y="0"/>
              <a:ext cx="2667000" cy="190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900">
                  <a:solidFill>
                    <a:srgbClr val="082B60"/>
                  </a:solidFill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1497" name="posterior_objective"/>
            <p:cNvSpPr txBox="1"/>
            <p:nvPr/>
          </p:nvSpPr>
          <p:spPr>
            <a:xfrm>
              <a:off x="0" y="0"/>
              <a:ext cx="2667000" cy="1270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sz="900">
                  <a:solidFill>
                    <a:srgbClr val="082B6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posterior_objective</a:t>
              </a:r>
            </a:p>
          </p:txBody>
        </p:sp>
      </p:grpSp>
      <p:grpSp>
        <p:nvGrpSpPr>
          <p:cNvPr id="1501" name="矩形 1000"/>
          <p:cNvGrpSpPr/>
          <p:nvPr/>
        </p:nvGrpSpPr>
        <p:grpSpPr>
          <a:xfrm>
            <a:off x="6381750" y="2590800"/>
            <a:ext cx="4953000" cy="190500"/>
            <a:chOff x="0" y="0"/>
            <a:chExt cx="4953000" cy="190500"/>
          </a:xfrm>
        </p:grpSpPr>
        <p:sp>
          <p:nvSpPr>
            <p:cNvPr id="1499" name="矩形"/>
            <p:cNvSpPr/>
            <p:nvPr/>
          </p:nvSpPr>
          <p:spPr>
            <a:xfrm>
              <a:off x="0" y="0"/>
              <a:ext cx="4953000" cy="190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900">
                  <a:solidFill>
                    <a:srgbClr val="46566A"/>
                  </a:solidFill>
                  <a:latin typeface="Microsoft YaHei"/>
                  <a:ea typeface="Microsoft YaHei"/>
                  <a:cs typeface="Microsoft YaHei"/>
                  <a:sym typeface="Microsoft YaHei"/>
                </a:defRPr>
              </a:pPr>
            </a:p>
          </p:txBody>
        </p:sp>
        <p:sp>
          <p:nvSpPr>
            <p:cNvPr id="1500" name="用计算证据更新目标匹配项"/>
            <p:cNvSpPr txBox="1"/>
            <p:nvPr/>
          </p:nvSpPr>
          <p:spPr>
            <a:xfrm>
              <a:off x="0" y="0"/>
              <a:ext cx="4953000" cy="1651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sz="900">
                  <a:solidFill>
                    <a:srgbClr val="46566A"/>
                  </a:solidFill>
                  <a:latin typeface="Microsoft YaHei"/>
                  <a:ea typeface="Microsoft YaHei"/>
                  <a:cs typeface="Microsoft YaHei"/>
                  <a:sym typeface="Microsoft YaHei"/>
                </a:defRPr>
              </a:lvl1pPr>
            </a:lstStyle>
            <a:p>
              <a:pPr/>
              <a:r>
                <a:t>用计算证据更新目标匹配项</a:t>
              </a:r>
            </a:p>
          </p:txBody>
        </p:sp>
      </p:grpSp>
      <p:sp>
        <p:nvSpPr>
          <p:cNvPr id="1502" name="矩形 1001"/>
          <p:cNvSpPr/>
          <p:nvPr/>
        </p:nvSpPr>
        <p:spPr>
          <a:xfrm>
            <a:off x="552450" y="3000375"/>
            <a:ext cx="10382250" cy="457200"/>
          </a:xfrm>
          <a:prstGeom prst="rect">
            <a:avLst/>
          </a:prstGeom>
          <a:solidFill>
            <a:srgbClr val="F5F9FE"/>
          </a:solidFill>
          <a:ln>
            <a:solidFill>
              <a:srgbClr val="C9DDF1"/>
            </a:solidFill>
          </a:ln>
        </p:spPr>
        <p:txBody>
          <a:bodyPr lIns="45719" rIns="45719"/>
          <a:lstStyle/>
          <a:p>
            <a:pPr/>
          </a:p>
        </p:txBody>
      </p:sp>
      <p:grpSp>
        <p:nvGrpSpPr>
          <p:cNvPr id="1505" name="矩形 1002"/>
          <p:cNvGrpSpPr/>
          <p:nvPr/>
        </p:nvGrpSpPr>
        <p:grpSpPr>
          <a:xfrm>
            <a:off x="666750" y="3114675"/>
            <a:ext cx="2381250" cy="190500"/>
            <a:chOff x="0" y="0"/>
            <a:chExt cx="2381250" cy="190500"/>
          </a:xfrm>
        </p:grpSpPr>
        <p:sp>
          <p:nvSpPr>
            <p:cNvPr id="1503" name="矩形"/>
            <p:cNvSpPr/>
            <p:nvPr/>
          </p:nvSpPr>
          <p:spPr>
            <a:xfrm>
              <a:off x="0" y="0"/>
              <a:ext cx="2381250" cy="190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b="1" sz="1000">
                  <a:solidFill>
                    <a:srgbClr val="0052A5"/>
                  </a:solidFill>
                  <a:latin typeface="Microsoft YaHei"/>
                  <a:ea typeface="Microsoft YaHei"/>
                  <a:cs typeface="Microsoft YaHei"/>
                  <a:sym typeface="Microsoft YaHei"/>
                </a:defRPr>
              </a:pPr>
            </a:p>
          </p:txBody>
        </p:sp>
        <p:sp>
          <p:nvSpPr>
            <p:cNvPr id="1504" name="Lite belief-state x_t"/>
            <p:cNvSpPr txBox="1"/>
            <p:nvPr/>
          </p:nvSpPr>
          <p:spPr>
            <a:xfrm>
              <a:off x="0" y="0"/>
              <a:ext cx="2381250" cy="1524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b="1" sz="1000">
                  <a:solidFill>
                    <a:srgbClr val="0052A5"/>
                  </a:solidFill>
                  <a:latin typeface="Microsoft YaHei"/>
                  <a:ea typeface="Microsoft YaHei"/>
                  <a:cs typeface="Microsoft YaHei"/>
                  <a:sym typeface="Microsoft YaHei"/>
                </a:defRPr>
              </a:lvl1pPr>
            </a:lstStyle>
            <a:p>
              <a:pPr/>
              <a:r>
                <a:t>Lite belief-state x_t</a:t>
              </a:r>
            </a:p>
          </p:txBody>
        </p:sp>
      </p:grpSp>
      <p:grpSp>
        <p:nvGrpSpPr>
          <p:cNvPr id="1508" name="矩形 1003"/>
          <p:cNvGrpSpPr/>
          <p:nvPr/>
        </p:nvGrpSpPr>
        <p:grpSpPr>
          <a:xfrm>
            <a:off x="3333750" y="3114675"/>
            <a:ext cx="2667000" cy="190500"/>
            <a:chOff x="0" y="0"/>
            <a:chExt cx="2667000" cy="190500"/>
          </a:xfrm>
        </p:grpSpPr>
        <p:sp>
          <p:nvSpPr>
            <p:cNvPr id="1506" name="矩形"/>
            <p:cNvSpPr/>
            <p:nvPr/>
          </p:nvSpPr>
          <p:spPr>
            <a:xfrm>
              <a:off x="0" y="0"/>
              <a:ext cx="2667000" cy="190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900">
                  <a:solidFill>
                    <a:srgbClr val="082B60"/>
                  </a:solidFill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1507" name="RuntimeState / belief_state.py"/>
            <p:cNvSpPr txBox="1"/>
            <p:nvPr/>
          </p:nvSpPr>
          <p:spPr>
            <a:xfrm>
              <a:off x="0" y="0"/>
              <a:ext cx="2667000" cy="1270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sz="900">
                  <a:solidFill>
                    <a:srgbClr val="082B6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RuntimeState / belief_state.py</a:t>
              </a:r>
            </a:p>
          </p:txBody>
        </p:sp>
      </p:grpSp>
      <p:grpSp>
        <p:nvGrpSpPr>
          <p:cNvPr id="1511" name="矩形 1004"/>
          <p:cNvGrpSpPr/>
          <p:nvPr/>
        </p:nvGrpSpPr>
        <p:grpSpPr>
          <a:xfrm>
            <a:off x="6381750" y="3114675"/>
            <a:ext cx="4953000" cy="190500"/>
            <a:chOff x="0" y="0"/>
            <a:chExt cx="4953000" cy="190500"/>
          </a:xfrm>
        </p:grpSpPr>
        <p:sp>
          <p:nvSpPr>
            <p:cNvPr id="1509" name="矩形"/>
            <p:cNvSpPr/>
            <p:nvPr/>
          </p:nvSpPr>
          <p:spPr>
            <a:xfrm>
              <a:off x="0" y="0"/>
              <a:ext cx="4953000" cy="190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900">
                  <a:solidFill>
                    <a:srgbClr val="46566A"/>
                  </a:solidFill>
                  <a:latin typeface="Microsoft YaHei"/>
                  <a:ea typeface="Microsoft YaHei"/>
                  <a:cs typeface="Microsoft YaHei"/>
                  <a:sym typeface="Microsoft YaHei"/>
                </a:defRPr>
              </a:pPr>
            </a:p>
          </p:txBody>
        </p:sp>
        <p:sp>
          <p:nvSpPr>
            <p:cNvPr id="1510" name="保存运行时五维状态"/>
            <p:cNvSpPr txBox="1"/>
            <p:nvPr/>
          </p:nvSpPr>
          <p:spPr>
            <a:xfrm>
              <a:off x="0" y="0"/>
              <a:ext cx="4953000" cy="1651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sz="900">
                  <a:solidFill>
                    <a:srgbClr val="46566A"/>
                  </a:solidFill>
                  <a:latin typeface="Microsoft YaHei"/>
                  <a:ea typeface="Microsoft YaHei"/>
                  <a:cs typeface="Microsoft YaHei"/>
                  <a:sym typeface="Microsoft YaHei"/>
                </a:defRPr>
              </a:lvl1pPr>
            </a:lstStyle>
            <a:p>
              <a:pPr/>
              <a:r>
                <a:t>保存运行时五维状态</a:t>
              </a:r>
            </a:p>
          </p:txBody>
        </p:sp>
      </p:grpSp>
      <p:sp>
        <p:nvSpPr>
          <p:cNvPr id="1512" name="矩形 1005"/>
          <p:cNvSpPr/>
          <p:nvPr/>
        </p:nvSpPr>
        <p:spPr>
          <a:xfrm>
            <a:off x="552450" y="3524250"/>
            <a:ext cx="10382250" cy="457200"/>
          </a:xfrm>
          <a:prstGeom prst="rect">
            <a:avLst/>
          </a:prstGeom>
          <a:solidFill>
            <a:srgbClr val="FFFFFF"/>
          </a:solidFill>
          <a:ln>
            <a:solidFill>
              <a:srgbClr val="C9DDF1"/>
            </a:solidFill>
          </a:ln>
        </p:spPr>
        <p:txBody>
          <a:bodyPr lIns="45719" rIns="45719"/>
          <a:lstStyle/>
          <a:p>
            <a:pPr/>
          </a:p>
        </p:txBody>
      </p:sp>
      <p:grpSp>
        <p:nvGrpSpPr>
          <p:cNvPr id="1515" name="矩形 1006"/>
          <p:cNvGrpSpPr/>
          <p:nvPr/>
        </p:nvGrpSpPr>
        <p:grpSpPr>
          <a:xfrm>
            <a:off x="666750" y="3638550"/>
            <a:ext cx="2381250" cy="190500"/>
            <a:chOff x="0" y="0"/>
            <a:chExt cx="2381250" cy="190500"/>
          </a:xfrm>
        </p:grpSpPr>
        <p:sp>
          <p:nvSpPr>
            <p:cNvPr id="1513" name="矩形"/>
            <p:cNvSpPr/>
            <p:nvPr/>
          </p:nvSpPr>
          <p:spPr>
            <a:xfrm>
              <a:off x="0" y="0"/>
              <a:ext cx="2381250" cy="190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b="1" sz="1000">
                  <a:solidFill>
                    <a:srgbClr val="0052A5"/>
                  </a:solidFill>
                  <a:latin typeface="Microsoft YaHei"/>
                  <a:ea typeface="Microsoft YaHei"/>
                  <a:cs typeface="Microsoft YaHei"/>
                  <a:sym typeface="Microsoft YaHei"/>
                </a:defRPr>
              </a:pPr>
            </a:p>
          </p:txBody>
        </p:sp>
        <p:sp>
          <p:nvSpPr>
            <p:cNvPr id="1514" name="运行时修正 Delta"/>
            <p:cNvSpPr txBox="1"/>
            <p:nvPr/>
          </p:nvSpPr>
          <p:spPr>
            <a:xfrm>
              <a:off x="0" y="0"/>
              <a:ext cx="2381250" cy="1778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b="1" sz="1000">
                  <a:solidFill>
                    <a:srgbClr val="0052A5"/>
                  </a:solidFill>
                  <a:latin typeface="Microsoft YaHei"/>
                  <a:ea typeface="Microsoft YaHei"/>
                  <a:cs typeface="Microsoft YaHei"/>
                  <a:sym typeface="Microsoft YaHei"/>
                </a:defRPr>
              </a:lvl1pPr>
            </a:lstStyle>
            <a:p>
              <a:pPr/>
              <a:r>
                <a:t>运行时修正 Delta</a:t>
              </a:r>
            </a:p>
          </p:txBody>
        </p:sp>
      </p:grpSp>
      <p:grpSp>
        <p:nvGrpSpPr>
          <p:cNvPr id="1518" name="矩形 1007"/>
          <p:cNvGrpSpPr/>
          <p:nvPr/>
        </p:nvGrpSpPr>
        <p:grpSpPr>
          <a:xfrm>
            <a:off x="3333750" y="3638550"/>
            <a:ext cx="2667000" cy="190500"/>
            <a:chOff x="0" y="0"/>
            <a:chExt cx="2667000" cy="190500"/>
          </a:xfrm>
        </p:grpSpPr>
        <p:sp>
          <p:nvSpPr>
            <p:cNvPr id="1516" name="矩形"/>
            <p:cNvSpPr/>
            <p:nvPr/>
          </p:nvSpPr>
          <p:spPr>
            <a:xfrm>
              <a:off x="0" y="0"/>
              <a:ext cx="2667000" cy="190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900">
                  <a:solidFill>
                    <a:srgbClr val="082B60"/>
                  </a:solidFill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1517" name="runtime_adjustment / RuntimeEvaluator"/>
            <p:cNvSpPr txBox="1"/>
            <p:nvPr/>
          </p:nvSpPr>
          <p:spPr>
            <a:xfrm>
              <a:off x="0" y="0"/>
              <a:ext cx="2667000" cy="1270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sz="900">
                  <a:solidFill>
                    <a:srgbClr val="082B6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runtime_adjustment / RuntimeEvaluator</a:t>
              </a:r>
            </a:p>
          </p:txBody>
        </p:sp>
      </p:grpSp>
      <p:grpSp>
        <p:nvGrpSpPr>
          <p:cNvPr id="1521" name="矩形 1008"/>
          <p:cNvGrpSpPr/>
          <p:nvPr/>
        </p:nvGrpSpPr>
        <p:grpSpPr>
          <a:xfrm>
            <a:off x="6381750" y="3638550"/>
            <a:ext cx="4953000" cy="190500"/>
            <a:chOff x="0" y="0"/>
            <a:chExt cx="4953000" cy="190500"/>
          </a:xfrm>
        </p:grpSpPr>
        <p:sp>
          <p:nvSpPr>
            <p:cNvPr id="1519" name="矩形"/>
            <p:cNvSpPr/>
            <p:nvPr/>
          </p:nvSpPr>
          <p:spPr>
            <a:xfrm>
              <a:off x="0" y="0"/>
              <a:ext cx="4953000" cy="190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900">
                  <a:solidFill>
                    <a:srgbClr val="46566A"/>
                  </a:solidFill>
                  <a:latin typeface="Microsoft YaHei"/>
                  <a:ea typeface="Microsoft YaHei"/>
                  <a:cs typeface="Microsoft YaHei"/>
                  <a:sym typeface="Microsoft YaHei"/>
                </a:defRPr>
              </a:pPr>
            </a:p>
          </p:txBody>
        </p:sp>
        <p:sp>
          <p:nvSpPr>
            <p:cNvPr id="1520" name="对合法候选做有界重排"/>
            <p:cNvSpPr txBox="1"/>
            <p:nvPr/>
          </p:nvSpPr>
          <p:spPr>
            <a:xfrm>
              <a:off x="0" y="0"/>
              <a:ext cx="4953000" cy="1651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sz="900">
                  <a:solidFill>
                    <a:srgbClr val="46566A"/>
                  </a:solidFill>
                  <a:latin typeface="Microsoft YaHei"/>
                  <a:ea typeface="Microsoft YaHei"/>
                  <a:cs typeface="Microsoft YaHei"/>
                  <a:sym typeface="Microsoft YaHei"/>
                </a:defRPr>
              </a:lvl1pPr>
            </a:lstStyle>
            <a:p>
              <a:pPr/>
              <a:r>
                <a:t>对合法候选做有界重排</a:t>
              </a:r>
            </a:p>
          </p:txBody>
        </p:sp>
      </p:grpSp>
      <p:sp>
        <p:nvSpPr>
          <p:cNvPr id="1522" name="矩形 1009"/>
          <p:cNvSpPr/>
          <p:nvPr/>
        </p:nvSpPr>
        <p:spPr>
          <a:xfrm>
            <a:off x="552450" y="4048125"/>
            <a:ext cx="10382250" cy="457200"/>
          </a:xfrm>
          <a:prstGeom prst="rect">
            <a:avLst/>
          </a:prstGeom>
          <a:solidFill>
            <a:srgbClr val="F5F9FE"/>
          </a:solidFill>
          <a:ln>
            <a:solidFill>
              <a:srgbClr val="C9DDF1"/>
            </a:solidFill>
          </a:ln>
        </p:spPr>
        <p:txBody>
          <a:bodyPr lIns="45719" rIns="45719"/>
          <a:lstStyle/>
          <a:p>
            <a:pPr/>
          </a:p>
        </p:txBody>
      </p:sp>
      <p:grpSp>
        <p:nvGrpSpPr>
          <p:cNvPr id="1525" name="矩形 1010"/>
          <p:cNvGrpSpPr/>
          <p:nvPr/>
        </p:nvGrpSpPr>
        <p:grpSpPr>
          <a:xfrm>
            <a:off x="666750" y="4162425"/>
            <a:ext cx="2381250" cy="190500"/>
            <a:chOff x="0" y="0"/>
            <a:chExt cx="2381250" cy="190500"/>
          </a:xfrm>
        </p:grpSpPr>
        <p:sp>
          <p:nvSpPr>
            <p:cNvPr id="1523" name="矩形"/>
            <p:cNvSpPr/>
            <p:nvPr/>
          </p:nvSpPr>
          <p:spPr>
            <a:xfrm>
              <a:off x="0" y="0"/>
              <a:ext cx="2381250" cy="190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b="1" sz="1000">
                  <a:solidFill>
                    <a:srgbClr val="0052A5"/>
                  </a:solidFill>
                  <a:latin typeface="Microsoft YaHei"/>
                  <a:ea typeface="Microsoft YaHei"/>
                  <a:cs typeface="Microsoft YaHei"/>
                  <a:sym typeface="Microsoft YaHei"/>
                </a:defRPr>
              </a:pPr>
            </a:p>
          </p:txBody>
        </p:sp>
        <p:sp>
          <p:nvSpPr>
            <p:cNvPr id="1524" name="动作效用 U_a"/>
            <p:cNvSpPr txBox="1"/>
            <p:nvPr/>
          </p:nvSpPr>
          <p:spPr>
            <a:xfrm>
              <a:off x="0" y="0"/>
              <a:ext cx="2381250" cy="1778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b="1" sz="1000">
                  <a:solidFill>
                    <a:srgbClr val="0052A5"/>
                  </a:solidFill>
                  <a:latin typeface="Microsoft YaHei"/>
                  <a:ea typeface="Microsoft YaHei"/>
                  <a:cs typeface="Microsoft YaHei"/>
                  <a:sym typeface="Microsoft YaHei"/>
                </a:defRPr>
              </a:lvl1pPr>
            </a:lstStyle>
            <a:p>
              <a:pPr/>
              <a:r>
                <a:t>动作效用 U_a</a:t>
              </a:r>
            </a:p>
          </p:txBody>
        </p:sp>
      </p:grpSp>
      <p:grpSp>
        <p:nvGrpSpPr>
          <p:cNvPr id="1528" name="矩形 1011"/>
          <p:cNvGrpSpPr/>
          <p:nvPr/>
        </p:nvGrpSpPr>
        <p:grpSpPr>
          <a:xfrm>
            <a:off x="3333750" y="4162425"/>
            <a:ext cx="2667000" cy="190500"/>
            <a:chOff x="0" y="0"/>
            <a:chExt cx="2667000" cy="190500"/>
          </a:xfrm>
        </p:grpSpPr>
        <p:sp>
          <p:nvSpPr>
            <p:cNvPr id="1526" name="矩形"/>
            <p:cNvSpPr/>
            <p:nvPr/>
          </p:nvSpPr>
          <p:spPr>
            <a:xfrm>
              <a:off x="0" y="0"/>
              <a:ext cx="2667000" cy="190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900">
                  <a:solidFill>
                    <a:srgbClr val="082B60"/>
                  </a:solidFill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1527" name="ActionUtility"/>
            <p:cNvSpPr txBox="1"/>
            <p:nvPr/>
          </p:nvSpPr>
          <p:spPr>
            <a:xfrm>
              <a:off x="0" y="0"/>
              <a:ext cx="2667000" cy="1270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sz="900">
                  <a:solidFill>
                    <a:srgbClr val="082B6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ActionUtility</a:t>
              </a:r>
            </a:p>
          </p:txBody>
        </p:sp>
      </p:grpSp>
      <p:grpSp>
        <p:nvGrpSpPr>
          <p:cNvPr id="1531" name="矩形 1012"/>
          <p:cNvGrpSpPr/>
          <p:nvPr/>
        </p:nvGrpSpPr>
        <p:grpSpPr>
          <a:xfrm>
            <a:off x="6381750" y="4162425"/>
            <a:ext cx="4953000" cy="190500"/>
            <a:chOff x="0" y="0"/>
            <a:chExt cx="4953000" cy="190500"/>
          </a:xfrm>
        </p:grpSpPr>
        <p:sp>
          <p:nvSpPr>
            <p:cNvPr id="1529" name="矩形"/>
            <p:cNvSpPr/>
            <p:nvPr/>
          </p:nvSpPr>
          <p:spPr>
            <a:xfrm>
              <a:off x="0" y="0"/>
              <a:ext cx="4953000" cy="190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900">
                  <a:solidFill>
                    <a:srgbClr val="46566A"/>
                  </a:solidFill>
                  <a:latin typeface="Microsoft YaHei"/>
                  <a:ea typeface="Microsoft YaHei"/>
                  <a:cs typeface="Microsoft YaHei"/>
                  <a:sym typeface="Microsoft YaHei"/>
                </a:defRPr>
              </a:pPr>
            </a:p>
          </p:txBody>
        </p:sp>
        <p:sp>
          <p:nvSpPr>
            <p:cNvPr id="1530" name="选择 continue / patch / replan / stop"/>
            <p:cNvSpPr txBox="1"/>
            <p:nvPr/>
          </p:nvSpPr>
          <p:spPr>
            <a:xfrm>
              <a:off x="0" y="0"/>
              <a:ext cx="4953000" cy="1651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sz="900">
                  <a:solidFill>
                    <a:srgbClr val="46566A"/>
                  </a:solidFill>
                  <a:latin typeface="Microsoft YaHei"/>
                  <a:ea typeface="Microsoft YaHei"/>
                  <a:cs typeface="Microsoft YaHei"/>
                  <a:sym typeface="Microsoft YaHei"/>
                </a:defRPr>
              </a:lvl1pPr>
            </a:lstStyle>
            <a:p>
              <a:pPr/>
              <a:r>
                <a:t>选择 continue / patch / replan / stop</a:t>
              </a:r>
            </a:p>
          </p:txBody>
        </p:sp>
      </p:grpSp>
      <p:sp>
        <p:nvSpPr>
          <p:cNvPr id="1532" name="矩形 1013"/>
          <p:cNvSpPr/>
          <p:nvPr/>
        </p:nvSpPr>
        <p:spPr>
          <a:xfrm>
            <a:off x="552450" y="4572000"/>
            <a:ext cx="10382250" cy="457200"/>
          </a:xfrm>
          <a:prstGeom prst="rect">
            <a:avLst/>
          </a:prstGeom>
          <a:solidFill>
            <a:srgbClr val="FFFFFF"/>
          </a:solidFill>
          <a:ln>
            <a:solidFill>
              <a:srgbClr val="C9DDF1"/>
            </a:solidFill>
          </a:ln>
        </p:spPr>
        <p:txBody>
          <a:bodyPr lIns="45719" rIns="45719"/>
          <a:lstStyle/>
          <a:p>
            <a:pPr/>
          </a:p>
        </p:txBody>
      </p:sp>
      <p:grpSp>
        <p:nvGrpSpPr>
          <p:cNvPr id="1535" name="矩形 1014"/>
          <p:cNvGrpSpPr/>
          <p:nvPr/>
        </p:nvGrpSpPr>
        <p:grpSpPr>
          <a:xfrm>
            <a:off x="666750" y="4686300"/>
            <a:ext cx="2381250" cy="190500"/>
            <a:chOff x="0" y="0"/>
            <a:chExt cx="2381250" cy="190500"/>
          </a:xfrm>
        </p:grpSpPr>
        <p:sp>
          <p:nvSpPr>
            <p:cNvPr id="1533" name="矩形"/>
            <p:cNvSpPr/>
            <p:nvPr/>
          </p:nvSpPr>
          <p:spPr>
            <a:xfrm>
              <a:off x="0" y="0"/>
              <a:ext cx="2381250" cy="190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b="1" sz="1000">
                  <a:solidFill>
                    <a:srgbClr val="0052A5"/>
                  </a:solidFill>
                  <a:latin typeface="Microsoft YaHei"/>
                  <a:ea typeface="Microsoft YaHei"/>
                  <a:cs typeface="Microsoft YaHei"/>
                  <a:sym typeface="Microsoft YaHei"/>
                </a:defRPr>
              </a:pPr>
            </a:p>
          </p:txBody>
        </p:sp>
        <p:sp>
          <p:nvSpPr>
            <p:cNvPr id="1534" name="审计与恢复"/>
            <p:cNvSpPr txBox="1"/>
            <p:nvPr/>
          </p:nvSpPr>
          <p:spPr>
            <a:xfrm>
              <a:off x="0" y="0"/>
              <a:ext cx="2381250" cy="1778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b="1" sz="1000">
                  <a:solidFill>
                    <a:srgbClr val="0052A5"/>
                  </a:solidFill>
                  <a:latin typeface="Microsoft YaHei"/>
                  <a:ea typeface="Microsoft YaHei"/>
                  <a:cs typeface="Microsoft YaHei"/>
                  <a:sym typeface="Microsoft YaHei"/>
                </a:defRPr>
              </a:lvl1pPr>
            </a:lstStyle>
            <a:p>
              <a:pPr/>
              <a:r>
                <a:t>审计与恢复</a:t>
              </a:r>
            </a:p>
          </p:txBody>
        </p:sp>
      </p:grpSp>
      <p:grpSp>
        <p:nvGrpSpPr>
          <p:cNvPr id="1538" name="矩形 1015"/>
          <p:cNvGrpSpPr/>
          <p:nvPr/>
        </p:nvGrpSpPr>
        <p:grpSpPr>
          <a:xfrm>
            <a:off x="3333750" y="4686300"/>
            <a:ext cx="2667000" cy="190500"/>
            <a:chOff x="0" y="0"/>
            <a:chExt cx="2667000" cy="190500"/>
          </a:xfrm>
        </p:grpSpPr>
        <p:sp>
          <p:nvSpPr>
            <p:cNvPr id="1536" name="矩形"/>
            <p:cNvSpPr/>
            <p:nvPr/>
          </p:nvSpPr>
          <p:spPr>
            <a:xfrm>
              <a:off x="0" y="0"/>
              <a:ext cx="2667000" cy="190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900">
                  <a:solidFill>
                    <a:srgbClr val="082B60"/>
                  </a:solidFill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1537" name="PendingAction / Decision / EventLog / Snapshot"/>
            <p:cNvSpPr txBox="1"/>
            <p:nvPr/>
          </p:nvSpPr>
          <p:spPr>
            <a:xfrm>
              <a:off x="0" y="0"/>
              <a:ext cx="2667000" cy="1270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sz="900">
                  <a:solidFill>
                    <a:srgbClr val="082B6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PendingAction / Decision / EventLog / Snapshot</a:t>
              </a:r>
            </a:p>
          </p:txBody>
        </p:sp>
      </p:grpSp>
      <p:grpSp>
        <p:nvGrpSpPr>
          <p:cNvPr id="1541" name="矩形 1016"/>
          <p:cNvGrpSpPr/>
          <p:nvPr/>
        </p:nvGrpSpPr>
        <p:grpSpPr>
          <a:xfrm>
            <a:off x="6381750" y="4686300"/>
            <a:ext cx="4953000" cy="190500"/>
            <a:chOff x="0" y="0"/>
            <a:chExt cx="4953000" cy="190500"/>
          </a:xfrm>
        </p:grpSpPr>
        <p:sp>
          <p:nvSpPr>
            <p:cNvPr id="1539" name="矩形"/>
            <p:cNvSpPr/>
            <p:nvPr/>
          </p:nvSpPr>
          <p:spPr>
            <a:xfrm>
              <a:off x="0" y="0"/>
              <a:ext cx="4953000" cy="190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900">
                  <a:solidFill>
                    <a:srgbClr val="46566A"/>
                  </a:solidFill>
                  <a:latin typeface="Microsoft YaHei"/>
                  <a:ea typeface="Microsoft YaHei"/>
                  <a:cs typeface="Microsoft YaHei"/>
                  <a:sym typeface="Microsoft YaHei"/>
                </a:defRPr>
              </a:pPr>
            </a:p>
          </p:txBody>
        </p:sp>
        <p:sp>
          <p:nvSpPr>
            <p:cNvPr id="1540" name="动作可确认、可追溯、可恢复"/>
            <p:cNvSpPr txBox="1"/>
            <p:nvPr/>
          </p:nvSpPr>
          <p:spPr>
            <a:xfrm>
              <a:off x="0" y="0"/>
              <a:ext cx="4953000" cy="1651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sz="900">
                  <a:solidFill>
                    <a:srgbClr val="46566A"/>
                  </a:solidFill>
                  <a:latin typeface="Microsoft YaHei"/>
                  <a:ea typeface="Microsoft YaHei"/>
                  <a:cs typeface="Microsoft YaHei"/>
                  <a:sym typeface="Microsoft YaHei"/>
                </a:defRPr>
              </a:lvl1pPr>
            </a:lstStyle>
            <a:p>
              <a:pPr/>
              <a:r>
                <a:t>动作可确认、可追溯、可恢复</a:t>
              </a:r>
            </a:p>
          </p:txBody>
        </p:sp>
      </p:grpSp>
      <p:grpSp>
        <p:nvGrpSpPr>
          <p:cNvPr id="1544" name="矩形 1017"/>
          <p:cNvGrpSpPr/>
          <p:nvPr/>
        </p:nvGrpSpPr>
        <p:grpSpPr>
          <a:xfrm>
            <a:off x="1381125" y="5334000"/>
            <a:ext cx="9429750" cy="285750"/>
            <a:chOff x="0" y="0"/>
            <a:chExt cx="9429750" cy="285750"/>
          </a:xfrm>
        </p:grpSpPr>
        <p:sp>
          <p:nvSpPr>
            <p:cNvPr id="1542" name="矩形"/>
            <p:cNvSpPr/>
            <p:nvPr/>
          </p:nvSpPr>
          <p:spPr>
            <a:xfrm>
              <a:off x="0" y="0"/>
              <a:ext cx="9429750" cy="28575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algn="ctr">
                <a:defRPr b="1" sz="1300">
                  <a:solidFill>
                    <a:srgbClr val="082B60"/>
                  </a:solidFill>
                  <a:latin typeface="Microsoft YaHei"/>
                  <a:ea typeface="Microsoft YaHei"/>
                  <a:cs typeface="Microsoft YaHei"/>
                  <a:sym typeface="Microsoft YaHei"/>
                </a:defRPr>
              </a:pPr>
            </a:p>
          </p:txBody>
        </p:sp>
        <p:sp>
          <p:nvSpPr>
            <p:cNvPr id="1543" name="实现重点：算法结果最终进入 PendingAction、Decision、EventLog 和 Snapshot，而不是绕过系统状态直接执行。"/>
            <p:cNvSpPr txBox="1"/>
            <p:nvPr/>
          </p:nvSpPr>
          <p:spPr>
            <a:xfrm>
              <a:off x="0" y="0"/>
              <a:ext cx="9429750" cy="2286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 algn="ctr">
                <a:defRPr b="1" sz="1300">
                  <a:solidFill>
                    <a:srgbClr val="082B60"/>
                  </a:solidFill>
                  <a:latin typeface="Microsoft YaHei"/>
                  <a:ea typeface="Microsoft YaHei"/>
                  <a:cs typeface="Microsoft YaHei"/>
                  <a:sym typeface="Microsoft YaHei"/>
                </a:defRPr>
              </a:lvl1pPr>
            </a:lstStyle>
            <a:p>
              <a:pPr/>
              <a:r>
                <a:t>实现重点：算法结果最终进入 PendingAction、Decision、EventLog 和 Snapshot，而不是绕过系统状态直接执行。</a:t>
              </a:r>
            </a:p>
          </p:txBody>
        </p:sp>
      </p:grpSp>
    </p:spTree>
  </p:cSld>
  <p:clrMapOvr>
    <a:masterClrMapping/>
  </p:clrMapOvr>
  <p:transition xmlns:p14="http://schemas.microsoft.com/office/powerpoint/2010/main" spd="med" advClick="1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" name="矩形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pic>
        <p:nvPicPr>
          <p:cNvPr id="1547" name="image4.png" descr="image4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09550" y="146513"/>
            <a:ext cx="590550" cy="421349"/>
          </a:xfrm>
          <a:prstGeom prst="rect">
            <a:avLst/>
          </a:prstGeom>
          <a:ln w="12700">
            <a:miter lim="400000"/>
          </a:ln>
        </p:spPr>
      </p:pic>
      <p:pic>
        <p:nvPicPr>
          <p:cNvPr id="1548" name="image5.png" descr="image5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0694365" y="133350"/>
            <a:ext cx="690220" cy="457200"/>
          </a:xfrm>
          <a:prstGeom prst="rect">
            <a:avLst/>
          </a:prstGeom>
          <a:ln w="12700">
            <a:miter lim="400000"/>
          </a:ln>
        </p:spPr>
      </p:pic>
      <p:sp>
        <p:nvSpPr>
          <p:cNvPr id="1549" name="矩形"/>
          <p:cNvSpPr/>
          <p:nvPr/>
        </p:nvSpPr>
        <p:spPr>
          <a:xfrm>
            <a:off x="0" y="714375"/>
            <a:ext cx="12192000" cy="28575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550" name="矩形"/>
          <p:cNvSpPr/>
          <p:nvPr/>
        </p:nvSpPr>
        <p:spPr>
          <a:xfrm>
            <a:off x="0" y="771525"/>
            <a:ext cx="12192000" cy="19050"/>
          </a:xfrm>
          <a:prstGeom prst="rect">
            <a:avLst/>
          </a:prstGeom>
          <a:solidFill>
            <a:srgbClr val="8BC7F7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551" name="矩形"/>
          <p:cNvSpPr/>
          <p:nvPr/>
        </p:nvSpPr>
        <p:spPr>
          <a:xfrm>
            <a:off x="2667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552" name="矩形"/>
          <p:cNvSpPr/>
          <p:nvPr/>
        </p:nvSpPr>
        <p:spPr>
          <a:xfrm>
            <a:off x="4191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553" name="矩形"/>
          <p:cNvSpPr/>
          <p:nvPr/>
        </p:nvSpPr>
        <p:spPr>
          <a:xfrm>
            <a:off x="5715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554" name="矩形"/>
          <p:cNvSpPr/>
          <p:nvPr/>
        </p:nvSpPr>
        <p:spPr>
          <a:xfrm>
            <a:off x="7239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555" name="矩形"/>
          <p:cNvSpPr/>
          <p:nvPr/>
        </p:nvSpPr>
        <p:spPr>
          <a:xfrm>
            <a:off x="8763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556" name="矩形"/>
          <p:cNvSpPr/>
          <p:nvPr/>
        </p:nvSpPr>
        <p:spPr>
          <a:xfrm>
            <a:off x="10287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557" name="矩形"/>
          <p:cNvSpPr/>
          <p:nvPr/>
        </p:nvSpPr>
        <p:spPr>
          <a:xfrm>
            <a:off x="11811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558" name="矩形"/>
          <p:cNvSpPr/>
          <p:nvPr/>
        </p:nvSpPr>
        <p:spPr>
          <a:xfrm>
            <a:off x="13335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559" name="矩形"/>
          <p:cNvSpPr/>
          <p:nvPr/>
        </p:nvSpPr>
        <p:spPr>
          <a:xfrm>
            <a:off x="14859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560" name="矩形"/>
          <p:cNvSpPr/>
          <p:nvPr/>
        </p:nvSpPr>
        <p:spPr>
          <a:xfrm>
            <a:off x="16383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561" name="矩形"/>
          <p:cNvSpPr/>
          <p:nvPr/>
        </p:nvSpPr>
        <p:spPr>
          <a:xfrm>
            <a:off x="17907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562" name="矩形"/>
          <p:cNvSpPr/>
          <p:nvPr/>
        </p:nvSpPr>
        <p:spPr>
          <a:xfrm>
            <a:off x="19431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563" name="矩形"/>
          <p:cNvSpPr/>
          <p:nvPr/>
        </p:nvSpPr>
        <p:spPr>
          <a:xfrm>
            <a:off x="20955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564" name="矩形"/>
          <p:cNvSpPr/>
          <p:nvPr/>
        </p:nvSpPr>
        <p:spPr>
          <a:xfrm>
            <a:off x="22479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565" name="矩形"/>
          <p:cNvSpPr/>
          <p:nvPr/>
        </p:nvSpPr>
        <p:spPr>
          <a:xfrm>
            <a:off x="24003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566" name="矩形"/>
          <p:cNvSpPr/>
          <p:nvPr/>
        </p:nvSpPr>
        <p:spPr>
          <a:xfrm>
            <a:off x="25527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567" name="矩形"/>
          <p:cNvSpPr/>
          <p:nvPr/>
        </p:nvSpPr>
        <p:spPr>
          <a:xfrm>
            <a:off x="27051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568" name="矩形"/>
          <p:cNvSpPr/>
          <p:nvPr/>
        </p:nvSpPr>
        <p:spPr>
          <a:xfrm>
            <a:off x="28575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569" name="矩形"/>
          <p:cNvSpPr/>
          <p:nvPr/>
        </p:nvSpPr>
        <p:spPr>
          <a:xfrm>
            <a:off x="30099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570" name="矩形"/>
          <p:cNvSpPr/>
          <p:nvPr/>
        </p:nvSpPr>
        <p:spPr>
          <a:xfrm>
            <a:off x="31623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571" name="矩形"/>
          <p:cNvSpPr/>
          <p:nvPr/>
        </p:nvSpPr>
        <p:spPr>
          <a:xfrm>
            <a:off x="33147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572" name="矩形"/>
          <p:cNvSpPr/>
          <p:nvPr/>
        </p:nvSpPr>
        <p:spPr>
          <a:xfrm>
            <a:off x="34671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573" name="矩形"/>
          <p:cNvSpPr/>
          <p:nvPr/>
        </p:nvSpPr>
        <p:spPr>
          <a:xfrm>
            <a:off x="36195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574" name="矩形"/>
          <p:cNvSpPr/>
          <p:nvPr/>
        </p:nvSpPr>
        <p:spPr>
          <a:xfrm>
            <a:off x="37719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575" name="矩形"/>
          <p:cNvSpPr/>
          <p:nvPr/>
        </p:nvSpPr>
        <p:spPr>
          <a:xfrm>
            <a:off x="39243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576" name="矩形"/>
          <p:cNvSpPr/>
          <p:nvPr/>
        </p:nvSpPr>
        <p:spPr>
          <a:xfrm>
            <a:off x="40767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577" name="矩形"/>
          <p:cNvSpPr/>
          <p:nvPr/>
        </p:nvSpPr>
        <p:spPr>
          <a:xfrm>
            <a:off x="42291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578" name="矩形"/>
          <p:cNvSpPr/>
          <p:nvPr/>
        </p:nvSpPr>
        <p:spPr>
          <a:xfrm>
            <a:off x="43815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579" name="矩形"/>
          <p:cNvSpPr/>
          <p:nvPr/>
        </p:nvSpPr>
        <p:spPr>
          <a:xfrm>
            <a:off x="45339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580" name="矩形"/>
          <p:cNvSpPr/>
          <p:nvPr/>
        </p:nvSpPr>
        <p:spPr>
          <a:xfrm>
            <a:off x="46863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581" name="矩形"/>
          <p:cNvSpPr/>
          <p:nvPr/>
        </p:nvSpPr>
        <p:spPr>
          <a:xfrm>
            <a:off x="48387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582" name="矩形"/>
          <p:cNvSpPr/>
          <p:nvPr/>
        </p:nvSpPr>
        <p:spPr>
          <a:xfrm>
            <a:off x="49911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583" name="矩形"/>
          <p:cNvSpPr/>
          <p:nvPr/>
        </p:nvSpPr>
        <p:spPr>
          <a:xfrm>
            <a:off x="51435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584" name="矩形"/>
          <p:cNvSpPr/>
          <p:nvPr/>
        </p:nvSpPr>
        <p:spPr>
          <a:xfrm>
            <a:off x="52959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585" name="矩形"/>
          <p:cNvSpPr/>
          <p:nvPr/>
        </p:nvSpPr>
        <p:spPr>
          <a:xfrm>
            <a:off x="54483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586" name="矩形"/>
          <p:cNvSpPr/>
          <p:nvPr/>
        </p:nvSpPr>
        <p:spPr>
          <a:xfrm>
            <a:off x="56007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587" name="矩形"/>
          <p:cNvSpPr/>
          <p:nvPr/>
        </p:nvSpPr>
        <p:spPr>
          <a:xfrm>
            <a:off x="57531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588" name="矩形"/>
          <p:cNvSpPr/>
          <p:nvPr/>
        </p:nvSpPr>
        <p:spPr>
          <a:xfrm>
            <a:off x="59055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589" name="矩形"/>
          <p:cNvSpPr/>
          <p:nvPr/>
        </p:nvSpPr>
        <p:spPr>
          <a:xfrm>
            <a:off x="60579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590" name="矩形"/>
          <p:cNvSpPr/>
          <p:nvPr/>
        </p:nvSpPr>
        <p:spPr>
          <a:xfrm>
            <a:off x="62103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591" name="矩形"/>
          <p:cNvSpPr/>
          <p:nvPr/>
        </p:nvSpPr>
        <p:spPr>
          <a:xfrm>
            <a:off x="63627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592" name="矩形"/>
          <p:cNvSpPr/>
          <p:nvPr/>
        </p:nvSpPr>
        <p:spPr>
          <a:xfrm>
            <a:off x="65151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593" name="矩形"/>
          <p:cNvSpPr/>
          <p:nvPr/>
        </p:nvSpPr>
        <p:spPr>
          <a:xfrm>
            <a:off x="66675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594" name="矩形"/>
          <p:cNvSpPr/>
          <p:nvPr/>
        </p:nvSpPr>
        <p:spPr>
          <a:xfrm>
            <a:off x="68199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595" name="矩形"/>
          <p:cNvSpPr/>
          <p:nvPr/>
        </p:nvSpPr>
        <p:spPr>
          <a:xfrm>
            <a:off x="69723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596" name="矩形"/>
          <p:cNvSpPr/>
          <p:nvPr/>
        </p:nvSpPr>
        <p:spPr>
          <a:xfrm>
            <a:off x="71247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597" name="矩形"/>
          <p:cNvSpPr/>
          <p:nvPr/>
        </p:nvSpPr>
        <p:spPr>
          <a:xfrm>
            <a:off x="72771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598" name="矩形"/>
          <p:cNvSpPr/>
          <p:nvPr/>
        </p:nvSpPr>
        <p:spPr>
          <a:xfrm>
            <a:off x="74295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599" name="矩形"/>
          <p:cNvSpPr/>
          <p:nvPr/>
        </p:nvSpPr>
        <p:spPr>
          <a:xfrm>
            <a:off x="75819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600" name="矩形"/>
          <p:cNvSpPr/>
          <p:nvPr/>
        </p:nvSpPr>
        <p:spPr>
          <a:xfrm>
            <a:off x="77343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601" name="矩形"/>
          <p:cNvSpPr/>
          <p:nvPr/>
        </p:nvSpPr>
        <p:spPr>
          <a:xfrm>
            <a:off x="78867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602" name="矩形"/>
          <p:cNvSpPr/>
          <p:nvPr/>
        </p:nvSpPr>
        <p:spPr>
          <a:xfrm>
            <a:off x="80391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603" name="矩形"/>
          <p:cNvSpPr/>
          <p:nvPr/>
        </p:nvSpPr>
        <p:spPr>
          <a:xfrm>
            <a:off x="81915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604" name="矩形"/>
          <p:cNvSpPr/>
          <p:nvPr/>
        </p:nvSpPr>
        <p:spPr>
          <a:xfrm>
            <a:off x="83439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605" name="矩形"/>
          <p:cNvSpPr/>
          <p:nvPr/>
        </p:nvSpPr>
        <p:spPr>
          <a:xfrm>
            <a:off x="84963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606" name="矩形"/>
          <p:cNvSpPr/>
          <p:nvPr/>
        </p:nvSpPr>
        <p:spPr>
          <a:xfrm>
            <a:off x="86487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607" name="矩形"/>
          <p:cNvSpPr/>
          <p:nvPr/>
        </p:nvSpPr>
        <p:spPr>
          <a:xfrm>
            <a:off x="88011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608" name="矩形"/>
          <p:cNvSpPr/>
          <p:nvPr/>
        </p:nvSpPr>
        <p:spPr>
          <a:xfrm>
            <a:off x="89535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609" name="矩形"/>
          <p:cNvSpPr/>
          <p:nvPr/>
        </p:nvSpPr>
        <p:spPr>
          <a:xfrm>
            <a:off x="91059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610" name="矩形"/>
          <p:cNvSpPr/>
          <p:nvPr/>
        </p:nvSpPr>
        <p:spPr>
          <a:xfrm>
            <a:off x="92583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611" name="矩形"/>
          <p:cNvSpPr/>
          <p:nvPr/>
        </p:nvSpPr>
        <p:spPr>
          <a:xfrm>
            <a:off x="94107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612" name="矩形"/>
          <p:cNvSpPr/>
          <p:nvPr/>
        </p:nvSpPr>
        <p:spPr>
          <a:xfrm>
            <a:off x="95631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613" name="矩形"/>
          <p:cNvSpPr/>
          <p:nvPr/>
        </p:nvSpPr>
        <p:spPr>
          <a:xfrm>
            <a:off x="97155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614" name="矩形"/>
          <p:cNvSpPr/>
          <p:nvPr/>
        </p:nvSpPr>
        <p:spPr>
          <a:xfrm>
            <a:off x="98679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615" name="矩形"/>
          <p:cNvSpPr/>
          <p:nvPr/>
        </p:nvSpPr>
        <p:spPr>
          <a:xfrm>
            <a:off x="100203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616" name="矩形"/>
          <p:cNvSpPr/>
          <p:nvPr/>
        </p:nvSpPr>
        <p:spPr>
          <a:xfrm>
            <a:off x="101727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617" name="矩形"/>
          <p:cNvSpPr/>
          <p:nvPr/>
        </p:nvSpPr>
        <p:spPr>
          <a:xfrm>
            <a:off x="103251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pic>
        <p:nvPicPr>
          <p:cNvPr id="1618" name="image3.png" descr="image3.png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400050" y="6535384"/>
            <a:ext cx="2000250" cy="197559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1621" name="矩形 982"/>
          <p:cNvGrpSpPr/>
          <p:nvPr/>
        </p:nvGrpSpPr>
        <p:grpSpPr>
          <a:xfrm>
            <a:off x="1000125" y="200025"/>
            <a:ext cx="7239000" cy="457200"/>
            <a:chOff x="0" y="0"/>
            <a:chExt cx="7239000" cy="457200"/>
          </a:xfrm>
        </p:grpSpPr>
        <p:sp>
          <p:nvSpPr>
            <p:cNvPr id="1619" name="矩形"/>
            <p:cNvSpPr/>
            <p:nvPr/>
          </p:nvSpPr>
          <p:spPr>
            <a:xfrm>
              <a:off x="0" y="0"/>
              <a:ext cx="7239000" cy="4572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b="1" sz="2200">
                  <a:solidFill>
                    <a:srgbClr val="0052A5"/>
                  </a:solidFill>
                  <a:latin typeface="Microsoft YaHei"/>
                  <a:ea typeface="Microsoft YaHei"/>
                  <a:cs typeface="Microsoft YaHei"/>
                  <a:sym typeface="Microsoft YaHei"/>
                </a:defRPr>
              </a:pPr>
            </a:p>
          </p:txBody>
        </p:sp>
        <p:sp>
          <p:nvSpPr>
            <p:cNvPr id="1620" name="验证：系统测试 + 84-run 消融"/>
            <p:cNvSpPr txBox="1"/>
            <p:nvPr/>
          </p:nvSpPr>
          <p:spPr>
            <a:xfrm>
              <a:off x="0" y="38100"/>
              <a:ext cx="7239000" cy="3810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>
                <a:defRPr b="1" sz="2200">
                  <a:solidFill>
                    <a:srgbClr val="0052A5"/>
                  </a:solidFill>
                  <a:latin typeface="Microsoft YaHei"/>
                  <a:ea typeface="Microsoft YaHei"/>
                  <a:cs typeface="Microsoft YaHei"/>
                  <a:sym typeface="Microsoft YaHei"/>
                </a:defRPr>
              </a:lvl1pPr>
            </a:lstStyle>
            <a:p>
              <a:pPr/>
              <a:r>
                <a:t>验证：系统测试 + 84-run 消融</a:t>
              </a:r>
            </a:p>
          </p:txBody>
        </p:sp>
      </p:grpSp>
      <p:grpSp>
        <p:nvGrpSpPr>
          <p:cNvPr id="1624" name="矩形 983"/>
          <p:cNvGrpSpPr/>
          <p:nvPr/>
        </p:nvGrpSpPr>
        <p:grpSpPr>
          <a:xfrm>
            <a:off x="8667750" y="228600"/>
            <a:ext cx="1428750" cy="209550"/>
            <a:chOff x="0" y="0"/>
            <a:chExt cx="1428750" cy="209550"/>
          </a:xfrm>
        </p:grpSpPr>
        <p:sp>
          <p:nvSpPr>
            <p:cNvPr id="1622" name="矩形"/>
            <p:cNvSpPr/>
            <p:nvPr/>
          </p:nvSpPr>
          <p:spPr>
            <a:xfrm>
              <a:off x="0" y="0"/>
              <a:ext cx="1428750" cy="20955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b="1" sz="700">
                  <a:solidFill>
                    <a:srgbClr val="6B7280"/>
                  </a:solidFill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1623" name="VALIDATION"/>
            <p:cNvSpPr txBox="1"/>
            <p:nvPr/>
          </p:nvSpPr>
          <p:spPr>
            <a:xfrm>
              <a:off x="0" y="41274"/>
              <a:ext cx="1428750" cy="1270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>
                <a:defRPr b="1" sz="700">
                  <a:solidFill>
                    <a:srgbClr val="6B728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VALIDATION</a:t>
              </a:r>
            </a:p>
          </p:txBody>
        </p:sp>
      </p:grpSp>
      <p:grpSp>
        <p:nvGrpSpPr>
          <p:cNvPr id="1627" name="矩形 984"/>
          <p:cNvGrpSpPr/>
          <p:nvPr/>
        </p:nvGrpSpPr>
        <p:grpSpPr>
          <a:xfrm>
            <a:off x="11696700" y="6419850"/>
            <a:ext cx="323850" cy="266700"/>
            <a:chOff x="0" y="0"/>
            <a:chExt cx="323850" cy="266700"/>
          </a:xfrm>
        </p:grpSpPr>
        <p:sp>
          <p:nvSpPr>
            <p:cNvPr id="1625" name="矩形"/>
            <p:cNvSpPr/>
            <p:nvPr/>
          </p:nvSpPr>
          <p:spPr>
            <a:xfrm>
              <a:off x="0" y="0"/>
              <a:ext cx="323850" cy="2667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algn="ctr">
                <a:defRPr b="1" sz="1300">
                  <a:solidFill>
                    <a:srgbClr val="8A8A8A"/>
                  </a:solidFill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1626" name="12"/>
            <p:cNvSpPr txBox="1"/>
            <p:nvPr/>
          </p:nvSpPr>
          <p:spPr>
            <a:xfrm>
              <a:off x="0" y="0"/>
              <a:ext cx="323850" cy="18509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 algn="ctr">
                <a:defRPr b="1" sz="1300">
                  <a:solidFill>
                    <a:srgbClr val="8A8A8A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12</a:t>
              </a:r>
            </a:p>
          </p:txBody>
        </p:sp>
      </p:grpSp>
      <p:sp>
        <p:nvSpPr>
          <p:cNvPr id="1628" name="圆角矩形 985"/>
          <p:cNvSpPr/>
          <p:nvPr/>
        </p:nvSpPr>
        <p:spPr>
          <a:xfrm>
            <a:off x="838200" y="1143000"/>
            <a:ext cx="1428750" cy="819150"/>
          </a:xfrm>
          <a:prstGeom prst="roundRect">
            <a:avLst>
              <a:gd name="adj" fmla="val 9302"/>
            </a:avLst>
          </a:prstGeom>
          <a:solidFill>
            <a:srgbClr val="F5F9FE"/>
          </a:solidFill>
          <a:ln>
            <a:solidFill>
              <a:srgbClr val="C9DDF1"/>
            </a:solidFill>
          </a:ln>
        </p:spPr>
        <p:txBody>
          <a:bodyPr lIns="45719" rIns="45719"/>
          <a:lstStyle/>
          <a:p>
            <a:pPr/>
          </a:p>
        </p:txBody>
      </p:sp>
      <p:grpSp>
        <p:nvGrpSpPr>
          <p:cNvPr id="1631" name="矩形 986"/>
          <p:cNvGrpSpPr/>
          <p:nvPr/>
        </p:nvGrpSpPr>
        <p:grpSpPr>
          <a:xfrm>
            <a:off x="838200" y="1238250"/>
            <a:ext cx="1428750" cy="342900"/>
            <a:chOff x="0" y="0"/>
            <a:chExt cx="1428750" cy="342900"/>
          </a:xfrm>
        </p:grpSpPr>
        <p:sp>
          <p:nvSpPr>
            <p:cNvPr id="1629" name="矩形"/>
            <p:cNvSpPr/>
            <p:nvPr/>
          </p:nvSpPr>
          <p:spPr>
            <a:xfrm>
              <a:off x="0" y="0"/>
              <a:ext cx="1428750" cy="3429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algn="ctr">
                <a:defRPr b="1" sz="2200">
                  <a:solidFill>
                    <a:srgbClr val="0052A5"/>
                  </a:solidFill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1630" name="13"/>
            <p:cNvSpPr txBox="1"/>
            <p:nvPr/>
          </p:nvSpPr>
          <p:spPr>
            <a:xfrm>
              <a:off x="0" y="0"/>
              <a:ext cx="1428750" cy="32106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 algn="ctr">
                <a:defRPr b="1" sz="2200">
                  <a:solidFill>
                    <a:srgbClr val="0052A5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13</a:t>
              </a:r>
            </a:p>
          </p:txBody>
        </p:sp>
      </p:grpSp>
      <p:grpSp>
        <p:nvGrpSpPr>
          <p:cNvPr id="1634" name="矩形 987"/>
          <p:cNvGrpSpPr/>
          <p:nvPr/>
        </p:nvGrpSpPr>
        <p:grpSpPr>
          <a:xfrm>
            <a:off x="933450" y="1638300"/>
            <a:ext cx="1238250" cy="247650"/>
            <a:chOff x="0" y="0"/>
            <a:chExt cx="1238250" cy="247650"/>
          </a:xfrm>
        </p:grpSpPr>
        <p:sp>
          <p:nvSpPr>
            <p:cNvPr id="1632" name="矩形"/>
            <p:cNvSpPr/>
            <p:nvPr/>
          </p:nvSpPr>
          <p:spPr>
            <a:xfrm>
              <a:off x="0" y="0"/>
              <a:ext cx="1238250" cy="24765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algn="ctr">
                <a:defRPr sz="900">
                  <a:solidFill>
                    <a:srgbClr val="46566A"/>
                  </a:solidFill>
                  <a:latin typeface="Microsoft YaHei"/>
                  <a:ea typeface="Microsoft YaHei"/>
                  <a:cs typeface="Microsoft YaHei"/>
                  <a:sym typeface="Microsoft YaHei"/>
                </a:defRPr>
              </a:pPr>
            </a:p>
          </p:txBody>
        </p:sp>
        <p:sp>
          <p:nvSpPr>
            <p:cNvPr id="1633" name="测试用例"/>
            <p:cNvSpPr txBox="1"/>
            <p:nvPr/>
          </p:nvSpPr>
          <p:spPr>
            <a:xfrm>
              <a:off x="0" y="0"/>
              <a:ext cx="1238250" cy="1651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 algn="ctr">
                <a:defRPr sz="900">
                  <a:solidFill>
                    <a:srgbClr val="46566A"/>
                  </a:solidFill>
                  <a:latin typeface="Microsoft YaHei"/>
                  <a:ea typeface="Microsoft YaHei"/>
                  <a:cs typeface="Microsoft YaHei"/>
                  <a:sym typeface="Microsoft YaHei"/>
                </a:defRPr>
              </a:lvl1pPr>
            </a:lstStyle>
            <a:p>
              <a:pPr/>
              <a:r>
                <a:t>测试用例</a:t>
              </a:r>
            </a:p>
          </p:txBody>
        </p:sp>
      </p:grpSp>
      <p:sp>
        <p:nvSpPr>
          <p:cNvPr id="1635" name="圆角矩形 988"/>
          <p:cNvSpPr/>
          <p:nvPr/>
        </p:nvSpPr>
        <p:spPr>
          <a:xfrm>
            <a:off x="2524125" y="1143000"/>
            <a:ext cx="1428750" cy="819150"/>
          </a:xfrm>
          <a:prstGeom prst="roundRect">
            <a:avLst>
              <a:gd name="adj" fmla="val 9302"/>
            </a:avLst>
          </a:prstGeom>
          <a:solidFill>
            <a:srgbClr val="F5F9FE"/>
          </a:solidFill>
          <a:ln>
            <a:solidFill>
              <a:srgbClr val="C9DDF1"/>
            </a:solidFill>
          </a:ln>
        </p:spPr>
        <p:txBody>
          <a:bodyPr lIns="45719" rIns="45719"/>
          <a:lstStyle/>
          <a:p>
            <a:pPr/>
          </a:p>
        </p:txBody>
      </p:sp>
      <p:grpSp>
        <p:nvGrpSpPr>
          <p:cNvPr id="1638" name="矩形 989"/>
          <p:cNvGrpSpPr/>
          <p:nvPr/>
        </p:nvGrpSpPr>
        <p:grpSpPr>
          <a:xfrm>
            <a:off x="2524125" y="1238250"/>
            <a:ext cx="1428750" cy="342900"/>
            <a:chOff x="0" y="0"/>
            <a:chExt cx="1428750" cy="342900"/>
          </a:xfrm>
        </p:grpSpPr>
        <p:sp>
          <p:nvSpPr>
            <p:cNvPr id="1636" name="矩形"/>
            <p:cNvSpPr/>
            <p:nvPr/>
          </p:nvSpPr>
          <p:spPr>
            <a:xfrm>
              <a:off x="0" y="0"/>
              <a:ext cx="1428750" cy="3429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algn="ctr">
                <a:defRPr b="1" sz="2200">
                  <a:solidFill>
                    <a:srgbClr val="2F9D68"/>
                  </a:solidFill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1637" name="12"/>
            <p:cNvSpPr txBox="1"/>
            <p:nvPr/>
          </p:nvSpPr>
          <p:spPr>
            <a:xfrm>
              <a:off x="0" y="0"/>
              <a:ext cx="1428750" cy="32106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 algn="ctr">
                <a:defRPr b="1" sz="2200">
                  <a:solidFill>
                    <a:srgbClr val="2F9D68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12</a:t>
              </a:r>
            </a:p>
          </p:txBody>
        </p:sp>
      </p:grpSp>
      <p:grpSp>
        <p:nvGrpSpPr>
          <p:cNvPr id="1641" name="矩形 990"/>
          <p:cNvGrpSpPr/>
          <p:nvPr/>
        </p:nvGrpSpPr>
        <p:grpSpPr>
          <a:xfrm>
            <a:off x="2619375" y="1638300"/>
            <a:ext cx="1238250" cy="247650"/>
            <a:chOff x="0" y="0"/>
            <a:chExt cx="1238250" cy="247650"/>
          </a:xfrm>
        </p:grpSpPr>
        <p:sp>
          <p:nvSpPr>
            <p:cNvPr id="1639" name="矩形"/>
            <p:cNvSpPr/>
            <p:nvPr/>
          </p:nvSpPr>
          <p:spPr>
            <a:xfrm>
              <a:off x="0" y="0"/>
              <a:ext cx="1238250" cy="24765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algn="ctr">
                <a:defRPr sz="900">
                  <a:solidFill>
                    <a:srgbClr val="46566A"/>
                  </a:solidFill>
                  <a:latin typeface="Microsoft YaHei"/>
                  <a:ea typeface="Microsoft YaHei"/>
                  <a:cs typeface="Microsoft YaHei"/>
                  <a:sym typeface="Microsoft YaHei"/>
                </a:defRPr>
              </a:pPr>
            </a:p>
          </p:txBody>
        </p:sp>
        <p:sp>
          <p:nvSpPr>
            <p:cNvPr id="1640" name="通过"/>
            <p:cNvSpPr txBox="1"/>
            <p:nvPr/>
          </p:nvSpPr>
          <p:spPr>
            <a:xfrm>
              <a:off x="0" y="0"/>
              <a:ext cx="1238250" cy="1651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 algn="ctr">
                <a:defRPr sz="900">
                  <a:solidFill>
                    <a:srgbClr val="46566A"/>
                  </a:solidFill>
                  <a:latin typeface="Microsoft YaHei"/>
                  <a:ea typeface="Microsoft YaHei"/>
                  <a:cs typeface="Microsoft YaHei"/>
                  <a:sym typeface="Microsoft YaHei"/>
                </a:defRPr>
              </a:lvl1pPr>
            </a:lstStyle>
            <a:p>
              <a:pPr/>
              <a:r>
                <a:t>通过</a:t>
              </a:r>
            </a:p>
          </p:txBody>
        </p:sp>
      </p:grpSp>
      <p:sp>
        <p:nvSpPr>
          <p:cNvPr id="1642" name="圆角矩形 991"/>
          <p:cNvSpPr/>
          <p:nvPr/>
        </p:nvSpPr>
        <p:spPr>
          <a:xfrm>
            <a:off x="4210050" y="1143000"/>
            <a:ext cx="1428750" cy="819150"/>
          </a:xfrm>
          <a:prstGeom prst="roundRect">
            <a:avLst>
              <a:gd name="adj" fmla="val 9302"/>
            </a:avLst>
          </a:prstGeom>
          <a:solidFill>
            <a:srgbClr val="F5F9FE"/>
          </a:solidFill>
          <a:ln>
            <a:solidFill>
              <a:srgbClr val="C9DDF1"/>
            </a:solidFill>
          </a:ln>
        </p:spPr>
        <p:txBody>
          <a:bodyPr lIns="45719" rIns="45719"/>
          <a:lstStyle/>
          <a:p>
            <a:pPr/>
          </a:p>
        </p:txBody>
      </p:sp>
      <p:grpSp>
        <p:nvGrpSpPr>
          <p:cNvPr id="1645" name="矩形 992"/>
          <p:cNvGrpSpPr/>
          <p:nvPr/>
        </p:nvGrpSpPr>
        <p:grpSpPr>
          <a:xfrm>
            <a:off x="4210050" y="1238250"/>
            <a:ext cx="1428750" cy="342900"/>
            <a:chOff x="0" y="0"/>
            <a:chExt cx="1428750" cy="342900"/>
          </a:xfrm>
        </p:grpSpPr>
        <p:sp>
          <p:nvSpPr>
            <p:cNvPr id="1643" name="矩形"/>
            <p:cNvSpPr/>
            <p:nvPr/>
          </p:nvSpPr>
          <p:spPr>
            <a:xfrm>
              <a:off x="0" y="0"/>
              <a:ext cx="1428750" cy="3429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algn="ctr">
                <a:defRPr b="1" sz="2200">
                  <a:solidFill>
                    <a:srgbClr val="D9A12A"/>
                  </a:solidFill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1644" name="1"/>
            <p:cNvSpPr txBox="1"/>
            <p:nvPr/>
          </p:nvSpPr>
          <p:spPr>
            <a:xfrm>
              <a:off x="0" y="0"/>
              <a:ext cx="1428750" cy="32106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 algn="ctr">
                <a:defRPr b="1" sz="2200">
                  <a:solidFill>
                    <a:srgbClr val="D9A12A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1</a:t>
              </a:r>
            </a:p>
          </p:txBody>
        </p:sp>
      </p:grpSp>
      <p:grpSp>
        <p:nvGrpSpPr>
          <p:cNvPr id="1648" name="矩形 993"/>
          <p:cNvGrpSpPr/>
          <p:nvPr/>
        </p:nvGrpSpPr>
        <p:grpSpPr>
          <a:xfrm>
            <a:off x="4305300" y="1638300"/>
            <a:ext cx="1238250" cy="247650"/>
            <a:chOff x="0" y="0"/>
            <a:chExt cx="1238250" cy="247650"/>
          </a:xfrm>
        </p:grpSpPr>
        <p:sp>
          <p:nvSpPr>
            <p:cNvPr id="1646" name="矩形"/>
            <p:cNvSpPr/>
            <p:nvPr/>
          </p:nvSpPr>
          <p:spPr>
            <a:xfrm>
              <a:off x="0" y="0"/>
              <a:ext cx="1238250" cy="24765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algn="ctr">
                <a:defRPr sz="900">
                  <a:solidFill>
                    <a:srgbClr val="46566A"/>
                  </a:solidFill>
                  <a:latin typeface="Microsoft YaHei"/>
                  <a:ea typeface="Microsoft YaHei"/>
                  <a:cs typeface="Microsoft YaHei"/>
                  <a:sym typeface="Microsoft YaHei"/>
                </a:defRPr>
              </a:pPr>
            </a:p>
          </p:txBody>
        </p:sp>
        <p:sp>
          <p:nvSpPr>
            <p:cNvPr id="1647" name="CLI 部分通过"/>
            <p:cNvSpPr txBox="1"/>
            <p:nvPr/>
          </p:nvSpPr>
          <p:spPr>
            <a:xfrm>
              <a:off x="0" y="0"/>
              <a:ext cx="1238250" cy="1651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 algn="ctr">
                <a:defRPr sz="900">
                  <a:solidFill>
                    <a:srgbClr val="46566A"/>
                  </a:solidFill>
                  <a:latin typeface="Microsoft YaHei"/>
                  <a:ea typeface="Microsoft YaHei"/>
                  <a:cs typeface="Microsoft YaHei"/>
                  <a:sym typeface="Microsoft YaHei"/>
                </a:defRPr>
              </a:lvl1pPr>
            </a:lstStyle>
            <a:p>
              <a:pPr/>
              <a:r>
                <a:t>CLI 部分通过</a:t>
              </a:r>
            </a:p>
          </p:txBody>
        </p:sp>
      </p:grpSp>
      <p:sp>
        <p:nvSpPr>
          <p:cNvPr id="1649" name="圆角矩形 994"/>
          <p:cNvSpPr/>
          <p:nvPr/>
        </p:nvSpPr>
        <p:spPr>
          <a:xfrm>
            <a:off x="6762750" y="1143000"/>
            <a:ext cx="1428750" cy="819150"/>
          </a:xfrm>
          <a:prstGeom prst="roundRect">
            <a:avLst>
              <a:gd name="adj" fmla="val 9302"/>
            </a:avLst>
          </a:prstGeom>
          <a:solidFill>
            <a:srgbClr val="F5F9FE"/>
          </a:solidFill>
          <a:ln>
            <a:solidFill>
              <a:srgbClr val="C9DDF1"/>
            </a:solidFill>
          </a:ln>
        </p:spPr>
        <p:txBody>
          <a:bodyPr lIns="45719" rIns="45719"/>
          <a:lstStyle/>
          <a:p>
            <a:pPr/>
          </a:p>
        </p:txBody>
      </p:sp>
      <p:grpSp>
        <p:nvGrpSpPr>
          <p:cNvPr id="1652" name="矩形 995"/>
          <p:cNvGrpSpPr/>
          <p:nvPr/>
        </p:nvGrpSpPr>
        <p:grpSpPr>
          <a:xfrm>
            <a:off x="6762750" y="1238250"/>
            <a:ext cx="1428750" cy="342900"/>
            <a:chOff x="0" y="0"/>
            <a:chExt cx="1428750" cy="342900"/>
          </a:xfrm>
        </p:grpSpPr>
        <p:sp>
          <p:nvSpPr>
            <p:cNvPr id="1650" name="矩形"/>
            <p:cNvSpPr/>
            <p:nvPr/>
          </p:nvSpPr>
          <p:spPr>
            <a:xfrm>
              <a:off x="0" y="0"/>
              <a:ext cx="1428750" cy="3429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algn="ctr">
                <a:defRPr b="1" sz="2200">
                  <a:solidFill>
                    <a:srgbClr val="0052A5"/>
                  </a:solidFill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1651" name="81/84"/>
            <p:cNvSpPr txBox="1"/>
            <p:nvPr/>
          </p:nvSpPr>
          <p:spPr>
            <a:xfrm>
              <a:off x="0" y="0"/>
              <a:ext cx="1428750" cy="32106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 algn="ctr">
                <a:defRPr b="1" sz="2200">
                  <a:solidFill>
                    <a:srgbClr val="0052A5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81/84</a:t>
              </a:r>
            </a:p>
          </p:txBody>
        </p:sp>
      </p:grpSp>
      <p:grpSp>
        <p:nvGrpSpPr>
          <p:cNvPr id="1655" name="矩形 996"/>
          <p:cNvGrpSpPr/>
          <p:nvPr/>
        </p:nvGrpSpPr>
        <p:grpSpPr>
          <a:xfrm>
            <a:off x="6858000" y="1638300"/>
            <a:ext cx="1238250" cy="247650"/>
            <a:chOff x="0" y="0"/>
            <a:chExt cx="1238250" cy="247650"/>
          </a:xfrm>
        </p:grpSpPr>
        <p:sp>
          <p:nvSpPr>
            <p:cNvPr id="1653" name="矩形"/>
            <p:cNvSpPr/>
            <p:nvPr/>
          </p:nvSpPr>
          <p:spPr>
            <a:xfrm>
              <a:off x="0" y="0"/>
              <a:ext cx="1238250" cy="24765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algn="ctr">
                <a:defRPr sz="900">
                  <a:solidFill>
                    <a:srgbClr val="46566A"/>
                  </a:solidFill>
                  <a:latin typeface="Microsoft YaHei"/>
                  <a:ea typeface="Microsoft YaHei"/>
                  <a:cs typeface="Microsoft YaHei"/>
                  <a:sym typeface="Microsoft YaHei"/>
                </a:defRPr>
              </a:pPr>
            </a:p>
          </p:txBody>
        </p:sp>
        <p:sp>
          <p:nvSpPr>
            <p:cNvPr id="1654" name="DONE 终态"/>
            <p:cNvSpPr txBox="1"/>
            <p:nvPr/>
          </p:nvSpPr>
          <p:spPr>
            <a:xfrm>
              <a:off x="0" y="0"/>
              <a:ext cx="1238250" cy="1651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 algn="ctr">
                <a:defRPr sz="900">
                  <a:solidFill>
                    <a:srgbClr val="46566A"/>
                  </a:solidFill>
                  <a:latin typeface="Microsoft YaHei"/>
                  <a:ea typeface="Microsoft YaHei"/>
                  <a:cs typeface="Microsoft YaHei"/>
                  <a:sym typeface="Microsoft YaHei"/>
                </a:defRPr>
              </a:lvl1pPr>
            </a:lstStyle>
            <a:p>
              <a:pPr/>
              <a:r>
                <a:t>DONE 终态</a:t>
              </a:r>
            </a:p>
          </p:txBody>
        </p:sp>
      </p:grpSp>
      <p:sp>
        <p:nvSpPr>
          <p:cNvPr id="1656" name="圆角矩形 997"/>
          <p:cNvSpPr/>
          <p:nvPr/>
        </p:nvSpPr>
        <p:spPr>
          <a:xfrm>
            <a:off x="8448675" y="1143000"/>
            <a:ext cx="1428750" cy="819150"/>
          </a:xfrm>
          <a:prstGeom prst="roundRect">
            <a:avLst>
              <a:gd name="adj" fmla="val 9302"/>
            </a:avLst>
          </a:prstGeom>
          <a:solidFill>
            <a:srgbClr val="F5F9FE"/>
          </a:solidFill>
          <a:ln>
            <a:solidFill>
              <a:srgbClr val="C9DDF1"/>
            </a:solidFill>
          </a:ln>
        </p:spPr>
        <p:txBody>
          <a:bodyPr lIns="45719" rIns="45719"/>
          <a:lstStyle/>
          <a:p>
            <a:pPr/>
          </a:p>
        </p:txBody>
      </p:sp>
      <p:grpSp>
        <p:nvGrpSpPr>
          <p:cNvPr id="1659" name="矩形 998"/>
          <p:cNvGrpSpPr/>
          <p:nvPr/>
        </p:nvGrpSpPr>
        <p:grpSpPr>
          <a:xfrm>
            <a:off x="8448675" y="1238250"/>
            <a:ext cx="1428750" cy="342900"/>
            <a:chOff x="0" y="0"/>
            <a:chExt cx="1428750" cy="342900"/>
          </a:xfrm>
        </p:grpSpPr>
        <p:sp>
          <p:nvSpPr>
            <p:cNvPr id="1657" name="矩形"/>
            <p:cNvSpPr/>
            <p:nvPr/>
          </p:nvSpPr>
          <p:spPr>
            <a:xfrm>
              <a:off x="0" y="0"/>
              <a:ext cx="1428750" cy="3429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algn="ctr">
                <a:defRPr b="1" sz="2200">
                  <a:solidFill>
                    <a:srgbClr val="2F9D68"/>
                  </a:solidFill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1658" name="21/21"/>
            <p:cNvSpPr txBox="1"/>
            <p:nvPr/>
          </p:nvSpPr>
          <p:spPr>
            <a:xfrm>
              <a:off x="0" y="0"/>
              <a:ext cx="1428750" cy="32106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 algn="ctr">
                <a:defRPr b="1" sz="2200">
                  <a:solidFill>
                    <a:srgbClr val="2F9D68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21/21</a:t>
              </a:r>
            </a:p>
          </p:txBody>
        </p:sp>
      </p:grpSp>
      <p:grpSp>
        <p:nvGrpSpPr>
          <p:cNvPr id="1662" name="矩形 999"/>
          <p:cNvGrpSpPr/>
          <p:nvPr/>
        </p:nvGrpSpPr>
        <p:grpSpPr>
          <a:xfrm>
            <a:off x="8543925" y="1638300"/>
            <a:ext cx="1238250" cy="247650"/>
            <a:chOff x="0" y="0"/>
            <a:chExt cx="1238250" cy="247650"/>
          </a:xfrm>
        </p:grpSpPr>
        <p:sp>
          <p:nvSpPr>
            <p:cNvPr id="1660" name="矩形"/>
            <p:cNvSpPr/>
            <p:nvPr/>
          </p:nvSpPr>
          <p:spPr>
            <a:xfrm>
              <a:off x="0" y="0"/>
              <a:ext cx="1238250" cy="24765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algn="ctr">
                <a:defRPr sz="900">
                  <a:solidFill>
                    <a:srgbClr val="46566A"/>
                  </a:solidFill>
                  <a:latin typeface="Microsoft YaHei"/>
                  <a:ea typeface="Microsoft YaHei"/>
                  <a:cs typeface="Microsoft YaHei"/>
                  <a:sym typeface="Microsoft YaHei"/>
                </a:defRPr>
              </a:pPr>
            </a:p>
          </p:txBody>
        </p:sp>
        <p:sp>
          <p:nvSpPr>
            <p:cNvPr id="1661" name="lite 产生 RuntimeState"/>
            <p:cNvSpPr txBox="1"/>
            <p:nvPr/>
          </p:nvSpPr>
          <p:spPr>
            <a:xfrm>
              <a:off x="0" y="0"/>
              <a:ext cx="1238250" cy="1651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 algn="ctr">
                <a:defRPr sz="900">
                  <a:solidFill>
                    <a:srgbClr val="46566A"/>
                  </a:solidFill>
                  <a:latin typeface="Microsoft YaHei"/>
                  <a:ea typeface="Microsoft YaHei"/>
                  <a:cs typeface="Microsoft YaHei"/>
                  <a:sym typeface="Microsoft YaHei"/>
                </a:defRPr>
              </a:lvl1pPr>
            </a:lstStyle>
            <a:p>
              <a:pPr/>
              <a:r>
                <a:t>lite 产生 RuntimeState</a:t>
              </a:r>
            </a:p>
          </p:txBody>
        </p:sp>
      </p:grpSp>
      <p:sp>
        <p:nvSpPr>
          <p:cNvPr id="1663" name="圆角矩形 1000"/>
          <p:cNvSpPr/>
          <p:nvPr/>
        </p:nvSpPr>
        <p:spPr>
          <a:xfrm>
            <a:off x="857250" y="2476500"/>
            <a:ext cx="4333875" cy="1714500"/>
          </a:xfrm>
          <a:prstGeom prst="roundRect">
            <a:avLst>
              <a:gd name="adj" fmla="val 4444"/>
            </a:avLst>
          </a:prstGeom>
          <a:solidFill>
            <a:srgbClr val="F5F9FE"/>
          </a:solidFill>
          <a:ln>
            <a:solidFill>
              <a:srgbClr val="C9DDF1"/>
            </a:solidFill>
          </a:ln>
        </p:spPr>
        <p:txBody>
          <a:bodyPr lIns="45719" rIns="45719"/>
          <a:lstStyle/>
          <a:p>
            <a:pPr/>
          </a:p>
        </p:txBody>
      </p:sp>
      <p:grpSp>
        <p:nvGrpSpPr>
          <p:cNvPr id="1666" name="矩形 1001"/>
          <p:cNvGrpSpPr/>
          <p:nvPr/>
        </p:nvGrpSpPr>
        <p:grpSpPr>
          <a:xfrm>
            <a:off x="1028700" y="2609850"/>
            <a:ext cx="3990975" cy="228600"/>
            <a:chOff x="0" y="0"/>
            <a:chExt cx="3990975" cy="228600"/>
          </a:xfrm>
        </p:grpSpPr>
        <p:sp>
          <p:nvSpPr>
            <p:cNvPr id="1664" name="矩形"/>
            <p:cNvSpPr/>
            <p:nvPr/>
          </p:nvSpPr>
          <p:spPr>
            <a:xfrm>
              <a:off x="0" y="0"/>
              <a:ext cx="3990975" cy="2286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b="1" sz="1300">
                  <a:solidFill>
                    <a:srgbClr val="0052A5"/>
                  </a:solidFill>
                  <a:latin typeface="Microsoft YaHei"/>
                  <a:ea typeface="Microsoft YaHei"/>
                  <a:cs typeface="Microsoft YaHei"/>
                  <a:sym typeface="Microsoft YaHei"/>
                </a:defRPr>
              </a:pPr>
            </a:p>
          </p:txBody>
        </p:sp>
        <p:sp>
          <p:nvSpPr>
            <p:cNvPr id="1665" name="系统测试覆盖"/>
            <p:cNvSpPr txBox="1"/>
            <p:nvPr/>
          </p:nvSpPr>
          <p:spPr>
            <a:xfrm>
              <a:off x="0" y="0"/>
              <a:ext cx="3990975" cy="2286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b="1" sz="1300">
                  <a:solidFill>
                    <a:srgbClr val="0052A5"/>
                  </a:solidFill>
                  <a:latin typeface="Microsoft YaHei"/>
                  <a:ea typeface="Microsoft YaHei"/>
                  <a:cs typeface="Microsoft YaHei"/>
                  <a:sym typeface="Microsoft YaHei"/>
                </a:defRPr>
              </a:lvl1pPr>
            </a:lstStyle>
            <a:p>
              <a:pPr/>
              <a:r>
                <a:t>系统测试覆盖</a:t>
              </a:r>
            </a:p>
          </p:txBody>
        </p:sp>
      </p:grpSp>
      <p:grpSp>
        <p:nvGrpSpPr>
          <p:cNvPr id="1669" name="矩形 1002"/>
          <p:cNvGrpSpPr/>
          <p:nvPr/>
        </p:nvGrpSpPr>
        <p:grpSpPr>
          <a:xfrm>
            <a:off x="1028700" y="2914650"/>
            <a:ext cx="3990975" cy="1200150"/>
            <a:chOff x="0" y="0"/>
            <a:chExt cx="3990975" cy="1200150"/>
          </a:xfrm>
        </p:grpSpPr>
        <p:sp>
          <p:nvSpPr>
            <p:cNvPr id="1667" name="矩形"/>
            <p:cNvSpPr/>
            <p:nvPr/>
          </p:nvSpPr>
          <p:spPr>
            <a:xfrm>
              <a:off x="0" y="0"/>
              <a:ext cx="3990975" cy="120015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1200">
                  <a:solidFill>
                    <a:srgbClr val="46566A"/>
                  </a:solidFill>
                  <a:latin typeface="Microsoft YaHei"/>
                  <a:ea typeface="Microsoft YaHei"/>
                  <a:cs typeface="Microsoft YaHei"/>
                  <a:sym typeface="Microsoft YaHei"/>
                </a:defRPr>
              </a:pPr>
            </a:p>
          </p:txBody>
        </p:sp>
        <p:sp>
          <p:nvSpPr>
            <p:cNvPr id="1668" name="API / 任务录入…"/>
            <p:cNvSpPr txBox="1"/>
            <p:nvPr/>
          </p:nvSpPr>
          <p:spPr>
            <a:xfrm>
              <a:off x="0" y="0"/>
              <a:ext cx="3990975" cy="10414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/>
            <a:p>
              <a:pPr>
                <a:defRPr sz="1200">
                  <a:solidFill>
                    <a:srgbClr val="46566A"/>
                  </a:solidFill>
                  <a:latin typeface="Microsoft YaHei"/>
                  <a:ea typeface="Microsoft YaHei"/>
                  <a:cs typeface="Microsoft YaHei"/>
                  <a:sym typeface="Microsoft YaHei"/>
                </a:defRPr>
              </a:pPr>
              <a:r>
                <a:t>API / 任务录入</a:t>
              </a:r>
            </a:p>
            <a:p>
              <a:pPr>
                <a:defRPr sz="1200">
                  <a:solidFill>
                    <a:srgbClr val="46566A"/>
                  </a:solidFill>
                  <a:latin typeface="Microsoft YaHei"/>
                  <a:ea typeface="Microsoft YaHei"/>
                  <a:cs typeface="Microsoft YaHei"/>
                  <a:sym typeface="Microsoft YaHei"/>
                </a:defRPr>
              </a:pPr>
              <a:r>
                <a:t>HITL / FSM / 快照</a:t>
              </a:r>
            </a:p>
            <a:p>
              <a:pPr>
                <a:defRPr sz="1200">
                  <a:solidFill>
                    <a:srgbClr val="46566A"/>
                  </a:solidFill>
                  <a:latin typeface="Microsoft YaHei"/>
                  <a:ea typeface="Microsoft YaHei"/>
                  <a:cs typeface="Microsoft YaHei"/>
                  <a:sym typeface="Microsoft YaHei"/>
                </a:defRPr>
              </a:pPr>
              <a:r>
                <a:t>Web / CLI</a:t>
              </a:r>
            </a:p>
            <a:p>
              <a:pPr>
                <a:defRPr sz="1200">
                  <a:solidFill>
                    <a:srgbClr val="46566A"/>
                  </a:solidFill>
                  <a:latin typeface="Microsoft YaHei"/>
                  <a:ea typeface="Microsoft YaHei"/>
                  <a:cs typeface="Microsoft YaHei"/>
                  <a:sym typeface="Microsoft YaHei"/>
                </a:defRPr>
              </a:pPr>
              <a:r>
                <a:t>端到端 / 工具链</a:t>
              </a:r>
            </a:p>
            <a:p>
              <a:pPr>
                <a:defRPr sz="1200">
                  <a:solidFill>
                    <a:srgbClr val="46566A"/>
                  </a:solidFill>
                  <a:latin typeface="Microsoft YaHei"/>
                  <a:ea typeface="Microsoft YaHei"/>
                  <a:cs typeface="Microsoft YaHei"/>
                  <a:sym typeface="Microsoft YaHei"/>
                </a:defRPr>
              </a:pPr>
              <a:r>
                <a:t>异常 / 安全 / 恢复</a:t>
              </a:r>
            </a:p>
          </p:txBody>
        </p:sp>
      </p:grpSp>
      <p:sp>
        <p:nvSpPr>
          <p:cNvPr id="1670" name="圆角矩形 1003"/>
          <p:cNvSpPr/>
          <p:nvPr/>
        </p:nvSpPr>
        <p:spPr>
          <a:xfrm>
            <a:off x="5953125" y="2476500"/>
            <a:ext cx="4333875" cy="1714500"/>
          </a:xfrm>
          <a:prstGeom prst="roundRect">
            <a:avLst>
              <a:gd name="adj" fmla="val 4444"/>
            </a:avLst>
          </a:prstGeom>
          <a:solidFill>
            <a:srgbClr val="EAF3FF"/>
          </a:solidFill>
          <a:ln>
            <a:solidFill>
              <a:srgbClr val="9DC3E6"/>
            </a:solidFill>
          </a:ln>
        </p:spPr>
        <p:txBody>
          <a:bodyPr lIns="45719" rIns="45719"/>
          <a:lstStyle/>
          <a:p>
            <a:pPr/>
          </a:p>
        </p:txBody>
      </p:sp>
      <p:grpSp>
        <p:nvGrpSpPr>
          <p:cNvPr id="1673" name="矩形 1004"/>
          <p:cNvGrpSpPr/>
          <p:nvPr/>
        </p:nvGrpSpPr>
        <p:grpSpPr>
          <a:xfrm>
            <a:off x="6124575" y="2609850"/>
            <a:ext cx="3990975" cy="228600"/>
            <a:chOff x="0" y="0"/>
            <a:chExt cx="3990975" cy="228600"/>
          </a:xfrm>
        </p:grpSpPr>
        <p:sp>
          <p:nvSpPr>
            <p:cNvPr id="1671" name="矩形"/>
            <p:cNvSpPr/>
            <p:nvPr/>
          </p:nvSpPr>
          <p:spPr>
            <a:xfrm>
              <a:off x="0" y="0"/>
              <a:ext cx="3990975" cy="2286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b="1" sz="1300">
                  <a:solidFill>
                    <a:srgbClr val="0052A5"/>
                  </a:solidFill>
                  <a:latin typeface="Microsoft YaHei"/>
                  <a:ea typeface="Microsoft YaHei"/>
                  <a:cs typeface="Microsoft YaHei"/>
                  <a:sym typeface="Microsoft YaHei"/>
                </a:defRPr>
              </a:pPr>
            </a:p>
          </p:txBody>
        </p:sp>
        <p:sp>
          <p:nvSpPr>
            <p:cNvPr id="1672" name="84-run 机制证据"/>
            <p:cNvSpPr txBox="1"/>
            <p:nvPr/>
          </p:nvSpPr>
          <p:spPr>
            <a:xfrm>
              <a:off x="0" y="0"/>
              <a:ext cx="3990975" cy="2286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b="1" sz="1300">
                  <a:solidFill>
                    <a:srgbClr val="0052A5"/>
                  </a:solidFill>
                  <a:latin typeface="Microsoft YaHei"/>
                  <a:ea typeface="Microsoft YaHei"/>
                  <a:cs typeface="Microsoft YaHei"/>
                  <a:sym typeface="Microsoft YaHei"/>
                </a:defRPr>
              </a:lvl1pPr>
            </a:lstStyle>
            <a:p>
              <a:pPr/>
              <a:r>
                <a:t>84-run 机制证据</a:t>
              </a:r>
            </a:p>
          </p:txBody>
        </p:sp>
      </p:grpSp>
      <p:grpSp>
        <p:nvGrpSpPr>
          <p:cNvPr id="1676" name="矩形 1005"/>
          <p:cNvGrpSpPr/>
          <p:nvPr/>
        </p:nvGrpSpPr>
        <p:grpSpPr>
          <a:xfrm>
            <a:off x="6124575" y="2914650"/>
            <a:ext cx="3990975" cy="1200150"/>
            <a:chOff x="0" y="0"/>
            <a:chExt cx="3990975" cy="1200150"/>
          </a:xfrm>
        </p:grpSpPr>
        <p:sp>
          <p:nvSpPr>
            <p:cNvPr id="1674" name="矩形"/>
            <p:cNvSpPr/>
            <p:nvPr/>
          </p:nvSpPr>
          <p:spPr>
            <a:xfrm>
              <a:off x="0" y="0"/>
              <a:ext cx="3990975" cy="120015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1200">
                  <a:solidFill>
                    <a:srgbClr val="46566A"/>
                  </a:solidFill>
                  <a:latin typeface="Microsoft YaHei"/>
                  <a:ea typeface="Microsoft YaHei"/>
                  <a:cs typeface="Microsoft YaHei"/>
                  <a:sym typeface="Microsoft YaHei"/>
                </a:defRPr>
              </a:pPr>
            </a:p>
          </p:txBody>
        </p:sp>
        <p:sp>
          <p:nvSpPr>
            <p:cNvPr id="1675" name="fixed 高代价调用：28…"/>
            <p:cNvSpPr txBox="1"/>
            <p:nvPr/>
          </p:nvSpPr>
          <p:spPr>
            <a:xfrm>
              <a:off x="0" y="0"/>
              <a:ext cx="3990975" cy="8636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/>
            <a:p>
              <a:pPr>
                <a:defRPr sz="1200">
                  <a:solidFill>
                    <a:srgbClr val="46566A"/>
                  </a:solidFill>
                  <a:latin typeface="Microsoft YaHei"/>
                  <a:ea typeface="Microsoft YaHei"/>
                  <a:cs typeface="Microsoft YaHei"/>
                  <a:sym typeface="Microsoft YaHei"/>
                </a:defRPr>
              </a:pPr>
              <a:r>
                <a:t>fixed 高代价调用：28</a:t>
              </a:r>
            </a:p>
            <a:p>
              <a:pPr>
                <a:defRPr sz="1200">
                  <a:solidFill>
                    <a:srgbClr val="46566A"/>
                  </a:solidFill>
                  <a:latin typeface="Microsoft YaHei"/>
                  <a:ea typeface="Microsoft YaHei"/>
                  <a:cs typeface="Microsoft YaHei"/>
                  <a:sym typeface="Microsoft YaHei"/>
                </a:defRPr>
              </a:pPr>
              <a:r>
                <a:t>dynamic / lite 高代价调用：20</a:t>
              </a:r>
            </a:p>
            <a:p>
              <a:pPr>
                <a:defRPr sz="1200">
                  <a:solidFill>
                    <a:srgbClr val="46566A"/>
                  </a:solidFill>
                  <a:latin typeface="Microsoft YaHei"/>
                  <a:ea typeface="Microsoft YaHei"/>
                  <a:cs typeface="Microsoft YaHei"/>
                  <a:sym typeface="Microsoft YaHei"/>
                </a:defRPr>
              </a:pPr>
              <a:r>
                <a:t>相对 fixed 节省：28.6%</a:t>
              </a:r>
            </a:p>
            <a:p>
              <a:pPr>
                <a:defRPr sz="1200">
                  <a:solidFill>
                    <a:srgbClr val="46566A"/>
                  </a:solidFill>
                  <a:latin typeface="Microsoft YaHei"/>
                  <a:ea typeface="Microsoft YaHei"/>
                  <a:cs typeface="Microsoft YaHei"/>
                  <a:sym typeface="Microsoft YaHei"/>
                </a:defRPr>
              </a:pPr>
              <a:r>
                <a:t>成功率优势不作为主要结论</a:t>
              </a:r>
            </a:p>
          </p:txBody>
        </p:sp>
      </p:grpSp>
      <p:grpSp>
        <p:nvGrpSpPr>
          <p:cNvPr id="1679" name="矩形 1006"/>
          <p:cNvGrpSpPr/>
          <p:nvPr/>
        </p:nvGrpSpPr>
        <p:grpSpPr>
          <a:xfrm>
            <a:off x="1524000" y="4953000"/>
            <a:ext cx="9048750" cy="323850"/>
            <a:chOff x="0" y="0"/>
            <a:chExt cx="9048750" cy="323850"/>
          </a:xfrm>
        </p:grpSpPr>
        <p:sp>
          <p:nvSpPr>
            <p:cNvPr id="1677" name="矩形"/>
            <p:cNvSpPr/>
            <p:nvPr/>
          </p:nvSpPr>
          <p:spPr>
            <a:xfrm>
              <a:off x="0" y="0"/>
              <a:ext cx="9048750" cy="32385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algn="ctr">
                <a:defRPr b="1" sz="1500">
                  <a:solidFill>
                    <a:srgbClr val="082B60"/>
                  </a:solidFill>
                  <a:latin typeface="Microsoft YaHei"/>
                  <a:ea typeface="Microsoft YaHei"/>
                  <a:cs typeface="Microsoft YaHei"/>
                  <a:sym typeface="Microsoft YaHei"/>
                </a:defRPr>
              </a:pPr>
            </a:p>
          </p:txBody>
        </p:sp>
        <p:sp>
          <p:nvSpPr>
            <p:cNvPr id="1678" name="结论限定在工作流层：机制可执行、状态可观测、恢复可解释、成本控制有证据。"/>
            <p:cNvSpPr txBox="1"/>
            <p:nvPr/>
          </p:nvSpPr>
          <p:spPr>
            <a:xfrm>
              <a:off x="0" y="0"/>
              <a:ext cx="9048750" cy="2667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 algn="ctr">
                <a:defRPr b="1" sz="1500">
                  <a:solidFill>
                    <a:srgbClr val="082B60"/>
                  </a:solidFill>
                  <a:latin typeface="Microsoft YaHei"/>
                  <a:ea typeface="Microsoft YaHei"/>
                  <a:cs typeface="Microsoft YaHei"/>
                  <a:sym typeface="Microsoft YaHei"/>
                </a:defRPr>
              </a:lvl1pPr>
            </a:lstStyle>
            <a:p>
              <a:pPr/>
              <a:r>
                <a:t>结论限定在工作流层：机制可执行、状态可观测、恢复可解释、成本控制有证据。</a:t>
              </a:r>
            </a:p>
          </p:txBody>
        </p:sp>
      </p:grpSp>
    </p:spTree>
  </p:cSld>
  <p:clrMapOvr>
    <a:masterClrMapping/>
  </p:clrMapOvr>
  <p:transition xmlns:p14="http://schemas.microsoft.com/office/powerpoint/2010/main" spd="med" advClick="1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1" name="矩形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pic>
        <p:nvPicPr>
          <p:cNvPr id="1682" name="image4.png" descr="image4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09550" y="146513"/>
            <a:ext cx="590550" cy="421349"/>
          </a:xfrm>
          <a:prstGeom prst="rect">
            <a:avLst/>
          </a:prstGeom>
          <a:ln w="12700">
            <a:miter lim="400000"/>
          </a:ln>
        </p:spPr>
      </p:pic>
      <p:pic>
        <p:nvPicPr>
          <p:cNvPr id="1683" name="image5.png" descr="image5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0694365" y="133350"/>
            <a:ext cx="690220" cy="457200"/>
          </a:xfrm>
          <a:prstGeom prst="rect">
            <a:avLst/>
          </a:prstGeom>
          <a:ln w="12700">
            <a:miter lim="400000"/>
          </a:ln>
        </p:spPr>
      </p:pic>
      <p:sp>
        <p:nvSpPr>
          <p:cNvPr id="1684" name="矩形"/>
          <p:cNvSpPr/>
          <p:nvPr/>
        </p:nvSpPr>
        <p:spPr>
          <a:xfrm>
            <a:off x="0" y="714375"/>
            <a:ext cx="12192000" cy="28575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685" name="矩形"/>
          <p:cNvSpPr/>
          <p:nvPr/>
        </p:nvSpPr>
        <p:spPr>
          <a:xfrm>
            <a:off x="0" y="771525"/>
            <a:ext cx="12192000" cy="19050"/>
          </a:xfrm>
          <a:prstGeom prst="rect">
            <a:avLst/>
          </a:prstGeom>
          <a:solidFill>
            <a:srgbClr val="8BC7F7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686" name="矩形"/>
          <p:cNvSpPr/>
          <p:nvPr/>
        </p:nvSpPr>
        <p:spPr>
          <a:xfrm>
            <a:off x="2667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687" name="矩形"/>
          <p:cNvSpPr/>
          <p:nvPr/>
        </p:nvSpPr>
        <p:spPr>
          <a:xfrm>
            <a:off x="4191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688" name="矩形"/>
          <p:cNvSpPr/>
          <p:nvPr/>
        </p:nvSpPr>
        <p:spPr>
          <a:xfrm>
            <a:off x="5715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689" name="矩形"/>
          <p:cNvSpPr/>
          <p:nvPr/>
        </p:nvSpPr>
        <p:spPr>
          <a:xfrm>
            <a:off x="7239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690" name="矩形"/>
          <p:cNvSpPr/>
          <p:nvPr/>
        </p:nvSpPr>
        <p:spPr>
          <a:xfrm>
            <a:off x="8763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691" name="矩形"/>
          <p:cNvSpPr/>
          <p:nvPr/>
        </p:nvSpPr>
        <p:spPr>
          <a:xfrm>
            <a:off x="10287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692" name="矩形"/>
          <p:cNvSpPr/>
          <p:nvPr/>
        </p:nvSpPr>
        <p:spPr>
          <a:xfrm>
            <a:off x="11811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693" name="矩形"/>
          <p:cNvSpPr/>
          <p:nvPr/>
        </p:nvSpPr>
        <p:spPr>
          <a:xfrm>
            <a:off x="13335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694" name="矩形"/>
          <p:cNvSpPr/>
          <p:nvPr/>
        </p:nvSpPr>
        <p:spPr>
          <a:xfrm>
            <a:off x="14859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695" name="矩形"/>
          <p:cNvSpPr/>
          <p:nvPr/>
        </p:nvSpPr>
        <p:spPr>
          <a:xfrm>
            <a:off x="16383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696" name="矩形"/>
          <p:cNvSpPr/>
          <p:nvPr/>
        </p:nvSpPr>
        <p:spPr>
          <a:xfrm>
            <a:off x="17907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697" name="矩形"/>
          <p:cNvSpPr/>
          <p:nvPr/>
        </p:nvSpPr>
        <p:spPr>
          <a:xfrm>
            <a:off x="19431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698" name="矩形"/>
          <p:cNvSpPr/>
          <p:nvPr/>
        </p:nvSpPr>
        <p:spPr>
          <a:xfrm>
            <a:off x="20955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699" name="矩形"/>
          <p:cNvSpPr/>
          <p:nvPr/>
        </p:nvSpPr>
        <p:spPr>
          <a:xfrm>
            <a:off x="22479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700" name="矩形"/>
          <p:cNvSpPr/>
          <p:nvPr/>
        </p:nvSpPr>
        <p:spPr>
          <a:xfrm>
            <a:off x="24003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701" name="矩形"/>
          <p:cNvSpPr/>
          <p:nvPr/>
        </p:nvSpPr>
        <p:spPr>
          <a:xfrm>
            <a:off x="25527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702" name="矩形"/>
          <p:cNvSpPr/>
          <p:nvPr/>
        </p:nvSpPr>
        <p:spPr>
          <a:xfrm>
            <a:off x="27051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703" name="矩形"/>
          <p:cNvSpPr/>
          <p:nvPr/>
        </p:nvSpPr>
        <p:spPr>
          <a:xfrm>
            <a:off x="28575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704" name="矩形"/>
          <p:cNvSpPr/>
          <p:nvPr/>
        </p:nvSpPr>
        <p:spPr>
          <a:xfrm>
            <a:off x="30099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705" name="矩形"/>
          <p:cNvSpPr/>
          <p:nvPr/>
        </p:nvSpPr>
        <p:spPr>
          <a:xfrm>
            <a:off x="31623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706" name="矩形"/>
          <p:cNvSpPr/>
          <p:nvPr/>
        </p:nvSpPr>
        <p:spPr>
          <a:xfrm>
            <a:off x="33147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707" name="矩形"/>
          <p:cNvSpPr/>
          <p:nvPr/>
        </p:nvSpPr>
        <p:spPr>
          <a:xfrm>
            <a:off x="34671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708" name="矩形"/>
          <p:cNvSpPr/>
          <p:nvPr/>
        </p:nvSpPr>
        <p:spPr>
          <a:xfrm>
            <a:off x="36195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709" name="矩形"/>
          <p:cNvSpPr/>
          <p:nvPr/>
        </p:nvSpPr>
        <p:spPr>
          <a:xfrm>
            <a:off x="37719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710" name="矩形"/>
          <p:cNvSpPr/>
          <p:nvPr/>
        </p:nvSpPr>
        <p:spPr>
          <a:xfrm>
            <a:off x="39243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711" name="矩形"/>
          <p:cNvSpPr/>
          <p:nvPr/>
        </p:nvSpPr>
        <p:spPr>
          <a:xfrm>
            <a:off x="40767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712" name="矩形"/>
          <p:cNvSpPr/>
          <p:nvPr/>
        </p:nvSpPr>
        <p:spPr>
          <a:xfrm>
            <a:off x="42291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713" name="矩形"/>
          <p:cNvSpPr/>
          <p:nvPr/>
        </p:nvSpPr>
        <p:spPr>
          <a:xfrm>
            <a:off x="43815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714" name="矩形"/>
          <p:cNvSpPr/>
          <p:nvPr/>
        </p:nvSpPr>
        <p:spPr>
          <a:xfrm>
            <a:off x="45339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715" name="矩形"/>
          <p:cNvSpPr/>
          <p:nvPr/>
        </p:nvSpPr>
        <p:spPr>
          <a:xfrm>
            <a:off x="46863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716" name="矩形"/>
          <p:cNvSpPr/>
          <p:nvPr/>
        </p:nvSpPr>
        <p:spPr>
          <a:xfrm>
            <a:off x="48387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717" name="矩形"/>
          <p:cNvSpPr/>
          <p:nvPr/>
        </p:nvSpPr>
        <p:spPr>
          <a:xfrm>
            <a:off x="49911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718" name="矩形"/>
          <p:cNvSpPr/>
          <p:nvPr/>
        </p:nvSpPr>
        <p:spPr>
          <a:xfrm>
            <a:off x="51435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719" name="矩形"/>
          <p:cNvSpPr/>
          <p:nvPr/>
        </p:nvSpPr>
        <p:spPr>
          <a:xfrm>
            <a:off x="52959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720" name="矩形"/>
          <p:cNvSpPr/>
          <p:nvPr/>
        </p:nvSpPr>
        <p:spPr>
          <a:xfrm>
            <a:off x="54483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721" name="矩形"/>
          <p:cNvSpPr/>
          <p:nvPr/>
        </p:nvSpPr>
        <p:spPr>
          <a:xfrm>
            <a:off x="56007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722" name="矩形"/>
          <p:cNvSpPr/>
          <p:nvPr/>
        </p:nvSpPr>
        <p:spPr>
          <a:xfrm>
            <a:off x="57531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723" name="矩形"/>
          <p:cNvSpPr/>
          <p:nvPr/>
        </p:nvSpPr>
        <p:spPr>
          <a:xfrm>
            <a:off x="59055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724" name="矩形"/>
          <p:cNvSpPr/>
          <p:nvPr/>
        </p:nvSpPr>
        <p:spPr>
          <a:xfrm>
            <a:off x="60579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725" name="矩形"/>
          <p:cNvSpPr/>
          <p:nvPr/>
        </p:nvSpPr>
        <p:spPr>
          <a:xfrm>
            <a:off x="62103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726" name="矩形"/>
          <p:cNvSpPr/>
          <p:nvPr/>
        </p:nvSpPr>
        <p:spPr>
          <a:xfrm>
            <a:off x="63627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727" name="矩形"/>
          <p:cNvSpPr/>
          <p:nvPr/>
        </p:nvSpPr>
        <p:spPr>
          <a:xfrm>
            <a:off x="65151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728" name="矩形"/>
          <p:cNvSpPr/>
          <p:nvPr/>
        </p:nvSpPr>
        <p:spPr>
          <a:xfrm>
            <a:off x="66675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729" name="矩形"/>
          <p:cNvSpPr/>
          <p:nvPr/>
        </p:nvSpPr>
        <p:spPr>
          <a:xfrm>
            <a:off x="68199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730" name="矩形"/>
          <p:cNvSpPr/>
          <p:nvPr/>
        </p:nvSpPr>
        <p:spPr>
          <a:xfrm>
            <a:off x="69723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731" name="矩形"/>
          <p:cNvSpPr/>
          <p:nvPr/>
        </p:nvSpPr>
        <p:spPr>
          <a:xfrm>
            <a:off x="71247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732" name="矩形"/>
          <p:cNvSpPr/>
          <p:nvPr/>
        </p:nvSpPr>
        <p:spPr>
          <a:xfrm>
            <a:off x="72771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733" name="矩形"/>
          <p:cNvSpPr/>
          <p:nvPr/>
        </p:nvSpPr>
        <p:spPr>
          <a:xfrm>
            <a:off x="74295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734" name="矩形"/>
          <p:cNvSpPr/>
          <p:nvPr/>
        </p:nvSpPr>
        <p:spPr>
          <a:xfrm>
            <a:off x="75819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735" name="矩形"/>
          <p:cNvSpPr/>
          <p:nvPr/>
        </p:nvSpPr>
        <p:spPr>
          <a:xfrm>
            <a:off x="77343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736" name="矩形"/>
          <p:cNvSpPr/>
          <p:nvPr/>
        </p:nvSpPr>
        <p:spPr>
          <a:xfrm>
            <a:off x="78867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737" name="矩形"/>
          <p:cNvSpPr/>
          <p:nvPr/>
        </p:nvSpPr>
        <p:spPr>
          <a:xfrm>
            <a:off x="80391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738" name="矩形"/>
          <p:cNvSpPr/>
          <p:nvPr/>
        </p:nvSpPr>
        <p:spPr>
          <a:xfrm>
            <a:off x="81915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739" name="矩形"/>
          <p:cNvSpPr/>
          <p:nvPr/>
        </p:nvSpPr>
        <p:spPr>
          <a:xfrm>
            <a:off x="83439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740" name="矩形"/>
          <p:cNvSpPr/>
          <p:nvPr/>
        </p:nvSpPr>
        <p:spPr>
          <a:xfrm>
            <a:off x="84963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741" name="矩形"/>
          <p:cNvSpPr/>
          <p:nvPr/>
        </p:nvSpPr>
        <p:spPr>
          <a:xfrm>
            <a:off x="86487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742" name="矩形"/>
          <p:cNvSpPr/>
          <p:nvPr/>
        </p:nvSpPr>
        <p:spPr>
          <a:xfrm>
            <a:off x="88011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743" name="矩形"/>
          <p:cNvSpPr/>
          <p:nvPr/>
        </p:nvSpPr>
        <p:spPr>
          <a:xfrm>
            <a:off x="89535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744" name="矩形"/>
          <p:cNvSpPr/>
          <p:nvPr/>
        </p:nvSpPr>
        <p:spPr>
          <a:xfrm>
            <a:off x="91059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745" name="矩形"/>
          <p:cNvSpPr/>
          <p:nvPr/>
        </p:nvSpPr>
        <p:spPr>
          <a:xfrm>
            <a:off x="92583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746" name="矩形"/>
          <p:cNvSpPr/>
          <p:nvPr/>
        </p:nvSpPr>
        <p:spPr>
          <a:xfrm>
            <a:off x="94107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747" name="矩形"/>
          <p:cNvSpPr/>
          <p:nvPr/>
        </p:nvSpPr>
        <p:spPr>
          <a:xfrm>
            <a:off x="95631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748" name="矩形"/>
          <p:cNvSpPr/>
          <p:nvPr/>
        </p:nvSpPr>
        <p:spPr>
          <a:xfrm>
            <a:off x="97155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749" name="矩形"/>
          <p:cNvSpPr/>
          <p:nvPr/>
        </p:nvSpPr>
        <p:spPr>
          <a:xfrm>
            <a:off x="98679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750" name="矩形"/>
          <p:cNvSpPr/>
          <p:nvPr/>
        </p:nvSpPr>
        <p:spPr>
          <a:xfrm>
            <a:off x="100203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751" name="矩形"/>
          <p:cNvSpPr/>
          <p:nvPr/>
        </p:nvSpPr>
        <p:spPr>
          <a:xfrm>
            <a:off x="101727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752" name="矩形"/>
          <p:cNvSpPr/>
          <p:nvPr/>
        </p:nvSpPr>
        <p:spPr>
          <a:xfrm>
            <a:off x="103251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pic>
        <p:nvPicPr>
          <p:cNvPr id="1753" name="image3.png" descr="image3.png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400050" y="6535384"/>
            <a:ext cx="2000250" cy="197559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1756" name="矩形 982"/>
          <p:cNvGrpSpPr/>
          <p:nvPr/>
        </p:nvGrpSpPr>
        <p:grpSpPr>
          <a:xfrm>
            <a:off x="1000125" y="200025"/>
            <a:ext cx="7239000" cy="457200"/>
            <a:chOff x="0" y="0"/>
            <a:chExt cx="7239000" cy="457200"/>
          </a:xfrm>
        </p:grpSpPr>
        <p:sp>
          <p:nvSpPr>
            <p:cNvPr id="1754" name="矩形"/>
            <p:cNvSpPr/>
            <p:nvPr/>
          </p:nvSpPr>
          <p:spPr>
            <a:xfrm>
              <a:off x="0" y="0"/>
              <a:ext cx="7239000" cy="4572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b="1" sz="2200">
                  <a:solidFill>
                    <a:srgbClr val="0052A5"/>
                  </a:solidFill>
                  <a:latin typeface="Microsoft YaHei"/>
                  <a:ea typeface="Microsoft YaHei"/>
                  <a:cs typeface="Microsoft YaHei"/>
                  <a:sym typeface="Microsoft YaHei"/>
                </a:defRPr>
              </a:pPr>
            </a:p>
          </p:txBody>
        </p:sp>
        <p:sp>
          <p:nvSpPr>
            <p:cNvPr id="1755" name="贡献、局限与结论边界"/>
            <p:cNvSpPr txBox="1"/>
            <p:nvPr/>
          </p:nvSpPr>
          <p:spPr>
            <a:xfrm>
              <a:off x="0" y="38100"/>
              <a:ext cx="7239000" cy="3810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>
                <a:defRPr b="1" sz="2200">
                  <a:solidFill>
                    <a:srgbClr val="0052A5"/>
                  </a:solidFill>
                  <a:latin typeface="Microsoft YaHei"/>
                  <a:ea typeface="Microsoft YaHei"/>
                  <a:cs typeface="Microsoft YaHei"/>
                  <a:sym typeface="Microsoft YaHei"/>
                </a:defRPr>
              </a:lvl1pPr>
            </a:lstStyle>
            <a:p>
              <a:pPr/>
              <a:r>
                <a:t>贡献、局限与结论边界</a:t>
              </a:r>
            </a:p>
          </p:txBody>
        </p:sp>
      </p:grpSp>
      <p:grpSp>
        <p:nvGrpSpPr>
          <p:cNvPr id="1759" name="矩形 983"/>
          <p:cNvGrpSpPr/>
          <p:nvPr/>
        </p:nvGrpSpPr>
        <p:grpSpPr>
          <a:xfrm>
            <a:off x="8667750" y="228600"/>
            <a:ext cx="1428750" cy="209550"/>
            <a:chOff x="0" y="0"/>
            <a:chExt cx="1428750" cy="209550"/>
          </a:xfrm>
        </p:grpSpPr>
        <p:sp>
          <p:nvSpPr>
            <p:cNvPr id="1757" name="矩形"/>
            <p:cNvSpPr/>
            <p:nvPr/>
          </p:nvSpPr>
          <p:spPr>
            <a:xfrm>
              <a:off x="0" y="0"/>
              <a:ext cx="1428750" cy="20955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b="1" sz="700">
                  <a:solidFill>
                    <a:srgbClr val="6B7280"/>
                  </a:solidFill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1758" name="CONCLUSION"/>
            <p:cNvSpPr txBox="1"/>
            <p:nvPr/>
          </p:nvSpPr>
          <p:spPr>
            <a:xfrm>
              <a:off x="0" y="41274"/>
              <a:ext cx="1428750" cy="1270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>
                <a:defRPr b="1" sz="700">
                  <a:solidFill>
                    <a:srgbClr val="6B728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CONCLUSION</a:t>
              </a:r>
            </a:p>
          </p:txBody>
        </p:sp>
      </p:grpSp>
      <p:grpSp>
        <p:nvGrpSpPr>
          <p:cNvPr id="1762" name="矩形 984"/>
          <p:cNvGrpSpPr/>
          <p:nvPr/>
        </p:nvGrpSpPr>
        <p:grpSpPr>
          <a:xfrm>
            <a:off x="11696700" y="6419850"/>
            <a:ext cx="323850" cy="266700"/>
            <a:chOff x="0" y="0"/>
            <a:chExt cx="323850" cy="266700"/>
          </a:xfrm>
        </p:grpSpPr>
        <p:sp>
          <p:nvSpPr>
            <p:cNvPr id="1760" name="矩形"/>
            <p:cNvSpPr/>
            <p:nvPr/>
          </p:nvSpPr>
          <p:spPr>
            <a:xfrm>
              <a:off x="0" y="0"/>
              <a:ext cx="323850" cy="2667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algn="ctr">
                <a:defRPr b="1" sz="1300">
                  <a:solidFill>
                    <a:srgbClr val="8A8A8A"/>
                  </a:solidFill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1761" name="13"/>
            <p:cNvSpPr txBox="1"/>
            <p:nvPr/>
          </p:nvSpPr>
          <p:spPr>
            <a:xfrm>
              <a:off x="0" y="0"/>
              <a:ext cx="323850" cy="18509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 algn="ctr">
                <a:defRPr b="1" sz="1300">
                  <a:solidFill>
                    <a:srgbClr val="8A8A8A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13</a:t>
              </a:r>
            </a:p>
          </p:txBody>
        </p:sp>
      </p:grpSp>
      <p:sp>
        <p:nvSpPr>
          <p:cNvPr id="1763" name="圆角矩形 985"/>
          <p:cNvSpPr/>
          <p:nvPr/>
        </p:nvSpPr>
        <p:spPr>
          <a:xfrm>
            <a:off x="762000" y="1238250"/>
            <a:ext cx="4572000" cy="1000125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>
            <a:solidFill>
              <a:srgbClr val="C9DDF1"/>
            </a:solidFill>
          </a:ln>
        </p:spPr>
        <p:txBody>
          <a:bodyPr lIns="45719" rIns="45719"/>
          <a:lstStyle/>
          <a:p>
            <a:pPr/>
          </a:p>
        </p:txBody>
      </p:sp>
      <p:grpSp>
        <p:nvGrpSpPr>
          <p:cNvPr id="1766" name="矩形 986"/>
          <p:cNvGrpSpPr/>
          <p:nvPr/>
        </p:nvGrpSpPr>
        <p:grpSpPr>
          <a:xfrm>
            <a:off x="933450" y="1371600"/>
            <a:ext cx="4229100" cy="228600"/>
            <a:chOff x="0" y="0"/>
            <a:chExt cx="4229100" cy="228600"/>
          </a:xfrm>
        </p:grpSpPr>
        <p:sp>
          <p:nvSpPr>
            <p:cNvPr id="1764" name="矩形"/>
            <p:cNvSpPr/>
            <p:nvPr/>
          </p:nvSpPr>
          <p:spPr>
            <a:xfrm>
              <a:off x="0" y="0"/>
              <a:ext cx="4229100" cy="2286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b="1" sz="1300">
                  <a:solidFill>
                    <a:srgbClr val="0052A5"/>
                  </a:solidFill>
                  <a:latin typeface="Microsoft YaHei"/>
                  <a:ea typeface="Microsoft YaHei"/>
                  <a:cs typeface="Microsoft YaHei"/>
                  <a:sym typeface="Microsoft YaHei"/>
                </a:defRPr>
              </a:pPr>
            </a:p>
          </p:txBody>
        </p:sp>
        <p:sp>
          <p:nvSpPr>
            <p:cNvPr id="1765" name="可恢复可审计原型"/>
            <p:cNvSpPr txBox="1"/>
            <p:nvPr/>
          </p:nvSpPr>
          <p:spPr>
            <a:xfrm>
              <a:off x="0" y="0"/>
              <a:ext cx="4229100" cy="2286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b="1" sz="1300">
                  <a:solidFill>
                    <a:srgbClr val="0052A5"/>
                  </a:solidFill>
                  <a:latin typeface="Microsoft YaHei"/>
                  <a:ea typeface="Microsoft YaHei"/>
                  <a:cs typeface="Microsoft YaHei"/>
                  <a:sym typeface="Microsoft YaHei"/>
                </a:defRPr>
              </a:lvl1pPr>
            </a:lstStyle>
            <a:p>
              <a:pPr/>
              <a:r>
                <a:t>可恢复可审计原型</a:t>
              </a:r>
            </a:p>
          </p:txBody>
        </p:sp>
      </p:grpSp>
      <p:grpSp>
        <p:nvGrpSpPr>
          <p:cNvPr id="1769" name="矩形 987"/>
          <p:cNvGrpSpPr/>
          <p:nvPr/>
        </p:nvGrpSpPr>
        <p:grpSpPr>
          <a:xfrm>
            <a:off x="933450" y="1676400"/>
            <a:ext cx="4229100" cy="485775"/>
            <a:chOff x="0" y="0"/>
            <a:chExt cx="4229100" cy="485775"/>
          </a:xfrm>
        </p:grpSpPr>
        <p:sp>
          <p:nvSpPr>
            <p:cNvPr id="1767" name="矩形"/>
            <p:cNvSpPr/>
            <p:nvPr/>
          </p:nvSpPr>
          <p:spPr>
            <a:xfrm>
              <a:off x="0" y="0"/>
              <a:ext cx="4229100" cy="485775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1100">
                  <a:solidFill>
                    <a:srgbClr val="46566A"/>
                  </a:solidFill>
                  <a:latin typeface="Microsoft YaHei"/>
                  <a:ea typeface="Microsoft YaHei"/>
                  <a:cs typeface="Microsoft YaHei"/>
                  <a:sym typeface="Microsoft YaHei"/>
                </a:defRPr>
              </a:pPr>
            </a:p>
          </p:txBody>
        </p:sp>
        <p:sp>
          <p:nvSpPr>
            <p:cNvPr id="1768" name="打通任务接入、候选计划、工具执行、人工决策和报告输出"/>
            <p:cNvSpPr txBox="1"/>
            <p:nvPr/>
          </p:nvSpPr>
          <p:spPr>
            <a:xfrm>
              <a:off x="0" y="0"/>
              <a:ext cx="4229100" cy="2032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sz="1100">
                  <a:solidFill>
                    <a:srgbClr val="46566A"/>
                  </a:solidFill>
                  <a:latin typeface="Microsoft YaHei"/>
                  <a:ea typeface="Microsoft YaHei"/>
                  <a:cs typeface="Microsoft YaHei"/>
                  <a:sym typeface="Microsoft YaHei"/>
                </a:defRPr>
              </a:lvl1pPr>
            </a:lstStyle>
            <a:p>
              <a:pPr/>
              <a:r>
                <a:t>打通任务接入、候选计划、工具执行、人工决策和报告输出</a:t>
              </a:r>
            </a:p>
          </p:txBody>
        </p:sp>
      </p:grpSp>
      <p:sp>
        <p:nvSpPr>
          <p:cNvPr id="1770" name="圆角矩形 988"/>
          <p:cNvSpPr/>
          <p:nvPr/>
        </p:nvSpPr>
        <p:spPr>
          <a:xfrm>
            <a:off x="6096000" y="1238250"/>
            <a:ext cx="4572000" cy="1000125"/>
          </a:xfrm>
          <a:prstGeom prst="roundRect">
            <a:avLst>
              <a:gd name="adj" fmla="val 7619"/>
            </a:avLst>
          </a:prstGeom>
          <a:solidFill>
            <a:srgbClr val="EAF3FF"/>
          </a:solidFill>
          <a:ln>
            <a:solidFill>
              <a:srgbClr val="9DC3E6"/>
            </a:solidFill>
          </a:ln>
        </p:spPr>
        <p:txBody>
          <a:bodyPr lIns="45719" rIns="45719"/>
          <a:lstStyle/>
          <a:p>
            <a:pPr/>
          </a:p>
        </p:txBody>
      </p:sp>
      <p:grpSp>
        <p:nvGrpSpPr>
          <p:cNvPr id="1773" name="矩形 989"/>
          <p:cNvGrpSpPr/>
          <p:nvPr/>
        </p:nvGrpSpPr>
        <p:grpSpPr>
          <a:xfrm>
            <a:off x="6267450" y="1371600"/>
            <a:ext cx="4229100" cy="228600"/>
            <a:chOff x="0" y="0"/>
            <a:chExt cx="4229100" cy="228600"/>
          </a:xfrm>
        </p:grpSpPr>
        <p:sp>
          <p:nvSpPr>
            <p:cNvPr id="1771" name="矩形"/>
            <p:cNvSpPr/>
            <p:nvPr/>
          </p:nvSpPr>
          <p:spPr>
            <a:xfrm>
              <a:off x="0" y="0"/>
              <a:ext cx="4229100" cy="2286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b="1" sz="1300">
                  <a:solidFill>
                    <a:srgbClr val="0052A5"/>
                  </a:solidFill>
                  <a:latin typeface="Microsoft YaHei"/>
                  <a:ea typeface="Microsoft YaHei"/>
                  <a:cs typeface="Microsoft YaHei"/>
                  <a:sym typeface="Microsoft YaHei"/>
                </a:defRPr>
              </a:pPr>
            </a:p>
          </p:txBody>
        </p:sp>
        <p:sp>
          <p:nvSpPr>
            <p:cNvPr id="1772" name="CEBRA-WP 机制"/>
            <p:cNvSpPr txBox="1"/>
            <p:nvPr/>
          </p:nvSpPr>
          <p:spPr>
            <a:xfrm>
              <a:off x="0" y="0"/>
              <a:ext cx="4229100" cy="2286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b="1" sz="1300">
                  <a:solidFill>
                    <a:srgbClr val="0052A5"/>
                  </a:solidFill>
                  <a:latin typeface="Microsoft YaHei"/>
                  <a:ea typeface="Microsoft YaHei"/>
                  <a:cs typeface="Microsoft YaHei"/>
                  <a:sym typeface="Microsoft YaHei"/>
                </a:defRPr>
              </a:lvl1pPr>
            </a:lstStyle>
            <a:p>
              <a:pPr/>
              <a:r>
                <a:t>CEBRA-WP 机制</a:t>
              </a:r>
            </a:p>
          </p:txBody>
        </p:sp>
      </p:grpSp>
      <p:grpSp>
        <p:nvGrpSpPr>
          <p:cNvPr id="1776" name="矩形 990"/>
          <p:cNvGrpSpPr/>
          <p:nvPr/>
        </p:nvGrpSpPr>
        <p:grpSpPr>
          <a:xfrm>
            <a:off x="6267450" y="1676400"/>
            <a:ext cx="4229100" cy="485775"/>
            <a:chOff x="0" y="0"/>
            <a:chExt cx="4229100" cy="485775"/>
          </a:xfrm>
        </p:grpSpPr>
        <p:sp>
          <p:nvSpPr>
            <p:cNvPr id="1774" name="矩形"/>
            <p:cNvSpPr/>
            <p:nvPr/>
          </p:nvSpPr>
          <p:spPr>
            <a:xfrm>
              <a:off x="0" y="0"/>
              <a:ext cx="4229100" cy="485775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1100">
                  <a:solidFill>
                    <a:srgbClr val="46566A"/>
                  </a:solidFill>
                  <a:latin typeface="Microsoft YaHei"/>
                  <a:ea typeface="Microsoft YaHei"/>
                  <a:cs typeface="Microsoft YaHei"/>
                  <a:sym typeface="Microsoft YaHei"/>
                </a:defRPr>
              </a:pPr>
            </a:p>
          </p:txBody>
        </p:sp>
        <p:sp>
          <p:nvSpPr>
            <p:cNvPr id="1775" name="将约束、证据、轻量状态和恢复动作纳入规划闭环"/>
            <p:cNvSpPr txBox="1"/>
            <p:nvPr/>
          </p:nvSpPr>
          <p:spPr>
            <a:xfrm>
              <a:off x="0" y="0"/>
              <a:ext cx="4229100" cy="2032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sz="1100">
                  <a:solidFill>
                    <a:srgbClr val="46566A"/>
                  </a:solidFill>
                  <a:latin typeface="Microsoft YaHei"/>
                  <a:ea typeface="Microsoft YaHei"/>
                  <a:cs typeface="Microsoft YaHei"/>
                  <a:sym typeface="Microsoft YaHei"/>
                </a:defRPr>
              </a:lvl1pPr>
            </a:lstStyle>
            <a:p>
              <a:pPr/>
              <a:r>
                <a:t>将约束、证据、轻量状态和恢复动作纳入规划闭环</a:t>
              </a:r>
            </a:p>
          </p:txBody>
        </p:sp>
      </p:grpSp>
      <p:sp>
        <p:nvSpPr>
          <p:cNvPr id="1777" name="圆角矩形 991"/>
          <p:cNvSpPr/>
          <p:nvPr/>
        </p:nvSpPr>
        <p:spPr>
          <a:xfrm>
            <a:off x="762000" y="2619375"/>
            <a:ext cx="4572000" cy="1000125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>
            <a:solidFill>
              <a:srgbClr val="C9DDF1"/>
            </a:solidFill>
          </a:ln>
        </p:spPr>
        <p:txBody>
          <a:bodyPr lIns="45719" rIns="45719"/>
          <a:lstStyle/>
          <a:p>
            <a:pPr/>
          </a:p>
        </p:txBody>
      </p:sp>
      <p:grpSp>
        <p:nvGrpSpPr>
          <p:cNvPr id="1780" name="矩形 992"/>
          <p:cNvGrpSpPr/>
          <p:nvPr/>
        </p:nvGrpSpPr>
        <p:grpSpPr>
          <a:xfrm>
            <a:off x="933450" y="2752725"/>
            <a:ext cx="4229100" cy="228600"/>
            <a:chOff x="0" y="0"/>
            <a:chExt cx="4229100" cy="228600"/>
          </a:xfrm>
        </p:grpSpPr>
        <p:sp>
          <p:nvSpPr>
            <p:cNvPr id="1778" name="矩形"/>
            <p:cNvSpPr/>
            <p:nvPr/>
          </p:nvSpPr>
          <p:spPr>
            <a:xfrm>
              <a:off x="0" y="0"/>
              <a:ext cx="4229100" cy="2286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b="1" sz="1300">
                  <a:solidFill>
                    <a:srgbClr val="0052A5"/>
                  </a:solidFill>
                  <a:latin typeface="Microsoft YaHei"/>
                  <a:ea typeface="Microsoft YaHei"/>
                  <a:cs typeface="Microsoft YaHei"/>
                  <a:sym typeface="Microsoft YaHei"/>
                </a:defRPr>
              </a:pPr>
            </a:p>
          </p:txBody>
        </p:sp>
        <p:sp>
          <p:nvSpPr>
            <p:cNvPr id="1779" name="FSM/HITL 约束"/>
            <p:cNvSpPr txBox="1"/>
            <p:nvPr/>
          </p:nvSpPr>
          <p:spPr>
            <a:xfrm>
              <a:off x="0" y="0"/>
              <a:ext cx="4229100" cy="2286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b="1" sz="1300">
                  <a:solidFill>
                    <a:srgbClr val="0052A5"/>
                  </a:solidFill>
                  <a:latin typeface="Microsoft YaHei"/>
                  <a:ea typeface="Microsoft YaHei"/>
                  <a:cs typeface="Microsoft YaHei"/>
                  <a:sym typeface="Microsoft YaHei"/>
                </a:defRPr>
              </a:lvl1pPr>
            </a:lstStyle>
            <a:p>
              <a:pPr/>
              <a:r>
                <a:t>FSM/HITL 约束</a:t>
              </a:r>
            </a:p>
          </p:txBody>
        </p:sp>
      </p:grpSp>
      <p:grpSp>
        <p:nvGrpSpPr>
          <p:cNvPr id="1783" name="矩形 993"/>
          <p:cNvGrpSpPr/>
          <p:nvPr/>
        </p:nvGrpSpPr>
        <p:grpSpPr>
          <a:xfrm>
            <a:off x="933450" y="3057525"/>
            <a:ext cx="4229100" cy="485775"/>
            <a:chOff x="0" y="0"/>
            <a:chExt cx="4229100" cy="485775"/>
          </a:xfrm>
        </p:grpSpPr>
        <p:sp>
          <p:nvSpPr>
            <p:cNvPr id="1781" name="矩形"/>
            <p:cNvSpPr/>
            <p:nvPr/>
          </p:nvSpPr>
          <p:spPr>
            <a:xfrm>
              <a:off x="0" y="0"/>
              <a:ext cx="4229100" cy="485775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1100">
                  <a:solidFill>
                    <a:srgbClr val="46566A"/>
                  </a:solidFill>
                  <a:latin typeface="Microsoft YaHei"/>
                  <a:ea typeface="Microsoft YaHei"/>
                  <a:cs typeface="Microsoft YaHei"/>
                  <a:sym typeface="Microsoft YaHei"/>
                </a:defRPr>
              </a:pPr>
            </a:p>
          </p:txBody>
        </p:sp>
        <p:sp>
          <p:nvSpPr>
            <p:cNvPr id="1782" name="用等待态、Decision、Snapshot 和 EventLog 约束 Agent 行为"/>
            <p:cNvSpPr txBox="1"/>
            <p:nvPr/>
          </p:nvSpPr>
          <p:spPr>
            <a:xfrm>
              <a:off x="0" y="0"/>
              <a:ext cx="4229100" cy="2032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sz="1100">
                  <a:solidFill>
                    <a:srgbClr val="46566A"/>
                  </a:solidFill>
                  <a:latin typeface="Microsoft YaHei"/>
                  <a:ea typeface="Microsoft YaHei"/>
                  <a:cs typeface="Microsoft YaHei"/>
                  <a:sym typeface="Microsoft YaHei"/>
                </a:defRPr>
              </a:lvl1pPr>
            </a:lstStyle>
            <a:p>
              <a:pPr/>
              <a:r>
                <a:t>用等待态、Decision、Snapshot 和 EventLog 约束 Agent 行为</a:t>
              </a:r>
            </a:p>
          </p:txBody>
        </p:sp>
      </p:grpSp>
      <p:sp>
        <p:nvSpPr>
          <p:cNvPr id="1784" name="圆角矩形 994"/>
          <p:cNvSpPr/>
          <p:nvPr/>
        </p:nvSpPr>
        <p:spPr>
          <a:xfrm>
            <a:off x="6096000" y="2619375"/>
            <a:ext cx="4572000" cy="1000125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>
            <a:solidFill>
              <a:srgbClr val="C9DDF1"/>
            </a:solidFill>
          </a:ln>
        </p:spPr>
        <p:txBody>
          <a:bodyPr lIns="45719" rIns="45719"/>
          <a:lstStyle/>
          <a:p>
            <a:pPr/>
          </a:p>
        </p:txBody>
      </p:sp>
      <p:grpSp>
        <p:nvGrpSpPr>
          <p:cNvPr id="1787" name="矩形 995"/>
          <p:cNvGrpSpPr/>
          <p:nvPr/>
        </p:nvGrpSpPr>
        <p:grpSpPr>
          <a:xfrm>
            <a:off x="6267450" y="2752725"/>
            <a:ext cx="4229100" cy="228600"/>
            <a:chOff x="0" y="0"/>
            <a:chExt cx="4229100" cy="228600"/>
          </a:xfrm>
        </p:grpSpPr>
        <p:sp>
          <p:nvSpPr>
            <p:cNvPr id="1785" name="矩形"/>
            <p:cNvSpPr/>
            <p:nvPr/>
          </p:nvSpPr>
          <p:spPr>
            <a:xfrm>
              <a:off x="0" y="0"/>
              <a:ext cx="4229100" cy="2286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b="1" sz="1300">
                  <a:solidFill>
                    <a:srgbClr val="0052A5"/>
                  </a:solidFill>
                  <a:latin typeface="Microsoft YaHei"/>
                  <a:ea typeface="Microsoft YaHei"/>
                  <a:cs typeface="Microsoft YaHei"/>
                  <a:sym typeface="Microsoft YaHei"/>
                </a:defRPr>
              </a:pPr>
            </a:p>
          </p:txBody>
        </p:sp>
        <p:sp>
          <p:nvSpPr>
            <p:cNvPr id="1786" name="证据链验证"/>
            <p:cNvSpPr txBox="1"/>
            <p:nvPr/>
          </p:nvSpPr>
          <p:spPr>
            <a:xfrm>
              <a:off x="0" y="0"/>
              <a:ext cx="4229100" cy="2286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b="1" sz="1300">
                  <a:solidFill>
                    <a:srgbClr val="0052A5"/>
                  </a:solidFill>
                  <a:latin typeface="Microsoft YaHei"/>
                  <a:ea typeface="Microsoft YaHei"/>
                  <a:cs typeface="Microsoft YaHei"/>
                  <a:sym typeface="Microsoft YaHei"/>
                </a:defRPr>
              </a:lvl1pPr>
            </a:lstStyle>
            <a:p>
              <a:pPr/>
              <a:r>
                <a:t>证据链验证</a:t>
              </a:r>
            </a:p>
          </p:txBody>
        </p:sp>
      </p:grpSp>
      <p:grpSp>
        <p:nvGrpSpPr>
          <p:cNvPr id="1790" name="矩形 996"/>
          <p:cNvGrpSpPr/>
          <p:nvPr/>
        </p:nvGrpSpPr>
        <p:grpSpPr>
          <a:xfrm>
            <a:off x="6267450" y="3057525"/>
            <a:ext cx="4229100" cy="485775"/>
            <a:chOff x="0" y="0"/>
            <a:chExt cx="4229100" cy="485775"/>
          </a:xfrm>
        </p:grpSpPr>
        <p:sp>
          <p:nvSpPr>
            <p:cNvPr id="1788" name="矩形"/>
            <p:cNvSpPr/>
            <p:nvPr/>
          </p:nvSpPr>
          <p:spPr>
            <a:xfrm>
              <a:off x="0" y="0"/>
              <a:ext cx="4229100" cy="485775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1100">
                  <a:solidFill>
                    <a:srgbClr val="46566A"/>
                  </a:solidFill>
                  <a:latin typeface="Microsoft YaHei"/>
                  <a:ea typeface="Microsoft YaHei"/>
                  <a:cs typeface="Microsoft YaHei"/>
                  <a:sym typeface="Microsoft YaHei"/>
                </a:defRPr>
              </a:pPr>
            </a:p>
          </p:txBody>
        </p:sp>
        <p:sp>
          <p:nvSpPr>
            <p:cNvPr id="1789" name="系统测试与 84-run 消融支撑主要结论"/>
            <p:cNvSpPr txBox="1"/>
            <p:nvPr/>
          </p:nvSpPr>
          <p:spPr>
            <a:xfrm>
              <a:off x="0" y="0"/>
              <a:ext cx="4229100" cy="2032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sz="1100">
                  <a:solidFill>
                    <a:srgbClr val="46566A"/>
                  </a:solidFill>
                  <a:latin typeface="Microsoft YaHei"/>
                  <a:ea typeface="Microsoft YaHei"/>
                  <a:cs typeface="Microsoft YaHei"/>
                  <a:sym typeface="Microsoft YaHei"/>
                </a:defRPr>
              </a:lvl1pPr>
            </a:lstStyle>
            <a:p>
              <a:pPr/>
              <a:r>
                <a:t>系统测试与 84-run 消融支撑主要结论</a:t>
              </a:r>
            </a:p>
          </p:txBody>
        </p:sp>
      </p:grpSp>
      <p:sp>
        <p:nvSpPr>
          <p:cNvPr id="1791" name="圆角矩形 997"/>
          <p:cNvSpPr/>
          <p:nvPr/>
        </p:nvSpPr>
        <p:spPr>
          <a:xfrm>
            <a:off x="1428750" y="4286250"/>
            <a:ext cx="9334500" cy="762000"/>
          </a:xfrm>
          <a:prstGeom prst="roundRect">
            <a:avLst>
              <a:gd name="adj" fmla="val 10000"/>
            </a:avLst>
          </a:prstGeom>
          <a:solidFill>
            <a:srgbClr val="F5F9FE"/>
          </a:solidFill>
          <a:ln>
            <a:solidFill>
              <a:srgbClr val="C9DDF1"/>
            </a:solidFill>
          </a:ln>
        </p:spPr>
        <p:txBody>
          <a:bodyPr lIns="45719" rIns="45719"/>
          <a:lstStyle/>
          <a:p>
            <a:pPr/>
          </a:p>
        </p:txBody>
      </p:sp>
      <p:grpSp>
        <p:nvGrpSpPr>
          <p:cNvPr id="1794" name="矩形 998"/>
          <p:cNvGrpSpPr/>
          <p:nvPr/>
        </p:nvGrpSpPr>
        <p:grpSpPr>
          <a:xfrm>
            <a:off x="1600200" y="4419600"/>
            <a:ext cx="8991600" cy="228600"/>
            <a:chOff x="0" y="0"/>
            <a:chExt cx="8991600" cy="228600"/>
          </a:xfrm>
        </p:grpSpPr>
        <p:sp>
          <p:nvSpPr>
            <p:cNvPr id="1792" name="矩形"/>
            <p:cNvSpPr/>
            <p:nvPr/>
          </p:nvSpPr>
          <p:spPr>
            <a:xfrm>
              <a:off x="0" y="0"/>
              <a:ext cx="8991600" cy="2286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b="1" sz="1300">
                  <a:solidFill>
                    <a:srgbClr val="0052A5"/>
                  </a:solidFill>
                  <a:latin typeface="Microsoft YaHei"/>
                  <a:ea typeface="Microsoft YaHei"/>
                  <a:cs typeface="Microsoft YaHei"/>
                  <a:sym typeface="Microsoft YaHei"/>
                </a:defRPr>
              </a:pPr>
            </a:p>
          </p:txBody>
        </p:sp>
        <p:sp>
          <p:nvSpPr>
            <p:cNvPr id="1793" name="结论边界"/>
            <p:cNvSpPr txBox="1"/>
            <p:nvPr/>
          </p:nvSpPr>
          <p:spPr>
            <a:xfrm>
              <a:off x="0" y="0"/>
              <a:ext cx="8991600" cy="2286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b="1" sz="1300">
                  <a:solidFill>
                    <a:srgbClr val="0052A5"/>
                  </a:solidFill>
                  <a:latin typeface="Microsoft YaHei"/>
                  <a:ea typeface="Microsoft YaHei"/>
                  <a:cs typeface="Microsoft YaHei"/>
                  <a:sym typeface="Microsoft YaHei"/>
                </a:defRPr>
              </a:lvl1pPr>
            </a:lstStyle>
            <a:p>
              <a:pPr/>
              <a:r>
                <a:t>结论边界</a:t>
              </a:r>
            </a:p>
          </p:txBody>
        </p:sp>
      </p:grpSp>
      <p:grpSp>
        <p:nvGrpSpPr>
          <p:cNvPr id="1797" name="矩形 999"/>
          <p:cNvGrpSpPr/>
          <p:nvPr/>
        </p:nvGrpSpPr>
        <p:grpSpPr>
          <a:xfrm>
            <a:off x="1600200" y="4724400"/>
            <a:ext cx="8991600" cy="247650"/>
            <a:chOff x="0" y="0"/>
            <a:chExt cx="8991600" cy="247650"/>
          </a:xfrm>
        </p:grpSpPr>
        <p:sp>
          <p:nvSpPr>
            <p:cNvPr id="1795" name="矩形"/>
            <p:cNvSpPr/>
            <p:nvPr/>
          </p:nvSpPr>
          <p:spPr>
            <a:xfrm>
              <a:off x="0" y="0"/>
              <a:ext cx="8991600" cy="24765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1200">
                  <a:solidFill>
                    <a:srgbClr val="46566A"/>
                  </a:solidFill>
                  <a:latin typeface="Microsoft YaHei"/>
                  <a:ea typeface="Microsoft YaHei"/>
                  <a:cs typeface="Microsoft YaHei"/>
                  <a:sym typeface="Microsoft YaHei"/>
                </a:defRPr>
              </a:pPr>
            </a:p>
          </p:txBody>
        </p:sp>
        <p:sp>
          <p:nvSpPr>
            <p:cNvPr id="1796" name="本文验证的是工作流层的规划、执行、恢复和审计机制；不把计算评分扩大为湿实验结论，也不声称 CEBRA-WP 显著提升成功率。"/>
            <p:cNvSpPr txBox="1"/>
            <p:nvPr/>
          </p:nvSpPr>
          <p:spPr>
            <a:xfrm>
              <a:off x="0" y="0"/>
              <a:ext cx="8991600" cy="2159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sz="1200">
                  <a:solidFill>
                    <a:srgbClr val="46566A"/>
                  </a:solidFill>
                  <a:latin typeface="Microsoft YaHei"/>
                  <a:ea typeface="Microsoft YaHei"/>
                  <a:cs typeface="Microsoft YaHei"/>
                  <a:sym typeface="Microsoft YaHei"/>
                </a:defRPr>
              </a:lvl1pPr>
            </a:lstStyle>
            <a:p>
              <a:pPr/>
              <a:r>
                <a:t>本文验证的是工作流层的规划、执行、恢复和审计机制；不把计算评分扩大为湿实验结论，也不声称 CEBRA-WP 显著提升成功率。</a:t>
              </a:r>
            </a:p>
          </p:txBody>
        </p:sp>
      </p:grpSp>
    </p:spTree>
  </p:cSld>
  <p:clrMapOvr>
    <a:masterClrMapping/>
  </p:clrMapOvr>
  <p:transition xmlns:p14="http://schemas.microsoft.com/office/powerpoint/2010/main" spd="med" advClick="1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9" name="矩形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pic>
        <p:nvPicPr>
          <p:cNvPr id="1800" name="image4.png" descr="image4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09550" y="146513"/>
            <a:ext cx="590550" cy="421349"/>
          </a:xfrm>
          <a:prstGeom prst="rect">
            <a:avLst/>
          </a:prstGeom>
          <a:ln w="12700">
            <a:miter lim="400000"/>
          </a:ln>
        </p:spPr>
      </p:pic>
      <p:pic>
        <p:nvPicPr>
          <p:cNvPr id="1801" name="image5.png" descr="image5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0694365" y="133350"/>
            <a:ext cx="690220" cy="457200"/>
          </a:xfrm>
          <a:prstGeom prst="rect">
            <a:avLst/>
          </a:prstGeom>
          <a:ln w="12700">
            <a:miter lim="400000"/>
          </a:ln>
        </p:spPr>
      </p:pic>
      <p:sp>
        <p:nvSpPr>
          <p:cNvPr id="1802" name="矩形"/>
          <p:cNvSpPr/>
          <p:nvPr/>
        </p:nvSpPr>
        <p:spPr>
          <a:xfrm>
            <a:off x="0" y="714375"/>
            <a:ext cx="12192000" cy="28575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803" name="矩形"/>
          <p:cNvSpPr/>
          <p:nvPr/>
        </p:nvSpPr>
        <p:spPr>
          <a:xfrm>
            <a:off x="0" y="771525"/>
            <a:ext cx="12192000" cy="19050"/>
          </a:xfrm>
          <a:prstGeom prst="rect">
            <a:avLst/>
          </a:prstGeom>
          <a:solidFill>
            <a:srgbClr val="8BC7F7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804" name="矩形"/>
          <p:cNvSpPr/>
          <p:nvPr/>
        </p:nvSpPr>
        <p:spPr>
          <a:xfrm>
            <a:off x="2667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805" name="矩形"/>
          <p:cNvSpPr/>
          <p:nvPr/>
        </p:nvSpPr>
        <p:spPr>
          <a:xfrm>
            <a:off x="4191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806" name="矩形"/>
          <p:cNvSpPr/>
          <p:nvPr/>
        </p:nvSpPr>
        <p:spPr>
          <a:xfrm>
            <a:off x="5715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807" name="矩形"/>
          <p:cNvSpPr/>
          <p:nvPr/>
        </p:nvSpPr>
        <p:spPr>
          <a:xfrm>
            <a:off x="7239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808" name="矩形"/>
          <p:cNvSpPr/>
          <p:nvPr/>
        </p:nvSpPr>
        <p:spPr>
          <a:xfrm>
            <a:off x="8763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809" name="矩形"/>
          <p:cNvSpPr/>
          <p:nvPr/>
        </p:nvSpPr>
        <p:spPr>
          <a:xfrm>
            <a:off x="10287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810" name="矩形"/>
          <p:cNvSpPr/>
          <p:nvPr/>
        </p:nvSpPr>
        <p:spPr>
          <a:xfrm>
            <a:off x="11811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811" name="矩形"/>
          <p:cNvSpPr/>
          <p:nvPr/>
        </p:nvSpPr>
        <p:spPr>
          <a:xfrm>
            <a:off x="13335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812" name="矩形"/>
          <p:cNvSpPr/>
          <p:nvPr/>
        </p:nvSpPr>
        <p:spPr>
          <a:xfrm>
            <a:off x="14859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813" name="矩形"/>
          <p:cNvSpPr/>
          <p:nvPr/>
        </p:nvSpPr>
        <p:spPr>
          <a:xfrm>
            <a:off x="16383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814" name="矩形"/>
          <p:cNvSpPr/>
          <p:nvPr/>
        </p:nvSpPr>
        <p:spPr>
          <a:xfrm>
            <a:off x="17907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815" name="矩形"/>
          <p:cNvSpPr/>
          <p:nvPr/>
        </p:nvSpPr>
        <p:spPr>
          <a:xfrm>
            <a:off x="19431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816" name="矩形"/>
          <p:cNvSpPr/>
          <p:nvPr/>
        </p:nvSpPr>
        <p:spPr>
          <a:xfrm>
            <a:off x="20955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817" name="矩形"/>
          <p:cNvSpPr/>
          <p:nvPr/>
        </p:nvSpPr>
        <p:spPr>
          <a:xfrm>
            <a:off x="22479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818" name="矩形"/>
          <p:cNvSpPr/>
          <p:nvPr/>
        </p:nvSpPr>
        <p:spPr>
          <a:xfrm>
            <a:off x="24003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819" name="矩形"/>
          <p:cNvSpPr/>
          <p:nvPr/>
        </p:nvSpPr>
        <p:spPr>
          <a:xfrm>
            <a:off x="25527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820" name="矩形"/>
          <p:cNvSpPr/>
          <p:nvPr/>
        </p:nvSpPr>
        <p:spPr>
          <a:xfrm>
            <a:off x="27051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821" name="矩形"/>
          <p:cNvSpPr/>
          <p:nvPr/>
        </p:nvSpPr>
        <p:spPr>
          <a:xfrm>
            <a:off x="28575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822" name="矩形"/>
          <p:cNvSpPr/>
          <p:nvPr/>
        </p:nvSpPr>
        <p:spPr>
          <a:xfrm>
            <a:off x="30099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823" name="矩形"/>
          <p:cNvSpPr/>
          <p:nvPr/>
        </p:nvSpPr>
        <p:spPr>
          <a:xfrm>
            <a:off x="31623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824" name="矩形"/>
          <p:cNvSpPr/>
          <p:nvPr/>
        </p:nvSpPr>
        <p:spPr>
          <a:xfrm>
            <a:off x="33147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825" name="矩形"/>
          <p:cNvSpPr/>
          <p:nvPr/>
        </p:nvSpPr>
        <p:spPr>
          <a:xfrm>
            <a:off x="34671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826" name="矩形"/>
          <p:cNvSpPr/>
          <p:nvPr/>
        </p:nvSpPr>
        <p:spPr>
          <a:xfrm>
            <a:off x="36195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827" name="矩形"/>
          <p:cNvSpPr/>
          <p:nvPr/>
        </p:nvSpPr>
        <p:spPr>
          <a:xfrm>
            <a:off x="37719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828" name="矩形"/>
          <p:cNvSpPr/>
          <p:nvPr/>
        </p:nvSpPr>
        <p:spPr>
          <a:xfrm>
            <a:off x="39243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829" name="矩形"/>
          <p:cNvSpPr/>
          <p:nvPr/>
        </p:nvSpPr>
        <p:spPr>
          <a:xfrm>
            <a:off x="40767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830" name="矩形"/>
          <p:cNvSpPr/>
          <p:nvPr/>
        </p:nvSpPr>
        <p:spPr>
          <a:xfrm>
            <a:off x="42291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831" name="矩形"/>
          <p:cNvSpPr/>
          <p:nvPr/>
        </p:nvSpPr>
        <p:spPr>
          <a:xfrm>
            <a:off x="43815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832" name="矩形"/>
          <p:cNvSpPr/>
          <p:nvPr/>
        </p:nvSpPr>
        <p:spPr>
          <a:xfrm>
            <a:off x="45339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833" name="矩形"/>
          <p:cNvSpPr/>
          <p:nvPr/>
        </p:nvSpPr>
        <p:spPr>
          <a:xfrm>
            <a:off x="46863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834" name="矩形"/>
          <p:cNvSpPr/>
          <p:nvPr/>
        </p:nvSpPr>
        <p:spPr>
          <a:xfrm>
            <a:off x="48387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835" name="矩形"/>
          <p:cNvSpPr/>
          <p:nvPr/>
        </p:nvSpPr>
        <p:spPr>
          <a:xfrm>
            <a:off x="49911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836" name="矩形"/>
          <p:cNvSpPr/>
          <p:nvPr/>
        </p:nvSpPr>
        <p:spPr>
          <a:xfrm>
            <a:off x="51435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837" name="矩形"/>
          <p:cNvSpPr/>
          <p:nvPr/>
        </p:nvSpPr>
        <p:spPr>
          <a:xfrm>
            <a:off x="52959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838" name="矩形"/>
          <p:cNvSpPr/>
          <p:nvPr/>
        </p:nvSpPr>
        <p:spPr>
          <a:xfrm>
            <a:off x="54483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839" name="矩形"/>
          <p:cNvSpPr/>
          <p:nvPr/>
        </p:nvSpPr>
        <p:spPr>
          <a:xfrm>
            <a:off x="56007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840" name="矩形"/>
          <p:cNvSpPr/>
          <p:nvPr/>
        </p:nvSpPr>
        <p:spPr>
          <a:xfrm>
            <a:off x="57531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841" name="矩形"/>
          <p:cNvSpPr/>
          <p:nvPr/>
        </p:nvSpPr>
        <p:spPr>
          <a:xfrm>
            <a:off x="59055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842" name="矩形"/>
          <p:cNvSpPr/>
          <p:nvPr/>
        </p:nvSpPr>
        <p:spPr>
          <a:xfrm>
            <a:off x="60579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843" name="矩形"/>
          <p:cNvSpPr/>
          <p:nvPr/>
        </p:nvSpPr>
        <p:spPr>
          <a:xfrm>
            <a:off x="62103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844" name="矩形"/>
          <p:cNvSpPr/>
          <p:nvPr/>
        </p:nvSpPr>
        <p:spPr>
          <a:xfrm>
            <a:off x="63627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845" name="矩形"/>
          <p:cNvSpPr/>
          <p:nvPr/>
        </p:nvSpPr>
        <p:spPr>
          <a:xfrm>
            <a:off x="65151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846" name="矩形"/>
          <p:cNvSpPr/>
          <p:nvPr/>
        </p:nvSpPr>
        <p:spPr>
          <a:xfrm>
            <a:off x="66675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847" name="矩形"/>
          <p:cNvSpPr/>
          <p:nvPr/>
        </p:nvSpPr>
        <p:spPr>
          <a:xfrm>
            <a:off x="68199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848" name="矩形"/>
          <p:cNvSpPr/>
          <p:nvPr/>
        </p:nvSpPr>
        <p:spPr>
          <a:xfrm>
            <a:off x="69723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849" name="矩形"/>
          <p:cNvSpPr/>
          <p:nvPr/>
        </p:nvSpPr>
        <p:spPr>
          <a:xfrm>
            <a:off x="71247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850" name="矩形"/>
          <p:cNvSpPr/>
          <p:nvPr/>
        </p:nvSpPr>
        <p:spPr>
          <a:xfrm>
            <a:off x="72771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851" name="矩形"/>
          <p:cNvSpPr/>
          <p:nvPr/>
        </p:nvSpPr>
        <p:spPr>
          <a:xfrm>
            <a:off x="74295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852" name="矩形"/>
          <p:cNvSpPr/>
          <p:nvPr/>
        </p:nvSpPr>
        <p:spPr>
          <a:xfrm>
            <a:off x="75819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853" name="矩形"/>
          <p:cNvSpPr/>
          <p:nvPr/>
        </p:nvSpPr>
        <p:spPr>
          <a:xfrm>
            <a:off x="77343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854" name="矩形"/>
          <p:cNvSpPr/>
          <p:nvPr/>
        </p:nvSpPr>
        <p:spPr>
          <a:xfrm>
            <a:off x="78867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855" name="矩形"/>
          <p:cNvSpPr/>
          <p:nvPr/>
        </p:nvSpPr>
        <p:spPr>
          <a:xfrm>
            <a:off x="80391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856" name="矩形"/>
          <p:cNvSpPr/>
          <p:nvPr/>
        </p:nvSpPr>
        <p:spPr>
          <a:xfrm>
            <a:off x="81915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857" name="矩形"/>
          <p:cNvSpPr/>
          <p:nvPr/>
        </p:nvSpPr>
        <p:spPr>
          <a:xfrm>
            <a:off x="83439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858" name="矩形"/>
          <p:cNvSpPr/>
          <p:nvPr/>
        </p:nvSpPr>
        <p:spPr>
          <a:xfrm>
            <a:off x="84963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859" name="矩形"/>
          <p:cNvSpPr/>
          <p:nvPr/>
        </p:nvSpPr>
        <p:spPr>
          <a:xfrm>
            <a:off x="86487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860" name="矩形"/>
          <p:cNvSpPr/>
          <p:nvPr/>
        </p:nvSpPr>
        <p:spPr>
          <a:xfrm>
            <a:off x="88011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861" name="矩形"/>
          <p:cNvSpPr/>
          <p:nvPr/>
        </p:nvSpPr>
        <p:spPr>
          <a:xfrm>
            <a:off x="89535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862" name="矩形"/>
          <p:cNvSpPr/>
          <p:nvPr/>
        </p:nvSpPr>
        <p:spPr>
          <a:xfrm>
            <a:off x="91059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863" name="矩形"/>
          <p:cNvSpPr/>
          <p:nvPr/>
        </p:nvSpPr>
        <p:spPr>
          <a:xfrm>
            <a:off x="92583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864" name="矩形"/>
          <p:cNvSpPr/>
          <p:nvPr/>
        </p:nvSpPr>
        <p:spPr>
          <a:xfrm>
            <a:off x="94107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865" name="矩形"/>
          <p:cNvSpPr/>
          <p:nvPr/>
        </p:nvSpPr>
        <p:spPr>
          <a:xfrm>
            <a:off x="95631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866" name="矩形"/>
          <p:cNvSpPr/>
          <p:nvPr/>
        </p:nvSpPr>
        <p:spPr>
          <a:xfrm>
            <a:off x="97155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867" name="矩形"/>
          <p:cNvSpPr/>
          <p:nvPr/>
        </p:nvSpPr>
        <p:spPr>
          <a:xfrm>
            <a:off x="98679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868" name="矩形"/>
          <p:cNvSpPr/>
          <p:nvPr/>
        </p:nvSpPr>
        <p:spPr>
          <a:xfrm>
            <a:off x="100203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869" name="矩形"/>
          <p:cNvSpPr/>
          <p:nvPr/>
        </p:nvSpPr>
        <p:spPr>
          <a:xfrm>
            <a:off x="101727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870" name="矩形"/>
          <p:cNvSpPr/>
          <p:nvPr/>
        </p:nvSpPr>
        <p:spPr>
          <a:xfrm>
            <a:off x="103251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pic>
        <p:nvPicPr>
          <p:cNvPr id="1871" name="image3.png" descr="image3.png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400050" y="6535384"/>
            <a:ext cx="2000250" cy="197559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1874" name="矩形 982"/>
          <p:cNvGrpSpPr/>
          <p:nvPr/>
        </p:nvGrpSpPr>
        <p:grpSpPr>
          <a:xfrm>
            <a:off x="1000125" y="200025"/>
            <a:ext cx="7239000" cy="457200"/>
            <a:chOff x="0" y="0"/>
            <a:chExt cx="7239000" cy="457200"/>
          </a:xfrm>
        </p:grpSpPr>
        <p:sp>
          <p:nvSpPr>
            <p:cNvPr id="1872" name="矩形"/>
            <p:cNvSpPr/>
            <p:nvPr/>
          </p:nvSpPr>
          <p:spPr>
            <a:xfrm>
              <a:off x="0" y="0"/>
              <a:ext cx="7239000" cy="4572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b="1" sz="2200">
                  <a:solidFill>
                    <a:srgbClr val="0052A5"/>
                  </a:solidFill>
                  <a:latin typeface="Microsoft YaHei"/>
                  <a:ea typeface="Microsoft YaHei"/>
                  <a:cs typeface="Microsoft YaHei"/>
                  <a:sym typeface="Microsoft YaHei"/>
                </a:defRPr>
              </a:pPr>
            </a:p>
          </p:txBody>
        </p:sp>
        <p:sp>
          <p:nvSpPr>
            <p:cNvPr id="1873" name="备份：公式与字段映射"/>
            <p:cNvSpPr txBox="1"/>
            <p:nvPr/>
          </p:nvSpPr>
          <p:spPr>
            <a:xfrm>
              <a:off x="0" y="38100"/>
              <a:ext cx="7239000" cy="3810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>
                <a:defRPr b="1" sz="2200">
                  <a:solidFill>
                    <a:srgbClr val="0052A5"/>
                  </a:solidFill>
                  <a:latin typeface="Microsoft YaHei"/>
                  <a:ea typeface="Microsoft YaHei"/>
                  <a:cs typeface="Microsoft YaHei"/>
                  <a:sym typeface="Microsoft YaHei"/>
                </a:defRPr>
              </a:lvl1pPr>
            </a:lstStyle>
            <a:p>
              <a:pPr/>
              <a:r>
                <a:t>备份：公式与字段映射</a:t>
              </a:r>
            </a:p>
          </p:txBody>
        </p:sp>
      </p:grpSp>
      <p:grpSp>
        <p:nvGrpSpPr>
          <p:cNvPr id="1877" name="矩形 983"/>
          <p:cNvGrpSpPr/>
          <p:nvPr/>
        </p:nvGrpSpPr>
        <p:grpSpPr>
          <a:xfrm>
            <a:off x="8667750" y="228600"/>
            <a:ext cx="1428750" cy="209550"/>
            <a:chOff x="0" y="0"/>
            <a:chExt cx="1428750" cy="209550"/>
          </a:xfrm>
        </p:grpSpPr>
        <p:sp>
          <p:nvSpPr>
            <p:cNvPr id="1875" name="矩形"/>
            <p:cNvSpPr/>
            <p:nvPr/>
          </p:nvSpPr>
          <p:spPr>
            <a:xfrm>
              <a:off x="0" y="0"/>
              <a:ext cx="1428750" cy="20955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b="1" sz="700">
                  <a:solidFill>
                    <a:srgbClr val="6B7280"/>
                  </a:solidFill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1876" name="BACKUP"/>
            <p:cNvSpPr txBox="1"/>
            <p:nvPr/>
          </p:nvSpPr>
          <p:spPr>
            <a:xfrm>
              <a:off x="0" y="41274"/>
              <a:ext cx="1428750" cy="1270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>
                <a:defRPr b="1" sz="700">
                  <a:solidFill>
                    <a:srgbClr val="6B728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BACKUP</a:t>
              </a:r>
            </a:p>
          </p:txBody>
        </p:sp>
      </p:grpSp>
      <p:grpSp>
        <p:nvGrpSpPr>
          <p:cNvPr id="1880" name="矩形 984"/>
          <p:cNvGrpSpPr/>
          <p:nvPr/>
        </p:nvGrpSpPr>
        <p:grpSpPr>
          <a:xfrm>
            <a:off x="11696700" y="6419850"/>
            <a:ext cx="323850" cy="266700"/>
            <a:chOff x="0" y="0"/>
            <a:chExt cx="323850" cy="266700"/>
          </a:xfrm>
        </p:grpSpPr>
        <p:sp>
          <p:nvSpPr>
            <p:cNvPr id="1878" name="矩形"/>
            <p:cNvSpPr/>
            <p:nvPr/>
          </p:nvSpPr>
          <p:spPr>
            <a:xfrm>
              <a:off x="0" y="0"/>
              <a:ext cx="323850" cy="2667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algn="ctr">
                <a:defRPr b="1" sz="1300">
                  <a:solidFill>
                    <a:srgbClr val="8A8A8A"/>
                  </a:solidFill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1879" name="14"/>
            <p:cNvSpPr txBox="1"/>
            <p:nvPr/>
          </p:nvSpPr>
          <p:spPr>
            <a:xfrm>
              <a:off x="0" y="0"/>
              <a:ext cx="323850" cy="18509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 algn="ctr">
                <a:defRPr b="1" sz="1300">
                  <a:solidFill>
                    <a:srgbClr val="8A8A8A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14</a:t>
              </a:r>
            </a:p>
          </p:txBody>
        </p:sp>
      </p:grpSp>
      <p:sp>
        <p:nvSpPr>
          <p:cNvPr id="1881" name="矩形 985"/>
          <p:cNvSpPr/>
          <p:nvPr/>
        </p:nvSpPr>
        <p:spPr>
          <a:xfrm>
            <a:off x="1047750" y="1143000"/>
            <a:ext cx="9239250" cy="419100"/>
          </a:xfrm>
          <a:prstGeom prst="rect">
            <a:avLst/>
          </a:prstGeom>
          <a:solidFill>
            <a:srgbClr val="FFFFFF"/>
          </a:solidFill>
          <a:ln>
            <a:solidFill>
              <a:srgbClr val="C9DDF1"/>
            </a:solidFill>
          </a:ln>
        </p:spPr>
        <p:txBody>
          <a:bodyPr lIns="45719" rIns="45719"/>
          <a:lstStyle/>
          <a:p>
            <a:pPr/>
          </a:p>
        </p:txBody>
      </p:sp>
      <p:grpSp>
        <p:nvGrpSpPr>
          <p:cNvPr id="1884" name="矩形 986"/>
          <p:cNvGrpSpPr/>
          <p:nvPr/>
        </p:nvGrpSpPr>
        <p:grpSpPr>
          <a:xfrm>
            <a:off x="1285875" y="1238250"/>
            <a:ext cx="1143000" cy="190500"/>
            <a:chOff x="0" y="0"/>
            <a:chExt cx="1143000" cy="190500"/>
          </a:xfrm>
        </p:grpSpPr>
        <p:sp>
          <p:nvSpPr>
            <p:cNvPr id="1882" name="矩形"/>
            <p:cNvSpPr/>
            <p:nvPr/>
          </p:nvSpPr>
          <p:spPr>
            <a:xfrm>
              <a:off x="0" y="0"/>
              <a:ext cx="1143000" cy="190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b="1" sz="1200">
                  <a:solidFill>
                    <a:srgbClr val="0052A5"/>
                  </a:solidFill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1883" name="F_h"/>
            <p:cNvSpPr txBox="1"/>
            <p:nvPr/>
          </p:nvSpPr>
          <p:spPr>
            <a:xfrm>
              <a:off x="0" y="0"/>
              <a:ext cx="1143000" cy="17281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b="1" sz="1200">
                  <a:solidFill>
                    <a:srgbClr val="0052A5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F_h</a:t>
              </a:r>
            </a:p>
          </p:txBody>
        </p:sp>
      </p:grpSp>
      <p:grpSp>
        <p:nvGrpSpPr>
          <p:cNvPr id="1887" name="矩形 987"/>
          <p:cNvGrpSpPr/>
          <p:nvPr/>
        </p:nvGrpSpPr>
        <p:grpSpPr>
          <a:xfrm>
            <a:off x="2952750" y="1238250"/>
            <a:ext cx="2952750" cy="190500"/>
            <a:chOff x="0" y="0"/>
            <a:chExt cx="2952750" cy="190500"/>
          </a:xfrm>
        </p:grpSpPr>
        <p:sp>
          <p:nvSpPr>
            <p:cNvPr id="1885" name="矩形"/>
            <p:cNvSpPr/>
            <p:nvPr/>
          </p:nvSpPr>
          <p:spPr>
            <a:xfrm>
              <a:off x="0" y="0"/>
              <a:ext cx="2952750" cy="190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1000">
                  <a:solidFill>
                    <a:srgbClr val="082B60"/>
                  </a:solidFill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1886" name="candidate_feasibility"/>
            <p:cNvSpPr txBox="1"/>
            <p:nvPr/>
          </p:nvSpPr>
          <p:spPr>
            <a:xfrm>
              <a:off x="0" y="0"/>
              <a:ext cx="2952750" cy="13554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sz="1000">
                  <a:solidFill>
                    <a:srgbClr val="082B6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candidate_feasibility</a:t>
              </a:r>
            </a:p>
          </p:txBody>
        </p:sp>
      </p:grpSp>
      <p:grpSp>
        <p:nvGrpSpPr>
          <p:cNvPr id="1890" name="矩形 988"/>
          <p:cNvGrpSpPr/>
          <p:nvPr/>
        </p:nvGrpSpPr>
        <p:grpSpPr>
          <a:xfrm>
            <a:off x="6477000" y="1238250"/>
            <a:ext cx="3429000" cy="190500"/>
            <a:chOff x="0" y="0"/>
            <a:chExt cx="3429000" cy="190500"/>
          </a:xfrm>
        </p:grpSpPr>
        <p:sp>
          <p:nvSpPr>
            <p:cNvPr id="1888" name="矩形"/>
            <p:cNvSpPr/>
            <p:nvPr/>
          </p:nvSpPr>
          <p:spPr>
            <a:xfrm>
              <a:off x="0" y="0"/>
              <a:ext cx="3429000" cy="190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1000">
                  <a:solidFill>
                    <a:srgbClr val="46566A"/>
                  </a:solidFill>
                  <a:latin typeface="Microsoft YaHei"/>
                  <a:ea typeface="Microsoft YaHei"/>
                  <a:cs typeface="Microsoft YaHei"/>
                  <a:sym typeface="Microsoft YaHei"/>
                </a:defRPr>
              </a:pPr>
            </a:p>
          </p:txBody>
        </p:sp>
        <p:sp>
          <p:nvSpPr>
            <p:cNvPr id="1889" name="硬可行性过滤"/>
            <p:cNvSpPr txBox="1"/>
            <p:nvPr/>
          </p:nvSpPr>
          <p:spPr>
            <a:xfrm>
              <a:off x="0" y="0"/>
              <a:ext cx="3429000" cy="1778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sz="1000">
                  <a:solidFill>
                    <a:srgbClr val="46566A"/>
                  </a:solidFill>
                  <a:latin typeface="Microsoft YaHei"/>
                  <a:ea typeface="Microsoft YaHei"/>
                  <a:cs typeface="Microsoft YaHei"/>
                  <a:sym typeface="Microsoft YaHei"/>
                </a:defRPr>
              </a:lvl1pPr>
            </a:lstStyle>
            <a:p>
              <a:pPr/>
              <a:r>
                <a:t>硬可行性过滤</a:t>
              </a:r>
            </a:p>
          </p:txBody>
        </p:sp>
      </p:grpSp>
      <p:sp>
        <p:nvSpPr>
          <p:cNvPr id="1891" name="矩形 989"/>
          <p:cNvSpPr/>
          <p:nvPr/>
        </p:nvSpPr>
        <p:spPr>
          <a:xfrm>
            <a:off x="1047750" y="1695450"/>
            <a:ext cx="9239250" cy="419100"/>
          </a:xfrm>
          <a:prstGeom prst="rect">
            <a:avLst/>
          </a:prstGeom>
          <a:solidFill>
            <a:srgbClr val="F5F9FE"/>
          </a:solidFill>
          <a:ln>
            <a:solidFill>
              <a:srgbClr val="C9DDF1"/>
            </a:solidFill>
          </a:ln>
        </p:spPr>
        <p:txBody>
          <a:bodyPr lIns="45719" rIns="45719"/>
          <a:lstStyle/>
          <a:p>
            <a:pPr/>
          </a:p>
        </p:txBody>
      </p:sp>
      <p:grpSp>
        <p:nvGrpSpPr>
          <p:cNvPr id="1894" name="矩形 990"/>
          <p:cNvGrpSpPr/>
          <p:nvPr/>
        </p:nvGrpSpPr>
        <p:grpSpPr>
          <a:xfrm>
            <a:off x="1285875" y="1790700"/>
            <a:ext cx="1143000" cy="190500"/>
            <a:chOff x="0" y="0"/>
            <a:chExt cx="1143000" cy="190500"/>
          </a:xfrm>
        </p:grpSpPr>
        <p:sp>
          <p:nvSpPr>
            <p:cNvPr id="1892" name="矩形"/>
            <p:cNvSpPr/>
            <p:nvPr/>
          </p:nvSpPr>
          <p:spPr>
            <a:xfrm>
              <a:off x="0" y="0"/>
              <a:ext cx="1143000" cy="190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b="1" sz="1200">
                  <a:solidFill>
                    <a:srgbClr val="0052A5"/>
                  </a:solidFill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1893" name="S_static"/>
            <p:cNvSpPr txBox="1"/>
            <p:nvPr/>
          </p:nvSpPr>
          <p:spPr>
            <a:xfrm>
              <a:off x="0" y="0"/>
              <a:ext cx="1143000" cy="17281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b="1" sz="1200">
                  <a:solidFill>
                    <a:srgbClr val="0052A5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S_static</a:t>
              </a:r>
            </a:p>
          </p:txBody>
        </p:sp>
      </p:grpSp>
      <p:grpSp>
        <p:nvGrpSpPr>
          <p:cNvPr id="1897" name="矩形 991"/>
          <p:cNvGrpSpPr/>
          <p:nvPr/>
        </p:nvGrpSpPr>
        <p:grpSpPr>
          <a:xfrm>
            <a:off x="2952750" y="1790700"/>
            <a:ext cx="2952750" cy="190500"/>
            <a:chOff x="0" y="0"/>
            <a:chExt cx="2952750" cy="190500"/>
          </a:xfrm>
        </p:grpSpPr>
        <p:sp>
          <p:nvSpPr>
            <p:cNvPr id="1895" name="矩形"/>
            <p:cNvSpPr/>
            <p:nvPr/>
          </p:nvSpPr>
          <p:spPr>
            <a:xfrm>
              <a:off x="0" y="0"/>
              <a:ext cx="2952750" cy="190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1000">
                  <a:solidFill>
                    <a:srgbClr val="082B60"/>
                  </a:solidFill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1896" name="score_breakdown.overall"/>
            <p:cNvSpPr txBox="1"/>
            <p:nvPr/>
          </p:nvSpPr>
          <p:spPr>
            <a:xfrm>
              <a:off x="0" y="0"/>
              <a:ext cx="2952750" cy="13554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sz="1000">
                  <a:solidFill>
                    <a:srgbClr val="082B6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score_breakdown.overall</a:t>
              </a:r>
            </a:p>
          </p:txBody>
        </p:sp>
      </p:grpSp>
      <p:grpSp>
        <p:nvGrpSpPr>
          <p:cNvPr id="1900" name="矩形 992"/>
          <p:cNvGrpSpPr/>
          <p:nvPr/>
        </p:nvGrpSpPr>
        <p:grpSpPr>
          <a:xfrm>
            <a:off x="6477000" y="1790700"/>
            <a:ext cx="3429000" cy="190500"/>
            <a:chOff x="0" y="0"/>
            <a:chExt cx="3429000" cy="190500"/>
          </a:xfrm>
        </p:grpSpPr>
        <p:sp>
          <p:nvSpPr>
            <p:cNvPr id="1898" name="矩形"/>
            <p:cNvSpPr/>
            <p:nvPr/>
          </p:nvSpPr>
          <p:spPr>
            <a:xfrm>
              <a:off x="0" y="0"/>
              <a:ext cx="3429000" cy="190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1000">
                  <a:solidFill>
                    <a:srgbClr val="46566A"/>
                  </a:solidFill>
                  <a:latin typeface="Microsoft YaHei"/>
                  <a:ea typeface="Microsoft YaHei"/>
                  <a:cs typeface="Microsoft YaHei"/>
                  <a:sym typeface="Microsoft YaHei"/>
                </a:defRPr>
              </a:pPr>
            </a:p>
          </p:txBody>
        </p:sp>
        <p:sp>
          <p:nvSpPr>
            <p:cNvPr id="1899" name="静态候选效用"/>
            <p:cNvSpPr txBox="1"/>
            <p:nvPr/>
          </p:nvSpPr>
          <p:spPr>
            <a:xfrm>
              <a:off x="0" y="0"/>
              <a:ext cx="3429000" cy="1778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sz="1000">
                  <a:solidFill>
                    <a:srgbClr val="46566A"/>
                  </a:solidFill>
                  <a:latin typeface="Microsoft YaHei"/>
                  <a:ea typeface="Microsoft YaHei"/>
                  <a:cs typeface="Microsoft YaHei"/>
                  <a:sym typeface="Microsoft YaHei"/>
                </a:defRPr>
              </a:lvl1pPr>
            </a:lstStyle>
            <a:p>
              <a:pPr/>
              <a:r>
                <a:t>静态候选效用</a:t>
              </a:r>
            </a:p>
          </p:txBody>
        </p:sp>
      </p:grpSp>
      <p:sp>
        <p:nvSpPr>
          <p:cNvPr id="1901" name="矩形 993"/>
          <p:cNvSpPr/>
          <p:nvPr/>
        </p:nvSpPr>
        <p:spPr>
          <a:xfrm>
            <a:off x="1047750" y="2247900"/>
            <a:ext cx="9239250" cy="419100"/>
          </a:xfrm>
          <a:prstGeom prst="rect">
            <a:avLst/>
          </a:prstGeom>
          <a:solidFill>
            <a:srgbClr val="FFFFFF"/>
          </a:solidFill>
          <a:ln>
            <a:solidFill>
              <a:srgbClr val="C9DDF1"/>
            </a:solidFill>
          </a:ln>
        </p:spPr>
        <p:txBody>
          <a:bodyPr lIns="45719" rIns="45719"/>
          <a:lstStyle/>
          <a:p>
            <a:pPr/>
          </a:p>
        </p:txBody>
      </p:sp>
      <p:grpSp>
        <p:nvGrpSpPr>
          <p:cNvPr id="1904" name="矩形 994"/>
          <p:cNvGrpSpPr/>
          <p:nvPr/>
        </p:nvGrpSpPr>
        <p:grpSpPr>
          <a:xfrm>
            <a:off x="1285875" y="2343150"/>
            <a:ext cx="1143000" cy="190500"/>
            <a:chOff x="0" y="0"/>
            <a:chExt cx="1143000" cy="190500"/>
          </a:xfrm>
        </p:grpSpPr>
        <p:sp>
          <p:nvSpPr>
            <p:cNvPr id="1902" name="矩形"/>
            <p:cNvSpPr/>
            <p:nvPr/>
          </p:nvSpPr>
          <p:spPr>
            <a:xfrm>
              <a:off x="0" y="0"/>
              <a:ext cx="1143000" cy="190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b="1" sz="1200">
                  <a:solidFill>
                    <a:srgbClr val="0052A5"/>
                  </a:solidFill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1903" name="G_post"/>
            <p:cNvSpPr txBox="1"/>
            <p:nvPr/>
          </p:nvSpPr>
          <p:spPr>
            <a:xfrm>
              <a:off x="0" y="0"/>
              <a:ext cx="1143000" cy="17281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b="1" sz="1200">
                  <a:solidFill>
                    <a:srgbClr val="0052A5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G_post</a:t>
              </a:r>
            </a:p>
          </p:txBody>
        </p:sp>
      </p:grpSp>
      <p:grpSp>
        <p:nvGrpSpPr>
          <p:cNvPr id="1907" name="矩形 995"/>
          <p:cNvGrpSpPr/>
          <p:nvPr/>
        </p:nvGrpSpPr>
        <p:grpSpPr>
          <a:xfrm>
            <a:off x="2952750" y="2343150"/>
            <a:ext cx="2952750" cy="190500"/>
            <a:chOff x="0" y="0"/>
            <a:chExt cx="2952750" cy="190500"/>
          </a:xfrm>
        </p:grpSpPr>
        <p:sp>
          <p:nvSpPr>
            <p:cNvPr id="1905" name="矩形"/>
            <p:cNvSpPr/>
            <p:nvPr/>
          </p:nvSpPr>
          <p:spPr>
            <a:xfrm>
              <a:off x="0" y="0"/>
              <a:ext cx="2952750" cy="190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1000">
                  <a:solidFill>
                    <a:srgbClr val="082B60"/>
                  </a:solidFill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1906" name="posterior_objective"/>
            <p:cNvSpPr txBox="1"/>
            <p:nvPr/>
          </p:nvSpPr>
          <p:spPr>
            <a:xfrm>
              <a:off x="0" y="0"/>
              <a:ext cx="2952750" cy="13554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sz="1000">
                  <a:solidFill>
                    <a:srgbClr val="082B6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posterior_objective</a:t>
              </a:r>
            </a:p>
          </p:txBody>
        </p:sp>
      </p:grpSp>
      <p:grpSp>
        <p:nvGrpSpPr>
          <p:cNvPr id="1910" name="矩形 996"/>
          <p:cNvGrpSpPr/>
          <p:nvPr/>
        </p:nvGrpSpPr>
        <p:grpSpPr>
          <a:xfrm>
            <a:off x="6477000" y="2343150"/>
            <a:ext cx="3429000" cy="190500"/>
            <a:chOff x="0" y="0"/>
            <a:chExt cx="3429000" cy="190500"/>
          </a:xfrm>
        </p:grpSpPr>
        <p:sp>
          <p:nvSpPr>
            <p:cNvPr id="1908" name="矩形"/>
            <p:cNvSpPr/>
            <p:nvPr/>
          </p:nvSpPr>
          <p:spPr>
            <a:xfrm>
              <a:off x="0" y="0"/>
              <a:ext cx="3429000" cy="190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1000">
                  <a:solidFill>
                    <a:srgbClr val="46566A"/>
                  </a:solidFill>
                  <a:latin typeface="Microsoft YaHei"/>
                  <a:ea typeface="Microsoft YaHei"/>
                  <a:cs typeface="Microsoft YaHei"/>
                  <a:sym typeface="Microsoft YaHei"/>
                </a:defRPr>
              </a:pPr>
            </a:p>
          </p:txBody>
        </p:sp>
        <p:sp>
          <p:nvSpPr>
            <p:cNvPr id="1909" name="证据加权目标项"/>
            <p:cNvSpPr txBox="1"/>
            <p:nvPr/>
          </p:nvSpPr>
          <p:spPr>
            <a:xfrm>
              <a:off x="0" y="0"/>
              <a:ext cx="3429000" cy="1778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sz="1000">
                  <a:solidFill>
                    <a:srgbClr val="46566A"/>
                  </a:solidFill>
                  <a:latin typeface="Microsoft YaHei"/>
                  <a:ea typeface="Microsoft YaHei"/>
                  <a:cs typeface="Microsoft YaHei"/>
                  <a:sym typeface="Microsoft YaHei"/>
                </a:defRPr>
              </a:lvl1pPr>
            </a:lstStyle>
            <a:p>
              <a:pPr/>
              <a:r>
                <a:t>证据加权目标项</a:t>
              </a:r>
            </a:p>
          </p:txBody>
        </p:sp>
      </p:grpSp>
      <p:sp>
        <p:nvSpPr>
          <p:cNvPr id="1911" name="矩形 997"/>
          <p:cNvSpPr/>
          <p:nvPr/>
        </p:nvSpPr>
        <p:spPr>
          <a:xfrm>
            <a:off x="1047750" y="2800350"/>
            <a:ext cx="9239250" cy="419100"/>
          </a:xfrm>
          <a:prstGeom prst="rect">
            <a:avLst/>
          </a:prstGeom>
          <a:solidFill>
            <a:srgbClr val="F5F9FE"/>
          </a:solidFill>
          <a:ln>
            <a:solidFill>
              <a:srgbClr val="C9DDF1"/>
            </a:solidFill>
          </a:ln>
        </p:spPr>
        <p:txBody>
          <a:bodyPr lIns="45719" rIns="45719"/>
          <a:lstStyle/>
          <a:p>
            <a:pPr/>
          </a:p>
        </p:txBody>
      </p:sp>
      <p:grpSp>
        <p:nvGrpSpPr>
          <p:cNvPr id="1914" name="矩形 998"/>
          <p:cNvGrpSpPr/>
          <p:nvPr/>
        </p:nvGrpSpPr>
        <p:grpSpPr>
          <a:xfrm>
            <a:off x="1285875" y="2895600"/>
            <a:ext cx="1143000" cy="190500"/>
            <a:chOff x="0" y="0"/>
            <a:chExt cx="1143000" cy="190500"/>
          </a:xfrm>
        </p:grpSpPr>
        <p:sp>
          <p:nvSpPr>
            <p:cNvPr id="1912" name="矩形"/>
            <p:cNvSpPr/>
            <p:nvPr/>
          </p:nvSpPr>
          <p:spPr>
            <a:xfrm>
              <a:off x="0" y="0"/>
              <a:ext cx="1143000" cy="190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b="1" sz="1200">
                  <a:solidFill>
                    <a:srgbClr val="0052A5"/>
                  </a:solidFill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1913" name="x_t"/>
            <p:cNvSpPr txBox="1"/>
            <p:nvPr/>
          </p:nvSpPr>
          <p:spPr>
            <a:xfrm>
              <a:off x="0" y="0"/>
              <a:ext cx="1143000" cy="17281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b="1" sz="1200">
                  <a:solidFill>
                    <a:srgbClr val="0052A5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x_t</a:t>
              </a:r>
            </a:p>
          </p:txBody>
        </p:sp>
      </p:grpSp>
      <p:grpSp>
        <p:nvGrpSpPr>
          <p:cNvPr id="1917" name="矩形 999"/>
          <p:cNvGrpSpPr/>
          <p:nvPr/>
        </p:nvGrpSpPr>
        <p:grpSpPr>
          <a:xfrm>
            <a:off x="2952750" y="2895600"/>
            <a:ext cx="2952750" cy="190500"/>
            <a:chOff x="0" y="0"/>
            <a:chExt cx="2952750" cy="190500"/>
          </a:xfrm>
        </p:grpSpPr>
        <p:sp>
          <p:nvSpPr>
            <p:cNvPr id="1915" name="矩形"/>
            <p:cNvSpPr/>
            <p:nvPr/>
          </p:nvSpPr>
          <p:spPr>
            <a:xfrm>
              <a:off x="0" y="0"/>
              <a:ext cx="2952750" cy="190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1000">
                  <a:solidFill>
                    <a:srgbClr val="082B60"/>
                  </a:solidFill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1916" name="RuntimeState"/>
            <p:cNvSpPr txBox="1"/>
            <p:nvPr/>
          </p:nvSpPr>
          <p:spPr>
            <a:xfrm>
              <a:off x="0" y="0"/>
              <a:ext cx="2952750" cy="13554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sz="1000">
                  <a:solidFill>
                    <a:srgbClr val="082B6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RuntimeState</a:t>
              </a:r>
            </a:p>
          </p:txBody>
        </p:sp>
      </p:grpSp>
      <p:grpSp>
        <p:nvGrpSpPr>
          <p:cNvPr id="1920" name="矩形 1000"/>
          <p:cNvGrpSpPr/>
          <p:nvPr/>
        </p:nvGrpSpPr>
        <p:grpSpPr>
          <a:xfrm>
            <a:off x="6477000" y="2895600"/>
            <a:ext cx="3429000" cy="190500"/>
            <a:chOff x="0" y="0"/>
            <a:chExt cx="3429000" cy="190500"/>
          </a:xfrm>
        </p:grpSpPr>
        <p:sp>
          <p:nvSpPr>
            <p:cNvPr id="1918" name="矩形"/>
            <p:cNvSpPr/>
            <p:nvPr/>
          </p:nvSpPr>
          <p:spPr>
            <a:xfrm>
              <a:off x="0" y="0"/>
              <a:ext cx="3429000" cy="190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1000">
                  <a:solidFill>
                    <a:srgbClr val="46566A"/>
                  </a:solidFill>
                  <a:latin typeface="Microsoft YaHei"/>
                  <a:ea typeface="Microsoft YaHei"/>
                  <a:cs typeface="Microsoft YaHei"/>
                  <a:sym typeface="Microsoft YaHei"/>
                </a:defRPr>
              </a:pPr>
            </a:p>
          </p:txBody>
        </p:sp>
        <p:sp>
          <p:nvSpPr>
            <p:cNvPr id="1919" name="五维运行时状态"/>
            <p:cNvSpPr txBox="1"/>
            <p:nvPr/>
          </p:nvSpPr>
          <p:spPr>
            <a:xfrm>
              <a:off x="0" y="0"/>
              <a:ext cx="3429000" cy="1778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sz="1000">
                  <a:solidFill>
                    <a:srgbClr val="46566A"/>
                  </a:solidFill>
                  <a:latin typeface="Microsoft YaHei"/>
                  <a:ea typeface="Microsoft YaHei"/>
                  <a:cs typeface="Microsoft YaHei"/>
                  <a:sym typeface="Microsoft YaHei"/>
                </a:defRPr>
              </a:lvl1pPr>
            </a:lstStyle>
            <a:p>
              <a:pPr/>
              <a:r>
                <a:t>五维运行时状态</a:t>
              </a:r>
            </a:p>
          </p:txBody>
        </p:sp>
      </p:grpSp>
      <p:sp>
        <p:nvSpPr>
          <p:cNvPr id="1921" name="矩形 1001"/>
          <p:cNvSpPr/>
          <p:nvPr/>
        </p:nvSpPr>
        <p:spPr>
          <a:xfrm>
            <a:off x="1047750" y="3352800"/>
            <a:ext cx="9239250" cy="419100"/>
          </a:xfrm>
          <a:prstGeom prst="rect">
            <a:avLst/>
          </a:prstGeom>
          <a:solidFill>
            <a:srgbClr val="FFFFFF"/>
          </a:solidFill>
          <a:ln>
            <a:solidFill>
              <a:srgbClr val="C9DDF1"/>
            </a:solidFill>
          </a:ln>
        </p:spPr>
        <p:txBody>
          <a:bodyPr lIns="45719" rIns="45719"/>
          <a:lstStyle/>
          <a:p>
            <a:pPr/>
          </a:p>
        </p:txBody>
      </p:sp>
      <p:grpSp>
        <p:nvGrpSpPr>
          <p:cNvPr id="1924" name="矩形 1002"/>
          <p:cNvGrpSpPr/>
          <p:nvPr/>
        </p:nvGrpSpPr>
        <p:grpSpPr>
          <a:xfrm>
            <a:off x="1285875" y="3448050"/>
            <a:ext cx="1143000" cy="190500"/>
            <a:chOff x="0" y="0"/>
            <a:chExt cx="1143000" cy="190500"/>
          </a:xfrm>
        </p:grpSpPr>
        <p:sp>
          <p:nvSpPr>
            <p:cNvPr id="1922" name="矩形"/>
            <p:cNvSpPr/>
            <p:nvPr/>
          </p:nvSpPr>
          <p:spPr>
            <a:xfrm>
              <a:off x="0" y="0"/>
              <a:ext cx="1143000" cy="190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b="1" sz="1200">
                  <a:solidFill>
                    <a:srgbClr val="0052A5"/>
                  </a:solidFill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1923" name="Delta"/>
            <p:cNvSpPr txBox="1"/>
            <p:nvPr/>
          </p:nvSpPr>
          <p:spPr>
            <a:xfrm>
              <a:off x="0" y="0"/>
              <a:ext cx="1143000" cy="17281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b="1" sz="1200">
                  <a:solidFill>
                    <a:srgbClr val="0052A5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Delta</a:t>
              </a:r>
            </a:p>
          </p:txBody>
        </p:sp>
      </p:grpSp>
      <p:grpSp>
        <p:nvGrpSpPr>
          <p:cNvPr id="1927" name="矩形 1003"/>
          <p:cNvGrpSpPr/>
          <p:nvPr/>
        </p:nvGrpSpPr>
        <p:grpSpPr>
          <a:xfrm>
            <a:off x="2952750" y="3448050"/>
            <a:ext cx="2952750" cy="190500"/>
            <a:chOff x="0" y="0"/>
            <a:chExt cx="2952750" cy="190500"/>
          </a:xfrm>
        </p:grpSpPr>
        <p:sp>
          <p:nvSpPr>
            <p:cNvPr id="1925" name="矩形"/>
            <p:cNvSpPr/>
            <p:nvPr/>
          </p:nvSpPr>
          <p:spPr>
            <a:xfrm>
              <a:off x="0" y="0"/>
              <a:ext cx="2952750" cy="190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1000">
                  <a:solidFill>
                    <a:srgbClr val="082B60"/>
                  </a:solidFill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1926" name="runtime_adjustment"/>
            <p:cNvSpPr txBox="1"/>
            <p:nvPr/>
          </p:nvSpPr>
          <p:spPr>
            <a:xfrm>
              <a:off x="0" y="0"/>
              <a:ext cx="2952750" cy="13554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sz="1000">
                  <a:solidFill>
                    <a:srgbClr val="082B6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runtime_adjustment</a:t>
              </a:r>
            </a:p>
          </p:txBody>
        </p:sp>
      </p:grpSp>
      <p:grpSp>
        <p:nvGrpSpPr>
          <p:cNvPr id="1930" name="矩形 1004"/>
          <p:cNvGrpSpPr/>
          <p:nvPr/>
        </p:nvGrpSpPr>
        <p:grpSpPr>
          <a:xfrm>
            <a:off x="6477000" y="3448050"/>
            <a:ext cx="3429000" cy="190500"/>
            <a:chOff x="0" y="0"/>
            <a:chExt cx="3429000" cy="190500"/>
          </a:xfrm>
        </p:grpSpPr>
        <p:sp>
          <p:nvSpPr>
            <p:cNvPr id="1928" name="矩形"/>
            <p:cNvSpPr/>
            <p:nvPr/>
          </p:nvSpPr>
          <p:spPr>
            <a:xfrm>
              <a:off x="0" y="0"/>
              <a:ext cx="3429000" cy="190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1000">
                  <a:solidFill>
                    <a:srgbClr val="46566A"/>
                  </a:solidFill>
                  <a:latin typeface="Microsoft YaHei"/>
                  <a:ea typeface="Microsoft YaHei"/>
                  <a:cs typeface="Microsoft YaHei"/>
                  <a:sym typeface="Microsoft YaHei"/>
                </a:defRPr>
              </a:pPr>
            </a:p>
          </p:txBody>
        </p:sp>
        <p:sp>
          <p:nvSpPr>
            <p:cNvPr id="1929" name="有界运行时修正"/>
            <p:cNvSpPr txBox="1"/>
            <p:nvPr/>
          </p:nvSpPr>
          <p:spPr>
            <a:xfrm>
              <a:off x="0" y="0"/>
              <a:ext cx="3429000" cy="1778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sz="1000">
                  <a:solidFill>
                    <a:srgbClr val="46566A"/>
                  </a:solidFill>
                  <a:latin typeface="Microsoft YaHei"/>
                  <a:ea typeface="Microsoft YaHei"/>
                  <a:cs typeface="Microsoft YaHei"/>
                  <a:sym typeface="Microsoft YaHei"/>
                </a:defRPr>
              </a:lvl1pPr>
            </a:lstStyle>
            <a:p>
              <a:pPr/>
              <a:r>
                <a:t>有界运行时修正</a:t>
              </a:r>
            </a:p>
          </p:txBody>
        </p:sp>
      </p:grpSp>
      <p:sp>
        <p:nvSpPr>
          <p:cNvPr id="1931" name="矩形 1005"/>
          <p:cNvSpPr/>
          <p:nvPr/>
        </p:nvSpPr>
        <p:spPr>
          <a:xfrm>
            <a:off x="1047750" y="3905250"/>
            <a:ext cx="9239250" cy="419100"/>
          </a:xfrm>
          <a:prstGeom prst="rect">
            <a:avLst/>
          </a:prstGeom>
          <a:solidFill>
            <a:srgbClr val="F5F9FE"/>
          </a:solidFill>
          <a:ln>
            <a:solidFill>
              <a:srgbClr val="C9DDF1"/>
            </a:solidFill>
          </a:ln>
        </p:spPr>
        <p:txBody>
          <a:bodyPr lIns="45719" rIns="45719"/>
          <a:lstStyle/>
          <a:p>
            <a:pPr/>
          </a:p>
        </p:txBody>
      </p:sp>
      <p:grpSp>
        <p:nvGrpSpPr>
          <p:cNvPr id="1934" name="矩形 1006"/>
          <p:cNvGrpSpPr/>
          <p:nvPr/>
        </p:nvGrpSpPr>
        <p:grpSpPr>
          <a:xfrm>
            <a:off x="1285875" y="4000500"/>
            <a:ext cx="1143000" cy="190500"/>
            <a:chOff x="0" y="0"/>
            <a:chExt cx="1143000" cy="190500"/>
          </a:xfrm>
        </p:grpSpPr>
        <p:sp>
          <p:nvSpPr>
            <p:cNvPr id="1932" name="矩形"/>
            <p:cNvSpPr/>
            <p:nvPr/>
          </p:nvSpPr>
          <p:spPr>
            <a:xfrm>
              <a:off x="0" y="0"/>
              <a:ext cx="1143000" cy="190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b="1" sz="1200">
                  <a:solidFill>
                    <a:srgbClr val="0052A5"/>
                  </a:solidFill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1933" name="U_pi"/>
            <p:cNvSpPr txBox="1"/>
            <p:nvPr/>
          </p:nvSpPr>
          <p:spPr>
            <a:xfrm>
              <a:off x="0" y="0"/>
              <a:ext cx="1143000" cy="17281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b="1" sz="1200">
                  <a:solidFill>
                    <a:srgbClr val="0052A5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U_pi</a:t>
              </a:r>
            </a:p>
          </p:txBody>
        </p:sp>
      </p:grpSp>
      <p:grpSp>
        <p:nvGrpSpPr>
          <p:cNvPr id="1937" name="矩形 1007"/>
          <p:cNvGrpSpPr/>
          <p:nvPr/>
        </p:nvGrpSpPr>
        <p:grpSpPr>
          <a:xfrm>
            <a:off x="2952750" y="4000500"/>
            <a:ext cx="2952750" cy="190500"/>
            <a:chOff x="0" y="0"/>
            <a:chExt cx="2952750" cy="190500"/>
          </a:xfrm>
        </p:grpSpPr>
        <p:sp>
          <p:nvSpPr>
            <p:cNvPr id="1935" name="矩形"/>
            <p:cNvSpPr/>
            <p:nvPr/>
          </p:nvSpPr>
          <p:spPr>
            <a:xfrm>
              <a:off x="0" y="0"/>
              <a:ext cx="2952750" cy="190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1000">
                  <a:solidFill>
                    <a:srgbClr val="082B60"/>
                  </a:solidFill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1936" name="final_score"/>
            <p:cNvSpPr txBox="1"/>
            <p:nvPr/>
          </p:nvSpPr>
          <p:spPr>
            <a:xfrm>
              <a:off x="0" y="0"/>
              <a:ext cx="2952750" cy="13554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sz="1000">
                  <a:solidFill>
                    <a:srgbClr val="082B6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final_score</a:t>
              </a:r>
            </a:p>
          </p:txBody>
        </p:sp>
      </p:grpSp>
      <p:grpSp>
        <p:nvGrpSpPr>
          <p:cNvPr id="1940" name="矩形 1008"/>
          <p:cNvGrpSpPr/>
          <p:nvPr/>
        </p:nvGrpSpPr>
        <p:grpSpPr>
          <a:xfrm>
            <a:off x="6477000" y="4000500"/>
            <a:ext cx="3429000" cy="190500"/>
            <a:chOff x="0" y="0"/>
            <a:chExt cx="3429000" cy="190500"/>
          </a:xfrm>
        </p:grpSpPr>
        <p:sp>
          <p:nvSpPr>
            <p:cNvPr id="1938" name="矩形"/>
            <p:cNvSpPr/>
            <p:nvPr/>
          </p:nvSpPr>
          <p:spPr>
            <a:xfrm>
              <a:off x="0" y="0"/>
              <a:ext cx="3429000" cy="190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1000">
                  <a:solidFill>
                    <a:srgbClr val="46566A"/>
                  </a:solidFill>
                  <a:latin typeface="Microsoft YaHei"/>
                  <a:ea typeface="Microsoft YaHei"/>
                  <a:cs typeface="Microsoft YaHei"/>
                  <a:sym typeface="Microsoft YaHei"/>
                </a:defRPr>
              </a:pPr>
            </a:p>
          </p:txBody>
        </p:sp>
        <p:sp>
          <p:nvSpPr>
            <p:cNvPr id="1939" name="候选重排效用"/>
            <p:cNvSpPr txBox="1"/>
            <p:nvPr/>
          </p:nvSpPr>
          <p:spPr>
            <a:xfrm>
              <a:off x="0" y="0"/>
              <a:ext cx="3429000" cy="1778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sz="1000">
                  <a:solidFill>
                    <a:srgbClr val="46566A"/>
                  </a:solidFill>
                  <a:latin typeface="Microsoft YaHei"/>
                  <a:ea typeface="Microsoft YaHei"/>
                  <a:cs typeface="Microsoft YaHei"/>
                  <a:sym typeface="Microsoft YaHei"/>
                </a:defRPr>
              </a:lvl1pPr>
            </a:lstStyle>
            <a:p>
              <a:pPr/>
              <a:r>
                <a:t>候选重排效用</a:t>
              </a:r>
            </a:p>
          </p:txBody>
        </p:sp>
      </p:grpSp>
      <p:sp>
        <p:nvSpPr>
          <p:cNvPr id="1941" name="矩形 1009"/>
          <p:cNvSpPr/>
          <p:nvPr/>
        </p:nvSpPr>
        <p:spPr>
          <a:xfrm>
            <a:off x="1047750" y="4457700"/>
            <a:ext cx="9239250" cy="419100"/>
          </a:xfrm>
          <a:prstGeom prst="rect">
            <a:avLst/>
          </a:prstGeom>
          <a:solidFill>
            <a:srgbClr val="FFFFFF"/>
          </a:solidFill>
          <a:ln>
            <a:solidFill>
              <a:srgbClr val="C9DDF1"/>
            </a:solidFill>
          </a:ln>
        </p:spPr>
        <p:txBody>
          <a:bodyPr lIns="45719" rIns="45719"/>
          <a:lstStyle/>
          <a:p>
            <a:pPr/>
          </a:p>
        </p:txBody>
      </p:sp>
      <p:grpSp>
        <p:nvGrpSpPr>
          <p:cNvPr id="1944" name="矩形 1010"/>
          <p:cNvGrpSpPr/>
          <p:nvPr/>
        </p:nvGrpSpPr>
        <p:grpSpPr>
          <a:xfrm>
            <a:off x="1285875" y="4552950"/>
            <a:ext cx="1143000" cy="190500"/>
            <a:chOff x="0" y="0"/>
            <a:chExt cx="1143000" cy="190500"/>
          </a:xfrm>
        </p:grpSpPr>
        <p:sp>
          <p:nvSpPr>
            <p:cNvPr id="1942" name="矩形"/>
            <p:cNvSpPr/>
            <p:nvPr/>
          </p:nvSpPr>
          <p:spPr>
            <a:xfrm>
              <a:off x="0" y="0"/>
              <a:ext cx="1143000" cy="190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b="1" sz="1200">
                  <a:solidFill>
                    <a:srgbClr val="0052A5"/>
                  </a:solidFill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1943" name="U_a"/>
            <p:cNvSpPr txBox="1"/>
            <p:nvPr/>
          </p:nvSpPr>
          <p:spPr>
            <a:xfrm>
              <a:off x="0" y="0"/>
              <a:ext cx="1143000" cy="17281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b="1" sz="1200">
                  <a:solidFill>
                    <a:srgbClr val="0052A5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U_a</a:t>
              </a:r>
            </a:p>
          </p:txBody>
        </p:sp>
      </p:grpSp>
      <p:grpSp>
        <p:nvGrpSpPr>
          <p:cNvPr id="1947" name="矩形 1011"/>
          <p:cNvGrpSpPr/>
          <p:nvPr/>
        </p:nvGrpSpPr>
        <p:grpSpPr>
          <a:xfrm>
            <a:off x="2952750" y="4552950"/>
            <a:ext cx="2952750" cy="190500"/>
            <a:chOff x="0" y="0"/>
            <a:chExt cx="2952750" cy="190500"/>
          </a:xfrm>
        </p:grpSpPr>
        <p:sp>
          <p:nvSpPr>
            <p:cNvPr id="1945" name="矩形"/>
            <p:cNvSpPr/>
            <p:nvPr/>
          </p:nvSpPr>
          <p:spPr>
            <a:xfrm>
              <a:off x="0" y="0"/>
              <a:ext cx="2952750" cy="190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1000">
                  <a:solidFill>
                    <a:srgbClr val="082B60"/>
                  </a:solidFill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1946" name="ActionUtility"/>
            <p:cNvSpPr txBox="1"/>
            <p:nvPr/>
          </p:nvSpPr>
          <p:spPr>
            <a:xfrm>
              <a:off x="0" y="0"/>
              <a:ext cx="2952750" cy="13554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sz="1000">
                  <a:solidFill>
                    <a:srgbClr val="082B6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ActionUtility</a:t>
              </a:r>
            </a:p>
          </p:txBody>
        </p:sp>
      </p:grpSp>
      <p:grpSp>
        <p:nvGrpSpPr>
          <p:cNvPr id="1950" name="矩形 1012"/>
          <p:cNvGrpSpPr/>
          <p:nvPr/>
        </p:nvGrpSpPr>
        <p:grpSpPr>
          <a:xfrm>
            <a:off x="6477000" y="4552950"/>
            <a:ext cx="3429000" cy="190500"/>
            <a:chOff x="0" y="0"/>
            <a:chExt cx="3429000" cy="190500"/>
          </a:xfrm>
        </p:grpSpPr>
        <p:sp>
          <p:nvSpPr>
            <p:cNvPr id="1948" name="矩形"/>
            <p:cNvSpPr/>
            <p:nvPr/>
          </p:nvSpPr>
          <p:spPr>
            <a:xfrm>
              <a:off x="0" y="0"/>
              <a:ext cx="3429000" cy="190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1000">
                  <a:solidFill>
                    <a:srgbClr val="46566A"/>
                  </a:solidFill>
                  <a:latin typeface="Microsoft YaHei"/>
                  <a:ea typeface="Microsoft YaHei"/>
                  <a:cs typeface="Microsoft YaHei"/>
                  <a:sym typeface="Microsoft YaHei"/>
                </a:defRPr>
              </a:pPr>
            </a:p>
          </p:txBody>
        </p:sp>
        <p:sp>
          <p:nvSpPr>
            <p:cNvPr id="1949" name="恢复动作效用"/>
            <p:cNvSpPr txBox="1"/>
            <p:nvPr/>
          </p:nvSpPr>
          <p:spPr>
            <a:xfrm>
              <a:off x="0" y="0"/>
              <a:ext cx="3429000" cy="1778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sz="1000">
                  <a:solidFill>
                    <a:srgbClr val="46566A"/>
                  </a:solidFill>
                  <a:latin typeface="Microsoft YaHei"/>
                  <a:ea typeface="Microsoft YaHei"/>
                  <a:cs typeface="Microsoft YaHei"/>
                  <a:sym typeface="Microsoft YaHei"/>
                </a:defRPr>
              </a:lvl1pPr>
            </a:lstStyle>
            <a:p>
              <a:pPr/>
              <a:r>
                <a:t>恢复动作效用</a:t>
              </a:r>
            </a:p>
          </p:txBody>
        </p:sp>
      </p:grpSp>
    </p:spTree>
  </p:cSld>
  <p:clrMapOvr>
    <a:masterClrMapping/>
  </p:clrMapOvr>
  <p:transition xmlns:p14="http://schemas.microsoft.com/office/powerpoint/2010/main" spd="med" advClick="1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2" name="矩形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pic>
        <p:nvPicPr>
          <p:cNvPr id="1953" name="image4.png" descr="image4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09550" y="146513"/>
            <a:ext cx="590550" cy="421349"/>
          </a:xfrm>
          <a:prstGeom prst="rect">
            <a:avLst/>
          </a:prstGeom>
          <a:ln w="12700">
            <a:miter lim="400000"/>
          </a:ln>
        </p:spPr>
      </p:pic>
      <p:pic>
        <p:nvPicPr>
          <p:cNvPr id="1954" name="image5.png" descr="image5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0694365" y="133350"/>
            <a:ext cx="690220" cy="457200"/>
          </a:xfrm>
          <a:prstGeom prst="rect">
            <a:avLst/>
          </a:prstGeom>
          <a:ln w="12700">
            <a:miter lim="400000"/>
          </a:ln>
        </p:spPr>
      </p:pic>
      <p:sp>
        <p:nvSpPr>
          <p:cNvPr id="1955" name="矩形"/>
          <p:cNvSpPr/>
          <p:nvPr/>
        </p:nvSpPr>
        <p:spPr>
          <a:xfrm>
            <a:off x="0" y="714375"/>
            <a:ext cx="12192000" cy="28575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956" name="矩形"/>
          <p:cNvSpPr/>
          <p:nvPr/>
        </p:nvSpPr>
        <p:spPr>
          <a:xfrm>
            <a:off x="0" y="771525"/>
            <a:ext cx="12192000" cy="19050"/>
          </a:xfrm>
          <a:prstGeom prst="rect">
            <a:avLst/>
          </a:prstGeom>
          <a:solidFill>
            <a:srgbClr val="8BC7F7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957" name="矩形"/>
          <p:cNvSpPr/>
          <p:nvPr/>
        </p:nvSpPr>
        <p:spPr>
          <a:xfrm>
            <a:off x="2667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958" name="矩形"/>
          <p:cNvSpPr/>
          <p:nvPr/>
        </p:nvSpPr>
        <p:spPr>
          <a:xfrm>
            <a:off x="4191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959" name="矩形"/>
          <p:cNvSpPr/>
          <p:nvPr/>
        </p:nvSpPr>
        <p:spPr>
          <a:xfrm>
            <a:off x="5715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960" name="矩形"/>
          <p:cNvSpPr/>
          <p:nvPr/>
        </p:nvSpPr>
        <p:spPr>
          <a:xfrm>
            <a:off x="7239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961" name="矩形"/>
          <p:cNvSpPr/>
          <p:nvPr/>
        </p:nvSpPr>
        <p:spPr>
          <a:xfrm>
            <a:off x="8763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962" name="矩形"/>
          <p:cNvSpPr/>
          <p:nvPr/>
        </p:nvSpPr>
        <p:spPr>
          <a:xfrm>
            <a:off x="10287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963" name="矩形"/>
          <p:cNvSpPr/>
          <p:nvPr/>
        </p:nvSpPr>
        <p:spPr>
          <a:xfrm>
            <a:off x="11811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964" name="矩形"/>
          <p:cNvSpPr/>
          <p:nvPr/>
        </p:nvSpPr>
        <p:spPr>
          <a:xfrm>
            <a:off x="13335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965" name="矩形"/>
          <p:cNvSpPr/>
          <p:nvPr/>
        </p:nvSpPr>
        <p:spPr>
          <a:xfrm>
            <a:off x="14859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966" name="矩形"/>
          <p:cNvSpPr/>
          <p:nvPr/>
        </p:nvSpPr>
        <p:spPr>
          <a:xfrm>
            <a:off x="16383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967" name="矩形"/>
          <p:cNvSpPr/>
          <p:nvPr/>
        </p:nvSpPr>
        <p:spPr>
          <a:xfrm>
            <a:off x="17907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968" name="矩形"/>
          <p:cNvSpPr/>
          <p:nvPr/>
        </p:nvSpPr>
        <p:spPr>
          <a:xfrm>
            <a:off x="19431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969" name="矩形"/>
          <p:cNvSpPr/>
          <p:nvPr/>
        </p:nvSpPr>
        <p:spPr>
          <a:xfrm>
            <a:off x="20955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970" name="矩形"/>
          <p:cNvSpPr/>
          <p:nvPr/>
        </p:nvSpPr>
        <p:spPr>
          <a:xfrm>
            <a:off x="22479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971" name="矩形"/>
          <p:cNvSpPr/>
          <p:nvPr/>
        </p:nvSpPr>
        <p:spPr>
          <a:xfrm>
            <a:off x="24003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972" name="矩形"/>
          <p:cNvSpPr/>
          <p:nvPr/>
        </p:nvSpPr>
        <p:spPr>
          <a:xfrm>
            <a:off x="25527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973" name="矩形"/>
          <p:cNvSpPr/>
          <p:nvPr/>
        </p:nvSpPr>
        <p:spPr>
          <a:xfrm>
            <a:off x="27051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974" name="矩形"/>
          <p:cNvSpPr/>
          <p:nvPr/>
        </p:nvSpPr>
        <p:spPr>
          <a:xfrm>
            <a:off x="28575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975" name="矩形"/>
          <p:cNvSpPr/>
          <p:nvPr/>
        </p:nvSpPr>
        <p:spPr>
          <a:xfrm>
            <a:off x="30099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976" name="矩形"/>
          <p:cNvSpPr/>
          <p:nvPr/>
        </p:nvSpPr>
        <p:spPr>
          <a:xfrm>
            <a:off x="31623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977" name="矩形"/>
          <p:cNvSpPr/>
          <p:nvPr/>
        </p:nvSpPr>
        <p:spPr>
          <a:xfrm>
            <a:off x="33147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978" name="矩形"/>
          <p:cNvSpPr/>
          <p:nvPr/>
        </p:nvSpPr>
        <p:spPr>
          <a:xfrm>
            <a:off x="34671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979" name="矩形"/>
          <p:cNvSpPr/>
          <p:nvPr/>
        </p:nvSpPr>
        <p:spPr>
          <a:xfrm>
            <a:off x="36195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980" name="矩形"/>
          <p:cNvSpPr/>
          <p:nvPr/>
        </p:nvSpPr>
        <p:spPr>
          <a:xfrm>
            <a:off x="37719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981" name="矩形"/>
          <p:cNvSpPr/>
          <p:nvPr/>
        </p:nvSpPr>
        <p:spPr>
          <a:xfrm>
            <a:off x="39243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982" name="矩形"/>
          <p:cNvSpPr/>
          <p:nvPr/>
        </p:nvSpPr>
        <p:spPr>
          <a:xfrm>
            <a:off x="40767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983" name="矩形"/>
          <p:cNvSpPr/>
          <p:nvPr/>
        </p:nvSpPr>
        <p:spPr>
          <a:xfrm>
            <a:off x="42291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984" name="矩形"/>
          <p:cNvSpPr/>
          <p:nvPr/>
        </p:nvSpPr>
        <p:spPr>
          <a:xfrm>
            <a:off x="43815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985" name="矩形"/>
          <p:cNvSpPr/>
          <p:nvPr/>
        </p:nvSpPr>
        <p:spPr>
          <a:xfrm>
            <a:off x="45339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986" name="矩形"/>
          <p:cNvSpPr/>
          <p:nvPr/>
        </p:nvSpPr>
        <p:spPr>
          <a:xfrm>
            <a:off x="46863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987" name="矩形"/>
          <p:cNvSpPr/>
          <p:nvPr/>
        </p:nvSpPr>
        <p:spPr>
          <a:xfrm>
            <a:off x="48387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988" name="矩形"/>
          <p:cNvSpPr/>
          <p:nvPr/>
        </p:nvSpPr>
        <p:spPr>
          <a:xfrm>
            <a:off x="49911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989" name="矩形"/>
          <p:cNvSpPr/>
          <p:nvPr/>
        </p:nvSpPr>
        <p:spPr>
          <a:xfrm>
            <a:off x="51435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990" name="矩形"/>
          <p:cNvSpPr/>
          <p:nvPr/>
        </p:nvSpPr>
        <p:spPr>
          <a:xfrm>
            <a:off x="52959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991" name="矩形"/>
          <p:cNvSpPr/>
          <p:nvPr/>
        </p:nvSpPr>
        <p:spPr>
          <a:xfrm>
            <a:off x="54483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992" name="矩形"/>
          <p:cNvSpPr/>
          <p:nvPr/>
        </p:nvSpPr>
        <p:spPr>
          <a:xfrm>
            <a:off x="56007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993" name="矩形"/>
          <p:cNvSpPr/>
          <p:nvPr/>
        </p:nvSpPr>
        <p:spPr>
          <a:xfrm>
            <a:off x="57531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994" name="矩形"/>
          <p:cNvSpPr/>
          <p:nvPr/>
        </p:nvSpPr>
        <p:spPr>
          <a:xfrm>
            <a:off x="59055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995" name="矩形"/>
          <p:cNvSpPr/>
          <p:nvPr/>
        </p:nvSpPr>
        <p:spPr>
          <a:xfrm>
            <a:off x="60579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996" name="矩形"/>
          <p:cNvSpPr/>
          <p:nvPr/>
        </p:nvSpPr>
        <p:spPr>
          <a:xfrm>
            <a:off x="62103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997" name="矩形"/>
          <p:cNvSpPr/>
          <p:nvPr/>
        </p:nvSpPr>
        <p:spPr>
          <a:xfrm>
            <a:off x="63627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998" name="矩形"/>
          <p:cNvSpPr/>
          <p:nvPr/>
        </p:nvSpPr>
        <p:spPr>
          <a:xfrm>
            <a:off x="65151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999" name="矩形"/>
          <p:cNvSpPr/>
          <p:nvPr/>
        </p:nvSpPr>
        <p:spPr>
          <a:xfrm>
            <a:off x="66675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000" name="矩形"/>
          <p:cNvSpPr/>
          <p:nvPr/>
        </p:nvSpPr>
        <p:spPr>
          <a:xfrm>
            <a:off x="68199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001" name="矩形"/>
          <p:cNvSpPr/>
          <p:nvPr/>
        </p:nvSpPr>
        <p:spPr>
          <a:xfrm>
            <a:off x="69723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002" name="矩形"/>
          <p:cNvSpPr/>
          <p:nvPr/>
        </p:nvSpPr>
        <p:spPr>
          <a:xfrm>
            <a:off x="71247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003" name="矩形"/>
          <p:cNvSpPr/>
          <p:nvPr/>
        </p:nvSpPr>
        <p:spPr>
          <a:xfrm>
            <a:off x="72771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004" name="矩形"/>
          <p:cNvSpPr/>
          <p:nvPr/>
        </p:nvSpPr>
        <p:spPr>
          <a:xfrm>
            <a:off x="74295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005" name="矩形"/>
          <p:cNvSpPr/>
          <p:nvPr/>
        </p:nvSpPr>
        <p:spPr>
          <a:xfrm>
            <a:off x="75819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006" name="矩形"/>
          <p:cNvSpPr/>
          <p:nvPr/>
        </p:nvSpPr>
        <p:spPr>
          <a:xfrm>
            <a:off x="77343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007" name="矩形"/>
          <p:cNvSpPr/>
          <p:nvPr/>
        </p:nvSpPr>
        <p:spPr>
          <a:xfrm>
            <a:off x="78867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008" name="矩形"/>
          <p:cNvSpPr/>
          <p:nvPr/>
        </p:nvSpPr>
        <p:spPr>
          <a:xfrm>
            <a:off x="80391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009" name="矩形"/>
          <p:cNvSpPr/>
          <p:nvPr/>
        </p:nvSpPr>
        <p:spPr>
          <a:xfrm>
            <a:off x="81915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010" name="矩形"/>
          <p:cNvSpPr/>
          <p:nvPr/>
        </p:nvSpPr>
        <p:spPr>
          <a:xfrm>
            <a:off x="83439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011" name="矩形"/>
          <p:cNvSpPr/>
          <p:nvPr/>
        </p:nvSpPr>
        <p:spPr>
          <a:xfrm>
            <a:off x="84963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012" name="矩形"/>
          <p:cNvSpPr/>
          <p:nvPr/>
        </p:nvSpPr>
        <p:spPr>
          <a:xfrm>
            <a:off x="86487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013" name="矩形"/>
          <p:cNvSpPr/>
          <p:nvPr/>
        </p:nvSpPr>
        <p:spPr>
          <a:xfrm>
            <a:off x="88011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014" name="矩形"/>
          <p:cNvSpPr/>
          <p:nvPr/>
        </p:nvSpPr>
        <p:spPr>
          <a:xfrm>
            <a:off x="89535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015" name="矩形"/>
          <p:cNvSpPr/>
          <p:nvPr/>
        </p:nvSpPr>
        <p:spPr>
          <a:xfrm>
            <a:off x="91059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016" name="矩形"/>
          <p:cNvSpPr/>
          <p:nvPr/>
        </p:nvSpPr>
        <p:spPr>
          <a:xfrm>
            <a:off x="92583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017" name="矩形"/>
          <p:cNvSpPr/>
          <p:nvPr/>
        </p:nvSpPr>
        <p:spPr>
          <a:xfrm>
            <a:off x="94107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018" name="矩形"/>
          <p:cNvSpPr/>
          <p:nvPr/>
        </p:nvSpPr>
        <p:spPr>
          <a:xfrm>
            <a:off x="95631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019" name="矩形"/>
          <p:cNvSpPr/>
          <p:nvPr/>
        </p:nvSpPr>
        <p:spPr>
          <a:xfrm>
            <a:off x="97155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020" name="矩形"/>
          <p:cNvSpPr/>
          <p:nvPr/>
        </p:nvSpPr>
        <p:spPr>
          <a:xfrm>
            <a:off x="98679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021" name="矩形"/>
          <p:cNvSpPr/>
          <p:nvPr/>
        </p:nvSpPr>
        <p:spPr>
          <a:xfrm>
            <a:off x="100203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022" name="矩形"/>
          <p:cNvSpPr/>
          <p:nvPr/>
        </p:nvSpPr>
        <p:spPr>
          <a:xfrm>
            <a:off x="101727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023" name="矩形"/>
          <p:cNvSpPr/>
          <p:nvPr/>
        </p:nvSpPr>
        <p:spPr>
          <a:xfrm>
            <a:off x="103251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pic>
        <p:nvPicPr>
          <p:cNvPr id="2024" name="image3.png" descr="image3.png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400050" y="6535384"/>
            <a:ext cx="2000250" cy="197559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2027" name="矩形 982"/>
          <p:cNvGrpSpPr/>
          <p:nvPr/>
        </p:nvGrpSpPr>
        <p:grpSpPr>
          <a:xfrm>
            <a:off x="1000125" y="200025"/>
            <a:ext cx="7239000" cy="457200"/>
            <a:chOff x="0" y="0"/>
            <a:chExt cx="7239000" cy="457200"/>
          </a:xfrm>
        </p:grpSpPr>
        <p:sp>
          <p:nvSpPr>
            <p:cNvPr id="2025" name="矩形"/>
            <p:cNvSpPr/>
            <p:nvPr/>
          </p:nvSpPr>
          <p:spPr>
            <a:xfrm>
              <a:off x="0" y="0"/>
              <a:ext cx="7239000" cy="4572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b="1" sz="2200">
                  <a:solidFill>
                    <a:srgbClr val="0052A5"/>
                  </a:solidFill>
                  <a:latin typeface="Microsoft YaHei"/>
                  <a:ea typeface="Microsoft YaHei"/>
                  <a:cs typeface="Microsoft YaHei"/>
                  <a:sym typeface="Microsoft YaHei"/>
                </a:defRPr>
              </a:pPr>
            </a:p>
          </p:txBody>
        </p:sp>
        <p:sp>
          <p:nvSpPr>
            <p:cNvPr id="2026" name="备份：ProteinToolKG 如何约束工具链"/>
            <p:cNvSpPr txBox="1"/>
            <p:nvPr/>
          </p:nvSpPr>
          <p:spPr>
            <a:xfrm>
              <a:off x="0" y="38100"/>
              <a:ext cx="7239000" cy="3810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>
                <a:defRPr b="1" sz="2200">
                  <a:solidFill>
                    <a:srgbClr val="0052A5"/>
                  </a:solidFill>
                  <a:latin typeface="Microsoft YaHei"/>
                  <a:ea typeface="Microsoft YaHei"/>
                  <a:cs typeface="Microsoft YaHei"/>
                  <a:sym typeface="Microsoft YaHei"/>
                </a:defRPr>
              </a:lvl1pPr>
            </a:lstStyle>
            <a:p>
              <a:pPr/>
              <a:r>
                <a:t>备份：ProteinToolKG 如何约束工具链</a:t>
              </a:r>
            </a:p>
          </p:txBody>
        </p:sp>
      </p:grpSp>
      <p:grpSp>
        <p:nvGrpSpPr>
          <p:cNvPr id="2030" name="矩形 983"/>
          <p:cNvGrpSpPr/>
          <p:nvPr/>
        </p:nvGrpSpPr>
        <p:grpSpPr>
          <a:xfrm>
            <a:off x="8667750" y="228600"/>
            <a:ext cx="1428750" cy="209550"/>
            <a:chOff x="0" y="0"/>
            <a:chExt cx="1428750" cy="209550"/>
          </a:xfrm>
        </p:grpSpPr>
        <p:sp>
          <p:nvSpPr>
            <p:cNvPr id="2028" name="矩形"/>
            <p:cNvSpPr/>
            <p:nvPr/>
          </p:nvSpPr>
          <p:spPr>
            <a:xfrm>
              <a:off x="0" y="0"/>
              <a:ext cx="1428750" cy="20955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b="1" sz="700">
                  <a:solidFill>
                    <a:srgbClr val="6B7280"/>
                  </a:solidFill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2029" name="BACKUP"/>
            <p:cNvSpPr txBox="1"/>
            <p:nvPr/>
          </p:nvSpPr>
          <p:spPr>
            <a:xfrm>
              <a:off x="0" y="41274"/>
              <a:ext cx="1428750" cy="1270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>
                <a:defRPr b="1" sz="700">
                  <a:solidFill>
                    <a:srgbClr val="6B728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BACKUP</a:t>
              </a:r>
            </a:p>
          </p:txBody>
        </p:sp>
      </p:grpSp>
      <p:grpSp>
        <p:nvGrpSpPr>
          <p:cNvPr id="2033" name="矩形 984"/>
          <p:cNvGrpSpPr/>
          <p:nvPr/>
        </p:nvGrpSpPr>
        <p:grpSpPr>
          <a:xfrm>
            <a:off x="11696700" y="6419850"/>
            <a:ext cx="323850" cy="266700"/>
            <a:chOff x="0" y="0"/>
            <a:chExt cx="323850" cy="266700"/>
          </a:xfrm>
        </p:grpSpPr>
        <p:sp>
          <p:nvSpPr>
            <p:cNvPr id="2031" name="矩形"/>
            <p:cNvSpPr/>
            <p:nvPr/>
          </p:nvSpPr>
          <p:spPr>
            <a:xfrm>
              <a:off x="0" y="0"/>
              <a:ext cx="323850" cy="2667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algn="ctr">
                <a:defRPr b="1" sz="1300">
                  <a:solidFill>
                    <a:srgbClr val="8A8A8A"/>
                  </a:solidFill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2032" name="15"/>
            <p:cNvSpPr txBox="1"/>
            <p:nvPr/>
          </p:nvSpPr>
          <p:spPr>
            <a:xfrm>
              <a:off x="0" y="0"/>
              <a:ext cx="323850" cy="18509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 algn="ctr">
                <a:defRPr b="1" sz="1300">
                  <a:solidFill>
                    <a:srgbClr val="8A8A8A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15</a:t>
              </a:r>
            </a:p>
          </p:txBody>
        </p:sp>
      </p:grpSp>
      <p:sp>
        <p:nvSpPr>
          <p:cNvPr id="2034" name="矩形 985"/>
          <p:cNvSpPr/>
          <p:nvPr/>
        </p:nvSpPr>
        <p:spPr>
          <a:xfrm>
            <a:off x="1562100" y="990600"/>
            <a:ext cx="9067800" cy="5257800"/>
          </a:xfrm>
          <a:prstGeom prst="rect">
            <a:avLst/>
          </a:prstGeom>
          <a:solidFill>
            <a:srgbClr val="FFFFFF"/>
          </a:solidFill>
          <a:ln>
            <a:solidFill>
              <a:srgbClr val="C9DDF1"/>
            </a:solidFill>
          </a:ln>
        </p:spPr>
        <p:txBody>
          <a:bodyPr lIns="45719" rIns="45719"/>
          <a:lstStyle/>
          <a:p>
            <a:pPr/>
          </a:p>
        </p:txBody>
      </p:sp>
      <p:pic>
        <p:nvPicPr>
          <p:cNvPr id="2035" name="图片 986" descr="图片 986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1577267" y="1000125"/>
            <a:ext cx="9037465" cy="5238750"/>
          </a:xfrm>
          <a:prstGeom prst="rect">
            <a:avLst/>
          </a:prstGeom>
          <a:ln w="12700">
            <a:miter lim="400000"/>
          </a:ln>
        </p:spPr>
      </p:pic>
      <p:sp>
        <p:nvSpPr>
          <p:cNvPr id="2036" name="矩形 987"/>
          <p:cNvSpPr/>
          <p:nvPr/>
        </p:nvSpPr>
        <p:spPr>
          <a:xfrm>
            <a:off x="1562100" y="990600"/>
            <a:ext cx="9067800" cy="5257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solidFill>
              <a:srgbClr val="C9DDF1"/>
            </a:solidFill>
          </a:ln>
        </p:spPr>
        <p:txBody>
          <a:bodyPr lIns="45719" rIns="45719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8" name="矩形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pic>
        <p:nvPicPr>
          <p:cNvPr id="2039" name="image4.png" descr="image4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09550" y="146513"/>
            <a:ext cx="590550" cy="421349"/>
          </a:xfrm>
          <a:prstGeom prst="rect">
            <a:avLst/>
          </a:prstGeom>
          <a:ln w="12700">
            <a:miter lim="400000"/>
          </a:ln>
        </p:spPr>
      </p:pic>
      <p:pic>
        <p:nvPicPr>
          <p:cNvPr id="2040" name="image5.png" descr="image5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0694365" y="133350"/>
            <a:ext cx="690220" cy="457200"/>
          </a:xfrm>
          <a:prstGeom prst="rect">
            <a:avLst/>
          </a:prstGeom>
          <a:ln w="12700">
            <a:miter lim="400000"/>
          </a:ln>
        </p:spPr>
      </p:pic>
      <p:sp>
        <p:nvSpPr>
          <p:cNvPr id="2041" name="矩形"/>
          <p:cNvSpPr/>
          <p:nvPr/>
        </p:nvSpPr>
        <p:spPr>
          <a:xfrm>
            <a:off x="0" y="714375"/>
            <a:ext cx="12192000" cy="28575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042" name="矩形"/>
          <p:cNvSpPr/>
          <p:nvPr/>
        </p:nvSpPr>
        <p:spPr>
          <a:xfrm>
            <a:off x="0" y="771525"/>
            <a:ext cx="12192000" cy="19050"/>
          </a:xfrm>
          <a:prstGeom prst="rect">
            <a:avLst/>
          </a:prstGeom>
          <a:solidFill>
            <a:srgbClr val="8BC7F7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043" name="矩形"/>
          <p:cNvSpPr/>
          <p:nvPr/>
        </p:nvSpPr>
        <p:spPr>
          <a:xfrm>
            <a:off x="2667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044" name="矩形"/>
          <p:cNvSpPr/>
          <p:nvPr/>
        </p:nvSpPr>
        <p:spPr>
          <a:xfrm>
            <a:off x="4191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045" name="矩形"/>
          <p:cNvSpPr/>
          <p:nvPr/>
        </p:nvSpPr>
        <p:spPr>
          <a:xfrm>
            <a:off x="5715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046" name="矩形"/>
          <p:cNvSpPr/>
          <p:nvPr/>
        </p:nvSpPr>
        <p:spPr>
          <a:xfrm>
            <a:off x="7239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047" name="矩形"/>
          <p:cNvSpPr/>
          <p:nvPr/>
        </p:nvSpPr>
        <p:spPr>
          <a:xfrm>
            <a:off x="8763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048" name="矩形"/>
          <p:cNvSpPr/>
          <p:nvPr/>
        </p:nvSpPr>
        <p:spPr>
          <a:xfrm>
            <a:off x="10287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049" name="矩形"/>
          <p:cNvSpPr/>
          <p:nvPr/>
        </p:nvSpPr>
        <p:spPr>
          <a:xfrm>
            <a:off x="11811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050" name="矩形"/>
          <p:cNvSpPr/>
          <p:nvPr/>
        </p:nvSpPr>
        <p:spPr>
          <a:xfrm>
            <a:off x="13335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051" name="矩形"/>
          <p:cNvSpPr/>
          <p:nvPr/>
        </p:nvSpPr>
        <p:spPr>
          <a:xfrm>
            <a:off x="14859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052" name="矩形"/>
          <p:cNvSpPr/>
          <p:nvPr/>
        </p:nvSpPr>
        <p:spPr>
          <a:xfrm>
            <a:off x="16383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053" name="矩形"/>
          <p:cNvSpPr/>
          <p:nvPr/>
        </p:nvSpPr>
        <p:spPr>
          <a:xfrm>
            <a:off x="17907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054" name="矩形"/>
          <p:cNvSpPr/>
          <p:nvPr/>
        </p:nvSpPr>
        <p:spPr>
          <a:xfrm>
            <a:off x="19431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055" name="矩形"/>
          <p:cNvSpPr/>
          <p:nvPr/>
        </p:nvSpPr>
        <p:spPr>
          <a:xfrm>
            <a:off x="20955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056" name="矩形"/>
          <p:cNvSpPr/>
          <p:nvPr/>
        </p:nvSpPr>
        <p:spPr>
          <a:xfrm>
            <a:off x="22479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057" name="矩形"/>
          <p:cNvSpPr/>
          <p:nvPr/>
        </p:nvSpPr>
        <p:spPr>
          <a:xfrm>
            <a:off x="24003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058" name="矩形"/>
          <p:cNvSpPr/>
          <p:nvPr/>
        </p:nvSpPr>
        <p:spPr>
          <a:xfrm>
            <a:off x="25527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059" name="矩形"/>
          <p:cNvSpPr/>
          <p:nvPr/>
        </p:nvSpPr>
        <p:spPr>
          <a:xfrm>
            <a:off x="27051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060" name="矩形"/>
          <p:cNvSpPr/>
          <p:nvPr/>
        </p:nvSpPr>
        <p:spPr>
          <a:xfrm>
            <a:off x="28575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061" name="矩形"/>
          <p:cNvSpPr/>
          <p:nvPr/>
        </p:nvSpPr>
        <p:spPr>
          <a:xfrm>
            <a:off x="30099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062" name="矩形"/>
          <p:cNvSpPr/>
          <p:nvPr/>
        </p:nvSpPr>
        <p:spPr>
          <a:xfrm>
            <a:off x="31623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063" name="矩形"/>
          <p:cNvSpPr/>
          <p:nvPr/>
        </p:nvSpPr>
        <p:spPr>
          <a:xfrm>
            <a:off x="33147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064" name="矩形"/>
          <p:cNvSpPr/>
          <p:nvPr/>
        </p:nvSpPr>
        <p:spPr>
          <a:xfrm>
            <a:off x="34671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065" name="矩形"/>
          <p:cNvSpPr/>
          <p:nvPr/>
        </p:nvSpPr>
        <p:spPr>
          <a:xfrm>
            <a:off x="36195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066" name="矩形"/>
          <p:cNvSpPr/>
          <p:nvPr/>
        </p:nvSpPr>
        <p:spPr>
          <a:xfrm>
            <a:off x="37719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067" name="矩形"/>
          <p:cNvSpPr/>
          <p:nvPr/>
        </p:nvSpPr>
        <p:spPr>
          <a:xfrm>
            <a:off x="39243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068" name="矩形"/>
          <p:cNvSpPr/>
          <p:nvPr/>
        </p:nvSpPr>
        <p:spPr>
          <a:xfrm>
            <a:off x="40767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069" name="矩形"/>
          <p:cNvSpPr/>
          <p:nvPr/>
        </p:nvSpPr>
        <p:spPr>
          <a:xfrm>
            <a:off x="42291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070" name="矩形"/>
          <p:cNvSpPr/>
          <p:nvPr/>
        </p:nvSpPr>
        <p:spPr>
          <a:xfrm>
            <a:off x="43815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071" name="矩形"/>
          <p:cNvSpPr/>
          <p:nvPr/>
        </p:nvSpPr>
        <p:spPr>
          <a:xfrm>
            <a:off x="45339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072" name="矩形"/>
          <p:cNvSpPr/>
          <p:nvPr/>
        </p:nvSpPr>
        <p:spPr>
          <a:xfrm>
            <a:off x="46863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073" name="矩形"/>
          <p:cNvSpPr/>
          <p:nvPr/>
        </p:nvSpPr>
        <p:spPr>
          <a:xfrm>
            <a:off x="48387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074" name="矩形"/>
          <p:cNvSpPr/>
          <p:nvPr/>
        </p:nvSpPr>
        <p:spPr>
          <a:xfrm>
            <a:off x="49911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075" name="矩形"/>
          <p:cNvSpPr/>
          <p:nvPr/>
        </p:nvSpPr>
        <p:spPr>
          <a:xfrm>
            <a:off x="51435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076" name="矩形"/>
          <p:cNvSpPr/>
          <p:nvPr/>
        </p:nvSpPr>
        <p:spPr>
          <a:xfrm>
            <a:off x="52959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077" name="矩形"/>
          <p:cNvSpPr/>
          <p:nvPr/>
        </p:nvSpPr>
        <p:spPr>
          <a:xfrm>
            <a:off x="54483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078" name="矩形"/>
          <p:cNvSpPr/>
          <p:nvPr/>
        </p:nvSpPr>
        <p:spPr>
          <a:xfrm>
            <a:off x="56007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079" name="矩形"/>
          <p:cNvSpPr/>
          <p:nvPr/>
        </p:nvSpPr>
        <p:spPr>
          <a:xfrm>
            <a:off x="57531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080" name="矩形"/>
          <p:cNvSpPr/>
          <p:nvPr/>
        </p:nvSpPr>
        <p:spPr>
          <a:xfrm>
            <a:off x="59055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081" name="矩形"/>
          <p:cNvSpPr/>
          <p:nvPr/>
        </p:nvSpPr>
        <p:spPr>
          <a:xfrm>
            <a:off x="60579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082" name="矩形"/>
          <p:cNvSpPr/>
          <p:nvPr/>
        </p:nvSpPr>
        <p:spPr>
          <a:xfrm>
            <a:off x="62103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083" name="矩形"/>
          <p:cNvSpPr/>
          <p:nvPr/>
        </p:nvSpPr>
        <p:spPr>
          <a:xfrm>
            <a:off x="63627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084" name="矩形"/>
          <p:cNvSpPr/>
          <p:nvPr/>
        </p:nvSpPr>
        <p:spPr>
          <a:xfrm>
            <a:off x="65151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085" name="矩形"/>
          <p:cNvSpPr/>
          <p:nvPr/>
        </p:nvSpPr>
        <p:spPr>
          <a:xfrm>
            <a:off x="66675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086" name="矩形"/>
          <p:cNvSpPr/>
          <p:nvPr/>
        </p:nvSpPr>
        <p:spPr>
          <a:xfrm>
            <a:off x="68199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087" name="矩形"/>
          <p:cNvSpPr/>
          <p:nvPr/>
        </p:nvSpPr>
        <p:spPr>
          <a:xfrm>
            <a:off x="69723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088" name="矩形"/>
          <p:cNvSpPr/>
          <p:nvPr/>
        </p:nvSpPr>
        <p:spPr>
          <a:xfrm>
            <a:off x="71247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089" name="矩形"/>
          <p:cNvSpPr/>
          <p:nvPr/>
        </p:nvSpPr>
        <p:spPr>
          <a:xfrm>
            <a:off x="72771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090" name="矩形"/>
          <p:cNvSpPr/>
          <p:nvPr/>
        </p:nvSpPr>
        <p:spPr>
          <a:xfrm>
            <a:off x="74295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091" name="矩形"/>
          <p:cNvSpPr/>
          <p:nvPr/>
        </p:nvSpPr>
        <p:spPr>
          <a:xfrm>
            <a:off x="75819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092" name="矩形"/>
          <p:cNvSpPr/>
          <p:nvPr/>
        </p:nvSpPr>
        <p:spPr>
          <a:xfrm>
            <a:off x="77343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093" name="矩形"/>
          <p:cNvSpPr/>
          <p:nvPr/>
        </p:nvSpPr>
        <p:spPr>
          <a:xfrm>
            <a:off x="78867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094" name="矩形"/>
          <p:cNvSpPr/>
          <p:nvPr/>
        </p:nvSpPr>
        <p:spPr>
          <a:xfrm>
            <a:off x="80391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095" name="矩形"/>
          <p:cNvSpPr/>
          <p:nvPr/>
        </p:nvSpPr>
        <p:spPr>
          <a:xfrm>
            <a:off x="81915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096" name="矩形"/>
          <p:cNvSpPr/>
          <p:nvPr/>
        </p:nvSpPr>
        <p:spPr>
          <a:xfrm>
            <a:off x="83439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097" name="矩形"/>
          <p:cNvSpPr/>
          <p:nvPr/>
        </p:nvSpPr>
        <p:spPr>
          <a:xfrm>
            <a:off x="84963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098" name="矩形"/>
          <p:cNvSpPr/>
          <p:nvPr/>
        </p:nvSpPr>
        <p:spPr>
          <a:xfrm>
            <a:off x="86487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099" name="矩形"/>
          <p:cNvSpPr/>
          <p:nvPr/>
        </p:nvSpPr>
        <p:spPr>
          <a:xfrm>
            <a:off x="88011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100" name="矩形"/>
          <p:cNvSpPr/>
          <p:nvPr/>
        </p:nvSpPr>
        <p:spPr>
          <a:xfrm>
            <a:off x="89535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101" name="矩形"/>
          <p:cNvSpPr/>
          <p:nvPr/>
        </p:nvSpPr>
        <p:spPr>
          <a:xfrm>
            <a:off x="91059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102" name="矩形"/>
          <p:cNvSpPr/>
          <p:nvPr/>
        </p:nvSpPr>
        <p:spPr>
          <a:xfrm>
            <a:off x="92583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103" name="矩形"/>
          <p:cNvSpPr/>
          <p:nvPr/>
        </p:nvSpPr>
        <p:spPr>
          <a:xfrm>
            <a:off x="94107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104" name="矩形"/>
          <p:cNvSpPr/>
          <p:nvPr/>
        </p:nvSpPr>
        <p:spPr>
          <a:xfrm>
            <a:off x="95631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105" name="矩形"/>
          <p:cNvSpPr/>
          <p:nvPr/>
        </p:nvSpPr>
        <p:spPr>
          <a:xfrm>
            <a:off x="97155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106" name="矩形"/>
          <p:cNvSpPr/>
          <p:nvPr/>
        </p:nvSpPr>
        <p:spPr>
          <a:xfrm>
            <a:off x="98679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107" name="矩形"/>
          <p:cNvSpPr/>
          <p:nvPr/>
        </p:nvSpPr>
        <p:spPr>
          <a:xfrm>
            <a:off x="100203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108" name="矩形"/>
          <p:cNvSpPr/>
          <p:nvPr/>
        </p:nvSpPr>
        <p:spPr>
          <a:xfrm>
            <a:off x="101727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109" name="矩形"/>
          <p:cNvSpPr/>
          <p:nvPr/>
        </p:nvSpPr>
        <p:spPr>
          <a:xfrm>
            <a:off x="103251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pic>
        <p:nvPicPr>
          <p:cNvPr id="2110" name="image3.png" descr="image3.png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400050" y="6535384"/>
            <a:ext cx="2000250" cy="197559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2113" name="矩形 982"/>
          <p:cNvGrpSpPr/>
          <p:nvPr/>
        </p:nvGrpSpPr>
        <p:grpSpPr>
          <a:xfrm>
            <a:off x="1000125" y="200025"/>
            <a:ext cx="7239000" cy="457200"/>
            <a:chOff x="0" y="0"/>
            <a:chExt cx="7239000" cy="457200"/>
          </a:xfrm>
        </p:grpSpPr>
        <p:sp>
          <p:nvSpPr>
            <p:cNvPr id="2111" name="矩形"/>
            <p:cNvSpPr/>
            <p:nvPr/>
          </p:nvSpPr>
          <p:spPr>
            <a:xfrm>
              <a:off x="0" y="0"/>
              <a:ext cx="7239000" cy="4572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b="1" sz="2200">
                  <a:solidFill>
                    <a:srgbClr val="0052A5"/>
                  </a:solidFill>
                  <a:latin typeface="Microsoft YaHei"/>
                  <a:ea typeface="Microsoft YaHei"/>
                  <a:cs typeface="Microsoft YaHei"/>
                  <a:sym typeface="Microsoft YaHei"/>
                </a:defRPr>
              </a:pPr>
            </a:p>
          </p:txBody>
        </p:sp>
        <p:sp>
          <p:nvSpPr>
            <p:cNvPr id="2112" name="备份：失败样本与恢复边界"/>
            <p:cNvSpPr txBox="1"/>
            <p:nvPr/>
          </p:nvSpPr>
          <p:spPr>
            <a:xfrm>
              <a:off x="0" y="38100"/>
              <a:ext cx="7239000" cy="3810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>
                <a:defRPr b="1" sz="2200">
                  <a:solidFill>
                    <a:srgbClr val="0052A5"/>
                  </a:solidFill>
                  <a:latin typeface="Microsoft YaHei"/>
                  <a:ea typeface="Microsoft YaHei"/>
                  <a:cs typeface="Microsoft YaHei"/>
                  <a:sym typeface="Microsoft YaHei"/>
                </a:defRPr>
              </a:lvl1pPr>
            </a:lstStyle>
            <a:p>
              <a:pPr/>
              <a:r>
                <a:t>备份：失败样本与恢复边界</a:t>
              </a:r>
            </a:p>
          </p:txBody>
        </p:sp>
      </p:grpSp>
      <p:grpSp>
        <p:nvGrpSpPr>
          <p:cNvPr id="2116" name="矩形 983"/>
          <p:cNvGrpSpPr/>
          <p:nvPr/>
        </p:nvGrpSpPr>
        <p:grpSpPr>
          <a:xfrm>
            <a:off x="8667750" y="228600"/>
            <a:ext cx="1428750" cy="209550"/>
            <a:chOff x="0" y="0"/>
            <a:chExt cx="1428750" cy="209550"/>
          </a:xfrm>
        </p:grpSpPr>
        <p:sp>
          <p:nvSpPr>
            <p:cNvPr id="2114" name="矩形"/>
            <p:cNvSpPr/>
            <p:nvPr/>
          </p:nvSpPr>
          <p:spPr>
            <a:xfrm>
              <a:off x="0" y="0"/>
              <a:ext cx="1428750" cy="20955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b="1" sz="700">
                  <a:solidFill>
                    <a:srgbClr val="6B7280"/>
                  </a:solidFill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2115" name="BACKUP"/>
            <p:cNvSpPr txBox="1"/>
            <p:nvPr/>
          </p:nvSpPr>
          <p:spPr>
            <a:xfrm>
              <a:off x="0" y="41274"/>
              <a:ext cx="1428750" cy="1270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>
                <a:defRPr b="1" sz="700">
                  <a:solidFill>
                    <a:srgbClr val="6B728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BACKUP</a:t>
              </a:r>
            </a:p>
          </p:txBody>
        </p:sp>
      </p:grpSp>
      <p:grpSp>
        <p:nvGrpSpPr>
          <p:cNvPr id="2119" name="矩形 984"/>
          <p:cNvGrpSpPr/>
          <p:nvPr/>
        </p:nvGrpSpPr>
        <p:grpSpPr>
          <a:xfrm>
            <a:off x="11696700" y="6419850"/>
            <a:ext cx="323850" cy="266700"/>
            <a:chOff x="0" y="0"/>
            <a:chExt cx="323850" cy="266700"/>
          </a:xfrm>
        </p:grpSpPr>
        <p:sp>
          <p:nvSpPr>
            <p:cNvPr id="2117" name="矩形"/>
            <p:cNvSpPr/>
            <p:nvPr/>
          </p:nvSpPr>
          <p:spPr>
            <a:xfrm>
              <a:off x="0" y="0"/>
              <a:ext cx="323850" cy="2667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algn="ctr">
                <a:defRPr b="1" sz="1300">
                  <a:solidFill>
                    <a:srgbClr val="8A8A8A"/>
                  </a:solidFill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2118" name="16"/>
            <p:cNvSpPr txBox="1"/>
            <p:nvPr/>
          </p:nvSpPr>
          <p:spPr>
            <a:xfrm>
              <a:off x="0" y="0"/>
              <a:ext cx="323850" cy="18509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 algn="ctr">
                <a:defRPr b="1" sz="1300">
                  <a:solidFill>
                    <a:srgbClr val="8A8A8A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16</a:t>
              </a:r>
            </a:p>
          </p:txBody>
        </p:sp>
      </p:grpSp>
      <p:sp>
        <p:nvSpPr>
          <p:cNvPr id="2120" name="矩形 985"/>
          <p:cNvSpPr/>
          <p:nvPr/>
        </p:nvSpPr>
        <p:spPr>
          <a:xfrm>
            <a:off x="1847850" y="990600"/>
            <a:ext cx="8496300" cy="5257800"/>
          </a:xfrm>
          <a:prstGeom prst="rect">
            <a:avLst/>
          </a:prstGeom>
          <a:solidFill>
            <a:srgbClr val="FFFFFF"/>
          </a:solidFill>
          <a:ln>
            <a:solidFill>
              <a:srgbClr val="C9DDF1"/>
            </a:solidFill>
          </a:ln>
        </p:spPr>
        <p:txBody>
          <a:bodyPr lIns="45719" rIns="45719"/>
          <a:lstStyle/>
          <a:p>
            <a:pPr/>
          </a:p>
        </p:txBody>
      </p:sp>
      <p:pic>
        <p:nvPicPr>
          <p:cNvPr id="2121" name="图片 986" descr="图片 986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1858433" y="1000125"/>
            <a:ext cx="8475134" cy="5238750"/>
          </a:xfrm>
          <a:prstGeom prst="rect">
            <a:avLst/>
          </a:prstGeom>
          <a:ln w="12700">
            <a:miter lim="400000"/>
          </a:ln>
        </p:spPr>
      </p:pic>
      <p:sp>
        <p:nvSpPr>
          <p:cNvPr id="2122" name="矩形 987"/>
          <p:cNvSpPr/>
          <p:nvPr/>
        </p:nvSpPr>
        <p:spPr>
          <a:xfrm>
            <a:off x="1847850" y="990600"/>
            <a:ext cx="8496300" cy="5257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solidFill>
              <a:srgbClr val="C9DDF1"/>
            </a:solidFill>
          </a:ln>
        </p:spPr>
        <p:txBody>
          <a:bodyPr lIns="45719" rIns="45719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4" name="矩形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pic>
        <p:nvPicPr>
          <p:cNvPr id="2125" name="image4.png" descr="image4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09550" y="146513"/>
            <a:ext cx="590550" cy="421349"/>
          </a:xfrm>
          <a:prstGeom prst="rect">
            <a:avLst/>
          </a:prstGeom>
          <a:ln w="12700">
            <a:miter lim="400000"/>
          </a:ln>
        </p:spPr>
      </p:pic>
      <p:pic>
        <p:nvPicPr>
          <p:cNvPr id="2126" name="image5.png" descr="image5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0694365" y="133350"/>
            <a:ext cx="690220" cy="457200"/>
          </a:xfrm>
          <a:prstGeom prst="rect">
            <a:avLst/>
          </a:prstGeom>
          <a:ln w="12700">
            <a:miter lim="400000"/>
          </a:ln>
        </p:spPr>
      </p:pic>
      <p:sp>
        <p:nvSpPr>
          <p:cNvPr id="2127" name="矩形"/>
          <p:cNvSpPr/>
          <p:nvPr/>
        </p:nvSpPr>
        <p:spPr>
          <a:xfrm>
            <a:off x="0" y="714375"/>
            <a:ext cx="12192000" cy="28575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128" name="矩形"/>
          <p:cNvSpPr/>
          <p:nvPr/>
        </p:nvSpPr>
        <p:spPr>
          <a:xfrm>
            <a:off x="0" y="771525"/>
            <a:ext cx="12192000" cy="19050"/>
          </a:xfrm>
          <a:prstGeom prst="rect">
            <a:avLst/>
          </a:prstGeom>
          <a:solidFill>
            <a:srgbClr val="8BC7F7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129" name="矩形"/>
          <p:cNvSpPr/>
          <p:nvPr/>
        </p:nvSpPr>
        <p:spPr>
          <a:xfrm>
            <a:off x="2667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130" name="矩形"/>
          <p:cNvSpPr/>
          <p:nvPr/>
        </p:nvSpPr>
        <p:spPr>
          <a:xfrm>
            <a:off x="4191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131" name="矩形"/>
          <p:cNvSpPr/>
          <p:nvPr/>
        </p:nvSpPr>
        <p:spPr>
          <a:xfrm>
            <a:off x="5715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132" name="矩形"/>
          <p:cNvSpPr/>
          <p:nvPr/>
        </p:nvSpPr>
        <p:spPr>
          <a:xfrm>
            <a:off x="7239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133" name="矩形"/>
          <p:cNvSpPr/>
          <p:nvPr/>
        </p:nvSpPr>
        <p:spPr>
          <a:xfrm>
            <a:off x="8763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134" name="矩形"/>
          <p:cNvSpPr/>
          <p:nvPr/>
        </p:nvSpPr>
        <p:spPr>
          <a:xfrm>
            <a:off x="10287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135" name="矩形"/>
          <p:cNvSpPr/>
          <p:nvPr/>
        </p:nvSpPr>
        <p:spPr>
          <a:xfrm>
            <a:off x="11811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136" name="矩形"/>
          <p:cNvSpPr/>
          <p:nvPr/>
        </p:nvSpPr>
        <p:spPr>
          <a:xfrm>
            <a:off x="13335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137" name="矩形"/>
          <p:cNvSpPr/>
          <p:nvPr/>
        </p:nvSpPr>
        <p:spPr>
          <a:xfrm>
            <a:off x="14859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138" name="矩形"/>
          <p:cNvSpPr/>
          <p:nvPr/>
        </p:nvSpPr>
        <p:spPr>
          <a:xfrm>
            <a:off x="16383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139" name="矩形"/>
          <p:cNvSpPr/>
          <p:nvPr/>
        </p:nvSpPr>
        <p:spPr>
          <a:xfrm>
            <a:off x="17907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140" name="矩形"/>
          <p:cNvSpPr/>
          <p:nvPr/>
        </p:nvSpPr>
        <p:spPr>
          <a:xfrm>
            <a:off x="19431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141" name="矩形"/>
          <p:cNvSpPr/>
          <p:nvPr/>
        </p:nvSpPr>
        <p:spPr>
          <a:xfrm>
            <a:off x="20955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142" name="矩形"/>
          <p:cNvSpPr/>
          <p:nvPr/>
        </p:nvSpPr>
        <p:spPr>
          <a:xfrm>
            <a:off x="22479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143" name="矩形"/>
          <p:cNvSpPr/>
          <p:nvPr/>
        </p:nvSpPr>
        <p:spPr>
          <a:xfrm>
            <a:off x="24003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144" name="矩形"/>
          <p:cNvSpPr/>
          <p:nvPr/>
        </p:nvSpPr>
        <p:spPr>
          <a:xfrm>
            <a:off x="25527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145" name="矩形"/>
          <p:cNvSpPr/>
          <p:nvPr/>
        </p:nvSpPr>
        <p:spPr>
          <a:xfrm>
            <a:off x="27051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146" name="矩形"/>
          <p:cNvSpPr/>
          <p:nvPr/>
        </p:nvSpPr>
        <p:spPr>
          <a:xfrm>
            <a:off x="28575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147" name="矩形"/>
          <p:cNvSpPr/>
          <p:nvPr/>
        </p:nvSpPr>
        <p:spPr>
          <a:xfrm>
            <a:off x="30099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148" name="矩形"/>
          <p:cNvSpPr/>
          <p:nvPr/>
        </p:nvSpPr>
        <p:spPr>
          <a:xfrm>
            <a:off x="31623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149" name="矩形"/>
          <p:cNvSpPr/>
          <p:nvPr/>
        </p:nvSpPr>
        <p:spPr>
          <a:xfrm>
            <a:off x="33147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150" name="矩形"/>
          <p:cNvSpPr/>
          <p:nvPr/>
        </p:nvSpPr>
        <p:spPr>
          <a:xfrm>
            <a:off x="34671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151" name="矩形"/>
          <p:cNvSpPr/>
          <p:nvPr/>
        </p:nvSpPr>
        <p:spPr>
          <a:xfrm>
            <a:off x="36195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152" name="矩形"/>
          <p:cNvSpPr/>
          <p:nvPr/>
        </p:nvSpPr>
        <p:spPr>
          <a:xfrm>
            <a:off x="37719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153" name="矩形"/>
          <p:cNvSpPr/>
          <p:nvPr/>
        </p:nvSpPr>
        <p:spPr>
          <a:xfrm>
            <a:off x="39243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154" name="矩形"/>
          <p:cNvSpPr/>
          <p:nvPr/>
        </p:nvSpPr>
        <p:spPr>
          <a:xfrm>
            <a:off x="40767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155" name="矩形"/>
          <p:cNvSpPr/>
          <p:nvPr/>
        </p:nvSpPr>
        <p:spPr>
          <a:xfrm>
            <a:off x="42291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156" name="矩形"/>
          <p:cNvSpPr/>
          <p:nvPr/>
        </p:nvSpPr>
        <p:spPr>
          <a:xfrm>
            <a:off x="43815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157" name="矩形"/>
          <p:cNvSpPr/>
          <p:nvPr/>
        </p:nvSpPr>
        <p:spPr>
          <a:xfrm>
            <a:off x="45339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158" name="矩形"/>
          <p:cNvSpPr/>
          <p:nvPr/>
        </p:nvSpPr>
        <p:spPr>
          <a:xfrm>
            <a:off x="46863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159" name="矩形"/>
          <p:cNvSpPr/>
          <p:nvPr/>
        </p:nvSpPr>
        <p:spPr>
          <a:xfrm>
            <a:off x="48387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160" name="矩形"/>
          <p:cNvSpPr/>
          <p:nvPr/>
        </p:nvSpPr>
        <p:spPr>
          <a:xfrm>
            <a:off x="49911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161" name="矩形"/>
          <p:cNvSpPr/>
          <p:nvPr/>
        </p:nvSpPr>
        <p:spPr>
          <a:xfrm>
            <a:off x="51435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162" name="矩形"/>
          <p:cNvSpPr/>
          <p:nvPr/>
        </p:nvSpPr>
        <p:spPr>
          <a:xfrm>
            <a:off x="52959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163" name="矩形"/>
          <p:cNvSpPr/>
          <p:nvPr/>
        </p:nvSpPr>
        <p:spPr>
          <a:xfrm>
            <a:off x="54483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164" name="矩形"/>
          <p:cNvSpPr/>
          <p:nvPr/>
        </p:nvSpPr>
        <p:spPr>
          <a:xfrm>
            <a:off x="56007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165" name="矩形"/>
          <p:cNvSpPr/>
          <p:nvPr/>
        </p:nvSpPr>
        <p:spPr>
          <a:xfrm>
            <a:off x="57531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166" name="矩形"/>
          <p:cNvSpPr/>
          <p:nvPr/>
        </p:nvSpPr>
        <p:spPr>
          <a:xfrm>
            <a:off x="59055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167" name="矩形"/>
          <p:cNvSpPr/>
          <p:nvPr/>
        </p:nvSpPr>
        <p:spPr>
          <a:xfrm>
            <a:off x="60579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168" name="矩形"/>
          <p:cNvSpPr/>
          <p:nvPr/>
        </p:nvSpPr>
        <p:spPr>
          <a:xfrm>
            <a:off x="62103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169" name="矩形"/>
          <p:cNvSpPr/>
          <p:nvPr/>
        </p:nvSpPr>
        <p:spPr>
          <a:xfrm>
            <a:off x="63627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170" name="矩形"/>
          <p:cNvSpPr/>
          <p:nvPr/>
        </p:nvSpPr>
        <p:spPr>
          <a:xfrm>
            <a:off x="65151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171" name="矩形"/>
          <p:cNvSpPr/>
          <p:nvPr/>
        </p:nvSpPr>
        <p:spPr>
          <a:xfrm>
            <a:off x="66675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172" name="矩形"/>
          <p:cNvSpPr/>
          <p:nvPr/>
        </p:nvSpPr>
        <p:spPr>
          <a:xfrm>
            <a:off x="68199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173" name="矩形"/>
          <p:cNvSpPr/>
          <p:nvPr/>
        </p:nvSpPr>
        <p:spPr>
          <a:xfrm>
            <a:off x="69723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174" name="矩形"/>
          <p:cNvSpPr/>
          <p:nvPr/>
        </p:nvSpPr>
        <p:spPr>
          <a:xfrm>
            <a:off x="71247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175" name="矩形"/>
          <p:cNvSpPr/>
          <p:nvPr/>
        </p:nvSpPr>
        <p:spPr>
          <a:xfrm>
            <a:off x="72771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176" name="矩形"/>
          <p:cNvSpPr/>
          <p:nvPr/>
        </p:nvSpPr>
        <p:spPr>
          <a:xfrm>
            <a:off x="74295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177" name="矩形"/>
          <p:cNvSpPr/>
          <p:nvPr/>
        </p:nvSpPr>
        <p:spPr>
          <a:xfrm>
            <a:off x="75819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178" name="矩形"/>
          <p:cNvSpPr/>
          <p:nvPr/>
        </p:nvSpPr>
        <p:spPr>
          <a:xfrm>
            <a:off x="77343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179" name="矩形"/>
          <p:cNvSpPr/>
          <p:nvPr/>
        </p:nvSpPr>
        <p:spPr>
          <a:xfrm>
            <a:off x="78867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180" name="矩形"/>
          <p:cNvSpPr/>
          <p:nvPr/>
        </p:nvSpPr>
        <p:spPr>
          <a:xfrm>
            <a:off x="80391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181" name="矩形"/>
          <p:cNvSpPr/>
          <p:nvPr/>
        </p:nvSpPr>
        <p:spPr>
          <a:xfrm>
            <a:off x="81915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182" name="矩形"/>
          <p:cNvSpPr/>
          <p:nvPr/>
        </p:nvSpPr>
        <p:spPr>
          <a:xfrm>
            <a:off x="83439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183" name="矩形"/>
          <p:cNvSpPr/>
          <p:nvPr/>
        </p:nvSpPr>
        <p:spPr>
          <a:xfrm>
            <a:off x="84963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184" name="矩形"/>
          <p:cNvSpPr/>
          <p:nvPr/>
        </p:nvSpPr>
        <p:spPr>
          <a:xfrm>
            <a:off x="86487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185" name="矩形"/>
          <p:cNvSpPr/>
          <p:nvPr/>
        </p:nvSpPr>
        <p:spPr>
          <a:xfrm>
            <a:off x="88011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186" name="矩形"/>
          <p:cNvSpPr/>
          <p:nvPr/>
        </p:nvSpPr>
        <p:spPr>
          <a:xfrm>
            <a:off x="89535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187" name="矩形"/>
          <p:cNvSpPr/>
          <p:nvPr/>
        </p:nvSpPr>
        <p:spPr>
          <a:xfrm>
            <a:off x="91059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188" name="矩形"/>
          <p:cNvSpPr/>
          <p:nvPr/>
        </p:nvSpPr>
        <p:spPr>
          <a:xfrm>
            <a:off x="92583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189" name="矩形"/>
          <p:cNvSpPr/>
          <p:nvPr/>
        </p:nvSpPr>
        <p:spPr>
          <a:xfrm>
            <a:off x="94107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190" name="矩形"/>
          <p:cNvSpPr/>
          <p:nvPr/>
        </p:nvSpPr>
        <p:spPr>
          <a:xfrm>
            <a:off x="95631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191" name="矩形"/>
          <p:cNvSpPr/>
          <p:nvPr/>
        </p:nvSpPr>
        <p:spPr>
          <a:xfrm>
            <a:off x="97155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192" name="矩形"/>
          <p:cNvSpPr/>
          <p:nvPr/>
        </p:nvSpPr>
        <p:spPr>
          <a:xfrm>
            <a:off x="98679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193" name="矩形"/>
          <p:cNvSpPr/>
          <p:nvPr/>
        </p:nvSpPr>
        <p:spPr>
          <a:xfrm>
            <a:off x="100203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194" name="矩形"/>
          <p:cNvSpPr/>
          <p:nvPr/>
        </p:nvSpPr>
        <p:spPr>
          <a:xfrm>
            <a:off x="101727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195" name="矩形"/>
          <p:cNvSpPr/>
          <p:nvPr/>
        </p:nvSpPr>
        <p:spPr>
          <a:xfrm>
            <a:off x="10325100" y="6362700"/>
            <a:ext cx="95250" cy="19050"/>
          </a:xfrm>
          <a:prstGeom prst="rect">
            <a:avLst/>
          </a:prstGeom>
          <a:solidFill>
            <a:srgbClr val="004EA2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pic>
        <p:nvPicPr>
          <p:cNvPr id="2196" name="image3.png" descr="image3.png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400050" y="6535384"/>
            <a:ext cx="2000250" cy="197559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2199" name="矩形 982"/>
          <p:cNvGrpSpPr/>
          <p:nvPr/>
        </p:nvGrpSpPr>
        <p:grpSpPr>
          <a:xfrm>
            <a:off x="1000125" y="200025"/>
            <a:ext cx="7239000" cy="457200"/>
            <a:chOff x="0" y="0"/>
            <a:chExt cx="7239000" cy="457200"/>
          </a:xfrm>
        </p:grpSpPr>
        <p:sp>
          <p:nvSpPr>
            <p:cNvPr id="2197" name="矩形"/>
            <p:cNvSpPr/>
            <p:nvPr/>
          </p:nvSpPr>
          <p:spPr>
            <a:xfrm>
              <a:off x="0" y="0"/>
              <a:ext cx="7239000" cy="4572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b="1" sz="2200">
                  <a:solidFill>
                    <a:srgbClr val="0052A5"/>
                  </a:solidFill>
                  <a:latin typeface="Microsoft YaHei"/>
                  <a:ea typeface="Microsoft YaHei"/>
                  <a:cs typeface="Microsoft YaHei"/>
                  <a:sym typeface="Microsoft YaHei"/>
                </a:defRPr>
              </a:pPr>
            </a:p>
          </p:txBody>
        </p:sp>
        <p:sp>
          <p:nvSpPr>
            <p:cNvPr id="2198" name="备份：测试证据索引"/>
            <p:cNvSpPr txBox="1"/>
            <p:nvPr/>
          </p:nvSpPr>
          <p:spPr>
            <a:xfrm>
              <a:off x="0" y="38100"/>
              <a:ext cx="7239000" cy="3810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>
                <a:defRPr b="1" sz="2200">
                  <a:solidFill>
                    <a:srgbClr val="0052A5"/>
                  </a:solidFill>
                  <a:latin typeface="Microsoft YaHei"/>
                  <a:ea typeface="Microsoft YaHei"/>
                  <a:cs typeface="Microsoft YaHei"/>
                  <a:sym typeface="Microsoft YaHei"/>
                </a:defRPr>
              </a:lvl1pPr>
            </a:lstStyle>
            <a:p>
              <a:pPr/>
              <a:r>
                <a:t>备份：测试证据索引</a:t>
              </a:r>
            </a:p>
          </p:txBody>
        </p:sp>
      </p:grpSp>
      <p:grpSp>
        <p:nvGrpSpPr>
          <p:cNvPr id="2202" name="矩形 983"/>
          <p:cNvGrpSpPr/>
          <p:nvPr/>
        </p:nvGrpSpPr>
        <p:grpSpPr>
          <a:xfrm>
            <a:off x="8667750" y="228600"/>
            <a:ext cx="1428750" cy="209550"/>
            <a:chOff x="0" y="0"/>
            <a:chExt cx="1428750" cy="209550"/>
          </a:xfrm>
        </p:grpSpPr>
        <p:sp>
          <p:nvSpPr>
            <p:cNvPr id="2200" name="矩形"/>
            <p:cNvSpPr/>
            <p:nvPr/>
          </p:nvSpPr>
          <p:spPr>
            <a:xfrm>
              <a:off x="0" y="0"/>
              <a:ext cx="1428750" cy="20955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b="1" sz="700">
                  <a:solidFill>
                    <a:srgbClr val="6B7280"/>
                  </a:solidFill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2201" name="BACKUP"/>
            <p:cNvSpPr txBox="1"/>
            <p:nvPr/>
          </p:nvSpPr>
          <p:spPr>
            <a:xfrm>
              <a:off x="0" y="41274"/>
              <a:ext cx="1428750" cy="1270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>
                <a:defRPr b="1" sz="700">
                  <a:solidFill>
                    <a:srgbClr val="6B728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BACKUP</a:t>
              </a:r>
            </a:p>
          </p:txBody>
        </p:sp>
      </p:grpSp>
      <p:grpSp>
        <p:nvGrpSpPr>
          <p:cNvPr id="2205" name="矩形 984"/>
          <p:cNvGrpSpPr/>
          <p:nvPr/>
        </p:nvGrpSpPr>
        <p:grpSpPr>
          <a:xfrm>
            <a:off x="11696700" y="6419850"/>
            <a:ext cx="323850" cy="266700"/>
            <a:chOff x="0" y="0"/>
            <a:chExt cx="323850" cy="266700"/>
          </a:xfrm>
        </p:grpSpPr>
        <p:sp>
          <p:nvSpPr>
            <p:cNvPr id="2203" name="矩形"/>
            <p:cNvSpPr/>
            <p:nvPr/>
          </p:nvSpPr>
          <p:spPr>
            <a:xfrm>
              <a:off x="0" y="0"/>
              <a:ext cx="323850" cy="2667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algn="ctr">
                <a:defRPr b="1" sz="1300">
                  <a:solidFill>
                    <a:srgbClr val="8A8A8A"/>
                  </a:solidFill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2204" name="17"/>
            <p:cNvSpPr txBox="1"/>
            <p:nvPr/>
          </p:nvSpPr>
          <p:spPr>
            <a:xfrm>
              <a:off x="0" y="0"/>
              <a:ext cx="323850" cy="18509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 algn="ctr">
                <a:defRPr b="1" sz="1300">
                  <a:solidFill>
                    <a:srgbClr val="8A8A8A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17</a:t>
              </a:r>
            </a:p>
          </p:txBody>
        </p:sp>
      </p:grpSp>
      <p:sp>
        <p:nvSpPr>
          <p:cNvPr id="2206" name="矩形 985"/>
          <p:cNvSpPr/>
          <p:nvPr/>
        </p:nvSpPr>
        <p:spPr>
          <a:xfrm>
            <a:off x="876300" y="1190625"/>
            <a:ext cx="9858375" cy="552450"/>
          </a:xfrm>
          <a:prstGeom prst="rect">
            <a:avLst/>
          </a:prstGeom>
          <a:solidFill>
            <a:srgbClr val="FFFFFF"/>
          </a:solidFill>
          <a:ln>
            <a:solidFill>
              <a:srgbClr val="C9DDF1"/>
            </a:solidFill>
          </a:ln>
        </p:spPr>
        <p:txBody>
          <a:bodyPr lIns="45719" rIns="45719"/>
          <a:lstStyle/>
          <a:p>
            <a:pPr/>
          </a:p>
        </p:txBody>
      </p:sp>
      <p:grpSp>
        <p:nvGrpSpPr>
          <p:cNvPr id="2209" name="矩形 986"/>
          <p:cNvGrpSpPr/>
          <p:nvPr/>
        </p:nvGrpSpPr>
        <p:grpSpPr>
          <a:xfrm>
            <a:off x="1143000" y="1343025"/>
            <a:ext cx="1333500" cy="209550"/>
            <a:chOff x="0" y="0"/>
            <a:chExt cx="1333500" cy="209550"/>
          </a:xfrm>
        </p:grpSpPr>
        <p:sp>
          <p:nvSpPr>
            <p:cNvPr id="2207" name="矩形"/>
            <p:cNvSpPr/>
            <p:nvPr/>
          </p:nvSpPr>
          <p:spPr>
            <a:xfrm>
              <a:off x="0" y="0"/>
              <a:ext cx="1333500" cy="20955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b="1" sz="1200">
                  <a:solidFill>
                    <a:srgbClr val="0052A5"/>
                  </a:solidFill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2208" name="EVD-API"/>
            <p:cNvSpPr txBox="1"/>
            <p:nvPr/>
          </p:nvSpPr>
          <p:spPr>
            <a:xfrm>
              <a:off x="0" y="0"/>
              <a:ext cx="1333500" cy="17281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b="1" sz="1200">
                  <a:solidFill>
                    <a:srgbClr val="0052A5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EVD-API</a:t>
              </a:r>
            </a:p>
          </p:txBody>
        </p:sp>
      </p:grpSp>
      <p:grpSp>
        <p:nvGrpSpPr>
          <p:cNvPr id="2212" name="矩形 987"/>
          <p:cNvGrpSpPr/>
          <p:nvPr/>
        </p:nvGrpSpPr>
        <p:grpSpPr>
          <a:xfrm>
            <a:off x="2857500" y="1343025"/>
            <a:ext cx="762000" cy="209550"/>
            <a:chOff x="0" y="0"/>
            <a:chExt cx="762000" cy="209550"/>
          </a:xfrm>
        </p:grpSpPr>
        <p:sp>
          <p:nvSpPr>
            <p:cNvPr id="2210" name="矩形"/>
            <p:cNvSpPr/>
            <p:nvPr/>
          </p:nvSpPr>
          <p:spPr>
            <a:xfrm>
              <a:off x="0" y="0"/>
              <a:ext cx="762000" cy="20955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b="1" sz="1100">
                  <a:solidFill>
                    <a:srgbClr val="082B60"/>
                  </a:solidFill>
                  <a:latin typeface="Microsoft YaHei"/>
                  <a:ea typeface="Microsoft YaHei"/>
                  <a:cs typeface="Microsoft YaHei"/>
                  <a:sym typeface="Microsoft YaHei"/>
                </a:defRPr>
              </a:pPr>
            </a:p>
          </p:txBody>
        </p:sp>
        <p:sp>
          <p:nvSpPr>
            <p:cNvPr id="2211" name="8 项"/>
            <p:cNvSpPr txBox="1"/>
            <p:nvPr/>
          </p:nvSpPr>
          <p:spPr>
            <a:xfrm>
              <a:off x="0" y="0"/>
              <a:ext cx="762000" cy="2032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b="1" sz="1100">
                  <a:solidFill>
                    <a:srgbClr val="082B60"/>
                  </a:solidFill>
                  <a:latin typeface="Microsoft YaHei"/>
                  <a:ea typeface="Microsoft YaHei"/>
                  <a:cs typeface="Microsoft YaHei"/>
                  <a:sym typeface="Microsoft YaHei"/>
                </a:defRPr>
              </a:lvl1pPr>
            </a:lstStyle>
            <a:p>
              <a:pPr/>
              <a:r>
                <a:t>8 项</a:t>
              </a:r>
            </a:p>
          </p:txBody>
        </p:sp>
      </p:grpSp>
      <p:grpSp>
        <p:nvGrpSpPr>
          <p:cNvPr id="2215" name="矩形 988"/>
          <p:cNvGrpSpPr/>
          <p:nvPr/>
        </p:nvGrpSpPr>
        <p:grpSpPr>
          <a:xfrm>
            <a:off x="4095750" y="1343025"/>
            <a:ext cx="6191250" cy="209550"/>
            <a:chOff x="0" y="0"/>
            <a:chExt cx="6191250" cy="209550"/>
          </a:xfrm>
        </p:grpSpPr>
        <p:sp>
          <p:nvSpPr>
            <p:cNvPr id="2213" name="矩形"/>
            <p:cNvSpPr/>
            <p:nvPr/>
          </p:nvSpPr>
          <p:spPr>
            <a:xfrm>
              <a:off x="0" y="0"/>
              <a:ext cx="6191250" cy="20955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1000">
                  <a:solidFill>
                    <a:srgbClr val="46566A"/>
                  </a:solidFill>
                  <a:latin typeface="Microsoft YaHei"/>
                  <a:ea typeface="Microsoft YaHei"/>
                  <a:cs typeface="Microsoft YaHei"/>
                  <a:sym typeface="Microsoft YaHei"/>
                </a:defRPr>
              </a:pPr>
            </a:p>
          </p:txBody>
        </p:sp>
        <p:sp>
          <p:nvSpPr>
            <p:cNvPr id="2214" name="健康检查、readiness、任务详情、事件、报告、pending action"/>
            <p:cNvSpPr txBox="1"/>
            <p:nvPr/>
          </p:nvSpPr>
          <p:spPr>
            <a:xfrm>
              <a:off x="0" y="0"/>
              <a:ext cx="6191250" cy="1778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sz="1000">
                  <a:solidFill>
                    <a:srgbClr val="46566A"/>
                  </a:solidFill>
                  <a:latin typeface="Microsoft YaHei"/>
                  <a:ea typeface="Microsoft YaHei"/>
                  <a:cs typeface="Microsoft YaHei"/>
                  <a:sym typeface="Microsoft YaHei"/>
                </a:defRPr>
              </a:lvl1pPr>
            </a:lstStyle>
            <a:p>
              <a:pPr/>
              <a:r>
                <a:t>健康检查、readiness、任务详情、事件、报告、pending action</a:t>
              </a:r>
            </a:p>
          </p:txBody>
        </p:sp>
      </p:grpSp>
      <p:sp>
        <p:nvSpPr>
          <p:cNvPr id="2216" name="矩形 989"/>
          <p:cNvSpPr/>
          <p:nvPr/>
        </p:nvSpPr>
        <p:spPr>
          <a:xfrm>
            <a:off x="876300" y="1933575"/>
            <a:ext cx="9858375" cy="552450"/>
          </a:xfrm>
          <a:prstGeom prst="rect">
            <a:avLst/>
          </a:prstGeom>
          <a:solidFill>
            <a:srgbClr val="F5F9FE"/>
          </a:solidFill>
          <a:ln>
            <a:solidFill>
              <a:srgbClr val="C9DDF1"/>
            </a:solidFill>
          </a:ln>
        </p:spPr>
        <p:txBody>
          <a:bodyPr lIns="45719" rIns="45719"/>
          <a:lstStyle/>
          <a:p>
            <a:pPr/>
          </a:p>
        </p:txBody>
      </p:sp>
      <p:grpSp>
        <p:nvGrpSpPr>
          <p:cNvPr id="2219" name="矩形 990"/>
          <p:cNvGrpSpPr/>
          <p:nvPr/>
        </p:nvGrpSpPr>
        <p:grpSpPr>
          <a:xfrm>
            <a:off x="1143000" y="2085975"/>
            <a:ext cx="1333500" cy="209550"/>
            <a:chOff x="0" y="0"/>
            <a:chExt cx="1333500" cy="209550"/>
          </a:xfrm>
        </p:grpSpPr>
        <p:sp>
          <p:nvSpPr>
            <p:cNvPr id="2217" name="矩形"/>
            <p:cNvSpPr/>
            <p:nvPr/>
          </p:nvSpPr>
          <p:spPr>
            <a:xfrm>
              <a:off x="0" y="0"/>
              <a:ext cx="1333500" cy="20955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b="1" sz="1200">
                  <a:solidFill>
                    <a:srgbClr val="0052A5"/>
                  </a:solidFill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2218" name="EVD-TEST"/>
            <p:cNvSpPr txBox="1"/>
            <p:nvPr/>
          </p:nvSpPr>
          <p:spPr>
            <a:xfrm>
              <a:off x="0" y="0"/>
              <a:ext cx="1333500" cy="17281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b="1" sz="1200">
                  <a:solidFill>
                    <a:srgbClr val="0052A5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EVD-TEST</a:t>
              </a:r>
            </a:p>
          </p:txBody>
        </p:sp>
      </p:grpSp>
      <p:grpSp>
        <p:nvGrpSpPr>
          <p:cNvPr id="2222" name="矩形 991"/>
          <p:cNvGrpSpPr/>
          <p:nvPr/>
        </p:nvGrpSpPr>
        <p:grpSpPr>
          <a:xfrm>
            <a:off x="2857500" y="2085975"/>
            <a:ext cx="762000" cy="209550"/>
            <a:chOff x="0" y="0"/>
            <a:chExt cx="762000" cy="209550"/>
          </a:xfrm>
        </p:grpSpPr>
        <p:sp>
          <p:nvSpPr>
            <p:cNvPr id="2220" name="矩形"/>
            <p:cNvSpPr/>
            <p:nvPr/>
          </p:nvSpPr>
          <p:spPr>
            <a:xfrm>
              <a:off x="0" y="0"/>
              <a:ext cx="762000" cy="20955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b="1" sz="1100">
                  <a:solidFill>
                    <a:srgbClr val="082B60"/>
                  </a:solidFill>
                  <a:latin typeface="Microsoft YaHei"/>
                  <a:ea typeface="Microsoft YaHei"/>
                  <a:cs typeface="Microsoft YaHei"/>
                  <a:sym typeface="Microsoft YaHei"/>
                </a:defRPr>
              </a:pPr>
            </a:p>
          </p:txBody>
        </p:sp>
        <p:sp>
          <p:nvSpPr>
            <p:cNvPr id="2221" name="4 组"/>
            <p:cNvSpPr txBox="1"/>
            <p:nvPr/>
          </p:nvSpPr>
          <p:spPr>
            <a:xfrm>
              <a:off x="0" y="0"/>
              <a:ext cx="762000" cy="2032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b="1" sz="1100">
                  <a:solidFill>
                    <a:srgbClr val="082B60"/>
                  </a:solidFill>
                  <a:latin typeface="Microsoft YaHei"/>
                  <a:ea typeface="Microsoft YaHei"/>
                  <a:cs typeface="Microsoft YaHei"/>
                  <a:sym typeface="Microsoft YaHei"/>
                </a:defRPr>
              </a:lvl1pPr>
            </a:lstStyle>
            <a:p>
              <a:pPr/>
              <a:r>
                <a:t>4 组</a:t>
              </a:r>
            </a:p>
          </p:txBody>
        </p:sp>
      </p:grpSp>
      <p:grpSp>
        <p:nvGrpSpPr>
          <p:cNvPr id="2225" name="矩形 992"/>
          <p:cNvGrpSpPr/>
          <p:nvPr/>
        </p:nvGrpSpPr>
        <p:grpSpPr>
          <a:xfrm>
            <a:off x="4095750" y="2085975"/>
            <a:ext cx="6191250" cy="209550"/>
            <a:chOff x="0" y="0"/>
            <a:chExt cx="6191250" cy="209550"/>
          </a:xfrm>
        </p:grpSpPr>
        <p:sp>
          <p:nvSpPr>
            <p:cNvPr id="2223" name="矩形"/>
            <p:cNvSpPr/>
            <p:nvPr/>
          </p:nvSpPr>
          <p:spPr>
            <a:xfrm>
              <a:off x="0" y="0"/>
              <a:ext cx="6191250" cy="20955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1000">
                  <a:solidFill>
                    <a:srgbClr val="46566A"/>
                  </a:solidFill>
                  <a:latin typeface="Microsoft YaHei"/>
                  <a:ea typeface="Microsoft YaHei"/>
                  <a:cs typeface="Microsoft YaHei"/>
                  <a:sym typeface="Microsoft YaHei"/>
                </a:defRPr>
              </a:pPr>
            </a:p>
          </p:txBody>
        </p:sp>
        <p:sp>
          <p:nvSpPr>
            <p:cNvPr id="2224" name="API/Web、FSM/HITL/快照、安全恢复工具、CLI 日志"/>
            <p:cNvSpPr txBox="1"/>
            <p:nvPr/>
          </p:nvSpPr>
          <p:spPr>
            <a:xfrm>
              <a:off x="0" y="0"/>
              <a:ext cx="6191250" cy="1778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sz="1000">
                  <a:solidFill>
                    <a:srgbClr val="46566A"/>
                  </a:solidFill>
                  <a:latin typeface="Microsoft YaHei"/>
                  <a:ea typeface="Microsoft YaHei"/>
                  <a:cs typeface="Microsoft YaHei"/>
                  <a:sym typeface="Microsoft YaHei"/>
                </a:defRPr>
              </a:lvl1pPr>
            </a:lstStyle>
            <a:p>
              <a:pPr/>
              <a:r>
                <a:t>API/Web、FSM/HITL/快照、安全恢复工具、CLI 日志</a:t>
              </a:r>
            </a:p>
          </p:txBody>
        </p:sp>
      </p:grpSp>
      <p:sp>
        <p:nvSpPr>
          <p:cNvPr id="2226" name="矩形 993"/>
          <p:cNvSpPr/>
          <p:nvPr/>
        </p:nvSpPr>
        <p:spPr>
          <a:xfrm>
            <a:off x="876300" y="2676525"/>
            <a:ext cx="9858375" cy="552450"/>
          </a:xfrm>
          <a:prstGeom prst="rect">
            <a:avLst/>
          </a:prstGeom>
          <a:solidFill>
            <a:srgbClr val="FFFFFF"/>
          </a:solidFill>
          <a:ln>
            <a:solidFill>
              <a:srgbClr val="C9DDF1"/>
            </a:solidFill>
          </a:ln>
        </p:spPr>
        <p:txBody>
          <a:bodyPr lIns="45719" rIns="45719"/>
          <a:lstStyle/>
          <a:p>
            <a:pPr/>
          </a:p>
        </p:txBody>
      </p:sp>
      <p:grpSp>
        <p:nvGrpSpPr>
          <p:cNvPr id="2229" name="矩形 994"/>
          <p:cNvGrpSpPr/>
          <p:nvPr/>
        </p:nvGrpSpPr>
        <p:grpSpPr>
          <a:xfrm>
            <a:off x="1143000" y="2828925"/>
            <a:ext cx="1333500" cy="209550"/>
            <a:chOff x="0" y="0"/>
            <a:chExt cx="1333500" cy="209550"/>
          </a:xfrm>
        </p:grpSpPr>
        <p:sp>
          <p:nvSpPr>
            <p:cNvPr id="2227" name="矩形"/>
            <p:cNvSpPr/>
            <p:nvPr/>
          </p:nvSpPr>
          <p:spPr>
            <a:xfrm>
              <a:off x="0" y="0"/>
              <a:ext cx="1333500" cy="20955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b="1" sz="1200">
                  <a:solidFill>
                    <a:srgbClr val="0052A5"/>
                  </a:solidFill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2228" name="FIG-SV"/>
            <p:cNvSpPr txBox="1"/>
            <p:nvPr/>
          </p:nvSpPr>
          <p:spPr>
            <a:xfrm>
              <a:off x="0" y="0"/>
              <a:ext cx="1333500" cy="17281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b="1" sz="1200">
                  <a:solidFill>
                    <a:srgbClr val="0052A5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FIG-SV</a:t>
              </a:r>
            </a:p>
          </p:txBody>
        </p:sp>
      </p:grpSp>
      <p:grpSp>
        <p:nvGrpSpPr>
          <p:cNvPr id="2232" name="矩形 995"/>
          <p:cNvGrpSpPr/>
          <p:nvPr/>
        </p:nvGrpSpPr>
        <p:grpSpPr>
          <a:xfrm>
            <a:off x="2857500" y="2828925"/>
            <a:ext cx="762000" cy="209550"/>
            <a:chOff x="0" y="0"/>
            <a:chExt cx="762000" cy="209550"/>
          </a:xfrm>
        </p:grpSpPr>
        <p:sp>
          <p:nvSpPr>
            <p:cNvPr id="2230" name="矩形"/>
            <p:cNvSpPr/>
            <p:nvPr/>
          </p:nvSpPr>
          <p:spPr>
            <a:xfrm>
              <a:off x="0" y="0"/>
              <a:ext cx="762000" cy="20955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b="1" sz="1100">
                  <a:solidFill>
                    <a:srgbClr val="082B60"/>
                  </a:solidFill>
                  <a:latin typeface="Microsoft YaHei"/>
                  <a:ea typeface="Microsoft YaHei"/>
                  <a:cs typeface="Microsoft YaHei"/>
                  <a:sym typeface="Microsoft YaHei"/>
                </a:defRPr>
              </a:pPr>
            </a:p>
          </p:txBody>
        </p:sp>
        <p:sp>
          <p:nvSpPr>
            <p:cNvPr id="2231" name="18 张"/>
            <p:cNvSpPr txBox="1"/>
            <p:nvPr/>
          </p:nvSpPr>
          <p:spPr>
            <a:xfrm>
              <a:off x="0" y="0"/>
              <a:ext cx="762000" cy="2032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b="1" sz="1100">
                  <a:solidFill>
                    <a:srgbClr val="082B60"/>
                  </a:solidFill>
                  <a:latin typeface="Microsoft YaHei"/>
                  <a:ea typeface="Microsoft YaHei"/>
                  <a:cs typeface="Microsoft YaHei"/>
                  <a:sym typeface="Microsoft YaHei"/>
                </a:defRPr>
              </a:lvl1pPr>
            </a:lstStyle>
            <a:p>
              <a:pPr/>
              <a:r>
                <a:t>18 张</a:t>
              </a:r>
            </a:p>
          </p:txBody>
        </p:sp>
      </p:grpSp>
      <p:grpSp>
        <p:nvGrpSpPr>
          <p:cNvPr id="2235" name="矩形 996"/>
          <p:cNvGrpSpPr/>
          <p:nvPr/>
        </p:nvGrpSpPr>
        <p:grpSpPr>
          <a:xfrm>
            <a:off x="4095750" y="2828925"/>
            <a:ext cx="6191250" cy="209550"/>
            <a:chOff x="0" y="0"/>
            <a:chExt cx="6191250" cy="209550"/>
          </a:xfrm>
        </p:grpSpPr>
        <p:sp>
          <p:nvSpPr>
            <p:cNvPr id="2233" name="矩形"/>
            <p:cNvSpPr/>
            <p:nvPr/>
          </p:nvSpPr>
          <p:spPr>
            <a:xfrm>
              <a:off x="0" y="0"/>
              <a:ext cx="6191250" cy="20955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1000">
                  <a:solidFill>
                    <a:srgbClr val="46566A"/>
                  </a:solidFill>
                  <a:latin typeface="Microsoft YaHei"/>
                  <a:ea typeface="Microsoft YaHei"/>
                  <a:cs typeface="Microsoft YaHei"/>
                  <a:sym typeface="Microsoft YaHei"/>
                </a:defRPr>
              </a:pPr>
            </a:p>
          </p:txBody>
        </p:sp>
        <p:sp>
          <p:nvSpPr>
            <p:cNvPr id="2234" name="Dashboard、Task Builder、Task Detail、Timeline 截图"/>
            <p:cNvSpPr txBox="1"/>
            <p:nvPr/>
          </p:nvSpPr>
          <p:spPr>
            <a:xfrm>
              <a:off x="0" y="0"/>
              <a:ext cx="6191250" cy="1778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sz="1000">
                  <a:solidFill>
                    <a:srgbClr val="46566A"/>
                  </a:solidFill>
                  <a:latin typeface="Microsoft YaHei"/>
                  <a:ea typeface="Microsoft YaHei"/>
                  <a:cs typeface="Microsoft YaHei"/>
                  <a:sym typeface="Microsoft YaHei"/>
                </a:defRPr>
              </a:lvl1pPr>
            </a:lstStyle>
            <a:p>
              <a:pPr/>
              <a:r>
                <a:t>Dashboard、Task Builder、Task Detail、Timeline 截图</a:t>
              </a:r>
            </a:p>
          </p:txBody>
        </p:sp>
      </p:grpSp>
      <p:sp>
        <p:nvSpPr>
          <p:cNvPr id="2236" name="矩形 997"/>
          <p:cNvSpPr/>
          <p:nvPr/>
        </p:nvSpPr>
        <p:spPr>
          <a:xfrm>
            <a:off x="876300" y="3419475"/>
            <a:ext cx="9858375" cy="552450"/>
          </a:xfrm>
          <a:prstGeom prst="rect">
            <a:avLst/>
          </a:prstGeom>
          <a:solidFill>
            <a:srgbClr val="F5F9FE"/>
          </a:solidFill>
          <a:ln>
            <a:solidFill>
              <a:srgbClr val="C9DDF1"/>
            </a:solidFill>
          </a:ln>
        </p:spPr>
        <p:txBody>
          <a:bodyPr lIns="45719" rIns="45719"/>
          <a:lstStyle/>
          <a:p>
            <a:pPr/>
          </a:p>
        </p:txBody>
      </p:sp>
      <p:grpSp>
        <p:nvGrpSpPr>
          <p:cNvPr id="2239" name="矩形 998"/>
          <p:cNvGrpSpPr/>
          <p:nvPr/>
        </p:nvGrpSpPr>
        <p:grpSpPr>
          <a:xfrm>
            <a:off x="1143000" y="3571875"/>
            <a:ext cx="1333500" cy="209550"/>
            <a:chOff x="0" y="0"/>
            <a:chExt cx="1333500" cy="209550"/>
          </a:xfrm>
        </p:grpSpPr>
        <p:sp>
          <p:nvSpPr>
            <p:cNvPr id="2237" name="矩形"/>
            <p:cNvSpPr/>
            <p:nvPr/>
          </p:nvSpPr>
          <p:spPr>
            <a:xfrm>
              <a:off x="0" y="0"/>
              <a:ext cx="1333500" cy="20955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b="1" sz="1200">
                  <a:solidFill>
                    <a:srgbClr val="0052A5"/>
                  </a:solidFill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2238" name="EVD-LOG"/>
            <p:cNvSpPr txBox="1"/>
            <p:nvPr/>
          </p:nvSpPr>
          <p:spPr>
            <a:xfrm>
              <a:off x="0" y="0"/>
              <a:ext cx="1333500" cy="17281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b="1" sz="1200">
                  <a:solidFill>
                    <a:srgbClr val="0052A5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EVD-LOG</a:t>
              </a:r>
            </a:p>
          </p:txBody>
        </p:sp>
      </p:grpSp>
      <p:grpSp>
        <p:nvGrpSpPr>
          <p:cNvPr id="2242" name="矩形 999"/>
          <p:cNvGrpSpPr/>
          <p:nvPr/>
        </p:nvGrpSpPr>
        <p:grpSpPr>
          <a:xfrm>
            <a:off x="2857500" y="3571875"/>
            <a:ext cx="762000" cy="209550"/>
            <a:chOff x="0" y="0"/>
            <a:chExt cx="762000" cy="209550"/>
          </a:xfrm>
        </p:grpSpPr>
        <p:sp>
          <p:nvSpPr>
            <p:cNvPr id="2240" name="矩形"/>
            <p:cNvSpPr/>
            <p:nvPr/>
          </p:nvSpPr>
          <p:spPr>
            <a:xfrm>
              <a:off x="0" y="0"/>
              <a:ext cx="762000" cy="20955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b="1" sz="1100">
                  <a:solidFill>
                    <a:srgbClr val="082B60"/>
                  </a:solidFill>
                  <a:latin typeface="Microsoft YaHei"/>
                  <a:ea typeface="Microsoft YaHei"/>
                  <a:cs typeface="Microsoft YaHei"/>
                  <a:sym typeface="Microsoft YaHei"/>
                </a:defRPr>
              </a:pPr>
            </a:p>
          </p:txBody>
        </p:sp>
        <p:sp>
          <p:nvSpPr>
            <p:cNvPr id="2241" name="8 组"/>
            <p:cNvSpPr txBox="1"/>
            <p:nvPr/>
          </p:nvSpPr>
          <p:spPr>
            <a:xfrm>
              <a:off x="0" y="0"/>
              <a:ext cx="762000" cy="2032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b="1" sz="1100">
                  <a:solidFill>
                    <a:srgbClr val="082B60"/>
                  </a:solidFill>
                  <a:latin typeface="Microsoft YaHei"/>
                  <a:ea typeface="Microsoft YaHei"/>
                  <a:cs typeface="Microsoft YaHei"/>
                  <a:sym typeface="Microsoft YaHei"/>
                </a:defRPr>
              </a:lvl1pPr>
            </a:lstStyle>
            <a:p>
              <a:pPr/>
              <a:r>
                <a:t>8 组</a:t>
              </a:r>
            </a:p>
          </p:txBody>
        </p:sp>
      </p:grpSp>
      <p:grpSp>
        <p:nvGrpSpPr>
          <p:cNvPr id="2245" name="矩形 1000"/>
          <p:cNvGrpSpPr/>
          <p:nvPr/>
        </p:nvGrpSpPr>
        <p:grpSpPr>
          <a:xfrm>
            <a:off x="4095750" y="3571875"/>
            <a:ext cx="6191250" cy="209550"/>
            <a:chOff x="0" y="0"/>
            <a:chExt cx="6191250" cy="209550"/>
          </a:xfrm>
        </p:grpSpPr>
        <p:sp>
          <p:nvSpPr>
            <p:cNvPr id="2243" name="矩形"/>
            <p:cNvSpPr/>
            <p:nvPr/>
          </p:nvSpPr>
          <p:spPr>
            <a:xfrm>
              <a:off x="0" y="0"/>
              <a:ext cx="6191250" cy="20955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1000">
                  <a:solidFill>
                    <a:srgbClr val="46566A"/>
                  </a:solidFill>
                  <a:latin typeface="Microsoft YaHei"/>
                  <a:ea typeface="Microsoft YaHei"/>
                  <a:cs typeface="Microsoft YaHei"/>
                  <a:sym typeface="Microsoft YaHei"/>
                </a:defRPr>
              </a:pPr>
            </a:p>
          </p:txBody>
        </p:sp>
        <p:sp>
          <p:nvSpPr>
            <p:cNvPr id="2244" name="EventLog、Snapshot、Report、terminal_stop 与等待态样本"/>
            <p:cNvSpPr txBox="1"/>
            <p:nvPr/>
          </p:nvSpPr>
          <p:spPr>
            <a:xfrm>
              <a:off x="0" y="0"/>
              <a:ext cx="6191250" cy="1778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sz="1000">
                  <a:solidFill>
                    <a:srgbClr val="46566A"/>
                  </a:solidFill>
                  <a:latin typeface="Microsoft YaHei"/>
                  <a:ea typeface="Microsoft YaHei"/>
                  <a:cs typeface="Microsoft YaHei"/>
                  <a:sym typeface="Microsoft YaHei"/>
                </a:defRPr>
              </a:lvl1pPr>
            </a:lstStyle>
            <a:p>
              <a:pPr/>
              <a:r>
                <a:t>EventLog、Snapshot、Report、terminal_stop 与等待态样本</a:t>
              </a:r>
            </a:p>
          </p:txBody>
        </p:sp>
      </p:grpSp>
      <p:sp>
        <p:nvSpPr>
          <p:cNvPr id="2246" name="矩形 1001"/>
          <p:cNvSpPr/>
          <p:nvPr/>
        </p:nvSpPr>
        <p:spPr>
          <a:xfrm>
            <a:off x="876300" y="4162425"/>
            <a:ext cx="9858375" cy="552450"/>
          </a:xfrm>
          <a:prstGeom prst="rect">
            <a:avLst/>
          </a:prstGeom>
          <a:solidFill>
            <a:srgbClr val="FFFFFF"/>
          </a:solidFill>
          <a:ln>
            <a:solidFill>
              <a:srgbClr val="C9DDF1"/>
            </a:solidFill>
          </a:ln>
        </p:spPr>
        <p:txBody>
          <a:bodyPr lIns="45719" rIns="45719"/>
          <a:lstStyle/>
          <a:p>
            <a:pPr/>
          </a:p>
        </p:txBody>
      </p:sp>
      <p:grpSp>
        <p:nvGrpSpPr>
          <p:cNvPr id="2249" name="矩形 1002"/>
          <p:cNvGrpSpPr/>
          <p:nvPr/>
        </p:nvGrpSpPr>
        <p:grpSpPr>
          <a:xfrm>
            <a:off x="1143000" y="4314825"/>
            <a:ext cx="1333500" cy="209550"/>
            <a:chOff x="0" y="0"/>
            <a:chExt cx="1333500" cy="209550"/>
          </a:xfrm>
        </p:grpSpPr>
        <p:sp>
          <p:nvSpPr>
            <p:cNvPr id="2247" name="矩形"/>
            <p:cNvSpPr/>
            <p:nvPr/>
          </p:nvSpPr>
          <p:spPr>
            <a:xfrm>
              <a:off x="0" y="0"/>
              <a:ext cx="1333500" cy="20955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b="1" sz="1200">
                  <a:solidFill>
                    <a:srgbClr val="0052A5"/>
                  </a:solidFill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2248" name="EVD-EXP"/>
            <p:cNvSpPr txBox="1"/>
            <p:nvPr/>
          </p:nvSpPr>
          <p:spPr>
            <a:xfrm>
              <a:off x="0" y="0"/>
              <a:ext cx="1333500" cy="17281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b="1" sz="1200">
                  <a:solidFill>
                    <a:srgbClr val="0052A5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EVD-EXP</a:t>
              </a:r>
            </a:p>
          </p:txBody>
        </p:sp>
      </p:grpSp>
      <p:grpSp>
        <p:nvGrpSpPr>
          <p:cNvPr id="2252" name="矩形 1003"/>
          <p:cNvGrpSpPr/>
          <p:nvPr/>
        </p:nvGrpSpPr>
        <p:grpSpPr>
          <a:xfrm>
            <a:off x="2857500" y="4314825"/>
            <a:ext cx="762000" cy="209550"/>
            <a:chOff x="0" y="0"/>
            <a:chExt cx="762000" cy="209550"/>
          </a:xfrm>
        </p:grpSpPr>
        <p:sp>
          <p:nvSpPr>
            <p:cNvPr id="2250" name="矩形"/>
            <p:cNvSpPr/>
            <p:nvPr/>
          </p:nvSpPr>
          <p:spPr>
            <a:xfrm>
              <a:off x="0" y="0"/>
              <a:ext cx="762000" cy="20955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b="1" sz="1100">
                  <a:solidFill>
                    <a:srgbClr val="082B60"/>
                  </a:solidFill>
                  <a:latin typeface="Microsoft YaHei"/>
                  <a:ea typeface="Microsoft YaHei"/>
                  <a:cs typeface="Microsoft YaHei"/>
                  <a:sym typeface="Microsoft YaHei"/>
                </a:defRPr>
              </a:pPr>
            </a:p>
          </p:txBody>
        </p:sp>
        <p:sp>
          <p:nvSpPr>
            <p:cNvPr id="2251" name="4 项"/>
            <p:cNvSpPr txBox="1"/>
            <p:nvPr/>
          </p:nvSpPr>
          <p:spPr>
            <a:xfrm>
              <a:off x="0" y="0"/>
              <a:ext cx="762000" cy="2032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b="1" sz="1100">
                  <a:solidFill>
                    <a:srgbClr val="082B60"/>
                  </a:solidFill>
                  <a:latin typeface="Microsoft YaHei"/>
                  <a:ea typeface="Microsoft YaHei"/>
                  <a:cs typeface="Microsoft YaHei"/>
                  <a:sym typeface="Microsoft YaHei"/>
                </a:defRPr>
              </a:lvl1pPr>
            </a:lstStyle>
            <a:p>
              <a:pPr/>
              <a:r>
                <a:t>4 项</a:t>
              </a:r>
            </a:p>
          </p:txBody>
        </p:sp>
      </p:grpSp>
      <p:grpSp>
        <p:nvGrpSpPr>
          <p:cNvPr id="2255" name="矩形 1004"/>
          <p:cNvGrpSpPr/>
          <p:nvPr/>
        </p:nvGrpSpPr>
        <p:grpSpPr>
          <a:xfrm>
            <a:off x="4095750" y="4314825"/>
            <a:ext cx="6191250" cy="209550"/>
            <a:chOff x="0" y="0"/>
            <a:chExt cx="6191250" cy="209550"/>
          </a:xfrm>
        </p:grpSpPr>
        <p:sp>
          <p:nvSpPr>
            <p:cNvPr id="2253" name="矩形"/>
            <p:cNvSpPr/>
            <p:nvPr/>
          </p:nvSpPr>
          <p:spPr>
            <a:xfrm>
              <a:off x="0" y="0"/>
              <a:ext cx="6191250" cy="20955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1000">
                  <a:solidFill>
                    <a:srgbClr val="46566A"/>
                  </a:solidFill>
                  <a:latin typeface="Microsoft YaHei"/>
                  <a:ea typeface="Microsoft YaHei"/>
                  <a:cs typeface="Microsoft YaHei"/>
                  <a:sym typeface="Microsoft YaHei"/>
                </a:defRPr>
              </a:pPr>
            </a:p>
          </p:txBody>
        </p:sp>
        <p:sp>
          <p:nvSpPr>
            <p:cNvPr id="2254" name="smoke / clean run 与 84-run 实验矩阵聚合产物"/>
            <p:cNvSpPr txBox="1"/>
            <p:nvPr/>
          </p:nvSpPr>
          <p:spPr>
            <a:xfrm>
              <a:off x="0" y="0"/>
              <a:ext cx="6191250" cy="1778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sz="1000">
                  <a:solidFill>
                    <a:srgbClr val="46566A"/>
                  </a:solidFill>
                  <a:latin typeface="Microsoft YaHei"/>
                  <a:ea typeface="Microsoft YaHei"/>
                  <a:cs typeface="Microsoft YaHei"/>
                  <a:sym typeface="Microsoft YaHei"/>
                </a:defRPr>
              </a:lvl1pPr>
            </a:lstStyle>
            <a:p>
              <a:pPr/>
              <a:r>
                <a:t>smoke / clean run 与 84-run 实验矩阵聚合产物</a:t>
              </a:r>
            </a:p>
          </p:txBody>
        </p:sp>
      </p:grpSp>
      <p:grpSp>
        <p:nvGrpSpPr>
          <p:cNvPr id="2258" name="矩形 1005"/>
          <p:cNvGrpSpPr/>
          <p:nvPr/>
        </p:nvGrpSpPr>
        <p:grpSpPr>
          <a:xfrm>
            <a:off x="2381250" y="5238750"/>
            <a:ext cx="7429500" cy="285750"/>
            <a:chOff x="0" y="0"/>
            <a:chExt cx="7429500" cy="285750"/>
          </a:xfrm>
        </p:grpSpPr>
        <p:sp>
          <p:nvSpPr>
            <p:cNvPr id="2256" name="矩形"/>
            <p:cNvSpPr/>
            <p:nvPr/>
          </p:nvSpPr>
          <p:spPr>
            <a:xfrm>
              <a:off x="0" y="0"/>
              <a:ext cx="7429500" cy="28575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algn="ctr">
                <a:defRPr b="1" sz="1400">
                  <a:solidFill>
                    <a:srgbClr val="082B60"/>
                  </a:solidFill>
                  <a:latin typeface="Microsoft YaHei"/>
                  <a:ea typeface="Microsoft YaHei"/>
                  <a:cs typeface="Microsoft YaHei"/>
                  <a:sym typeface="Microsoft YaHei"/>
                </a:defRPr>
              </a:pPr>
            </a:p>
          </p:txBody>
        </p:sp>
        <p:sp>
          <p:nvSpPr>
            <p:cNvPr id="2257" name="证据链覆盖测试充分性与可追溯性两个追问点"/>
            <p:cNvSpPr txBox="1"/>
            <p:nvPr/>
          </p:nvSpPr>
          <p:spPr>
            <a:xfrm>
              <a:off x="0" y="0"/>
              <a:ext cx="7429500" cy="2540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 algn="ctr">
                <a:defRPr b="1" sz="1400">
                  <a:solidFill>
                    <a:srgbClr val="082B60"/>
                  </a:solidFill>
                  <a:latin typeface="Microsoft YaHei"/>
                  <a:ea typeface="Microsoft YaHei"/>
                  <a:cs typeface="Microsoft YaHei"/>
                  <a:sym typeface="Microsoft YaHei"/>
                </a:defRPr>
              </a:lvl1pPr>
            </a:lstStyle>
            <a:p>
              <a:pPr/>
              <a:r>
                <a:t>证据链覆盖测试充分性与可追溯性两个追问点</a:t>
              </a:r>
            </a:p>
          </p:txBody>
        </p:sp>
      </p:grpSp>
    </p:spTree>
  </p:cSld>
  <p:clrMapOvr>
    <a:masterClrMapping/>
  </p:clrMapOvr>
  <p:transition xmlns:p14="http://schemas.microsoft.com/office/powerpoint/2010/main" spd="med" advClick="1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0" name="矩形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92A5E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261" name="矩形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83B82"/>
              </a:gs>
              <a:gs pos="58000">
                <a:srgbClr val="0869B8"/>
              </a:gs>
              <a:gs pos="100000">
                <a:srgbClr val="0B8ED6"/>
              </a:gs>
            </a:gsLst>
            <a:lin ang="8100000"/>
          </a:gra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262" name="矩形"/>
          <p:cNvSpPr/>
          <p:nvPr/>
        </p:nvSpPr>
        <p:spPr>
          <a:xfrm>
            <a:off x="0" y="3524250"/>
            <a:ext cx="2190750" cy="3333750"/>
          </a:xfrm>
          <a:prstGeom prst="rect">
            <a:avLst/>
          </a:prstGeom>
          <a:solidFill>
            <a:srgbClr val="063B82">
              <a:alpha val="80000"/>
            </a:srgbClr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pic>
        <p:nvPicPr>
          <p:cNvPr id="2263" name="image.jpeg" descr="image.jpeg"/>
          <p:cNvPicPr>
            <a:picLocks noChangeAspect="1"/>
          </p:cNvPicPr>
          <p:nvPr/>
        </p:nvPicPr>
        <p:blipFill>
          <a:blip r:embed="rId2">
            <a:extLst/>
          </a:blip>
          <a:srcRect l="23864" t="0" r="23864" b="0"/>
          <a:stretch>
            <a:fillRect/>
          </a:stretch>
        </p:blipFill>
        <p:spPr>
          <a:xfrm>
            <a:off x="-1" y="3714750"/>
            <a:ext cx="2190752" cy="3143250"/>
          </a:xfrm>
          <a:prstGeom prst="rect">
            <a:avLst/>
          </a:prstGeom>
          <a:ln w="12700">
            <a:miter lim="400000"/>
          </a:ln>
        </p:spPr>
      </p:pic>
      <p:sp>
        <p:nvSpPr>
          <p:cNvPr id="2264" name="矩形"/>
          <p:cNvSpPr/>
          <p:nvPr/>
        </p:nvSpPr>
        <p:spPr>
          <a:xfrm>
            <a:off x="0" y="3524250"/>
            <a:ext cx="2190750" cy="3333750"/>
          </a:xfrm>
          <a:prstGeom prst="rect">
            <a:avLst/>
          </a:prstGeom>
          <a:solidFill>
            <a:srgbClr val="063B82">
              <a:alpha val="80000"/>
            </a:srgbClr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pic>
        <p:nvPicPr>
          <p:cNvPr id="2265" name="image2.png" descr="image2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608979" y="457200"/>
            <a:ext cx="2428877" cy="681791"/>
          </a:xfrm>
          <a:prstGeom prst="rect">
            <a:avLst/>
          </a:prstGeom>
          <a:ln w="12700">
            <a:miter lim="400000"/>
          </a:ln>
        </p:spPr>
      </p:pic>
      <p:sp>
        <p:nvSpPr>
          <p:cNvPr id="2266" name="矩形"/>
          <p:cNvSpPr/>
          <p:nvPr/>
        </p:nvSpPr>
        <p:spPr>
          <a:xfrm>
            <a:off x="3476625" y="2400299"/>
            <a:ext cx="2476500" cy="742951"/>
          </a:xfrm>
          <a:prstGeom prst="rect">
            <a:avLst/>
          </a:prstGeom>
          <a:solidFill>
            <a:srgbClr val="000000">
              <a:alpha val="0"/>
            </a:srgbClr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 algn="ctr">
              <a:defRPr b="1" sz="37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pPr>
          </a:p>
        </p:txBody>
      </p:sp>
      <p:sp>
        <p:nvSpPr>
          <p:cNvPr id="2267" name="谢谢"/>
          <p:cNvSpPr txBox="1"/>
          <p:nvPr/>
        </p:nvSpPr>
        <p:spPr>
          <a:xfrm>
            <a:off x="3476625" y="2400298"/>
            <a:ext cx="2476500" cy="660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37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1pPr>
          </a:lstStyle>
          <a:p>
            <a:pPr/>
            <a:r>
              <a:t>谢谢</a:t>
            </a:r>
          </a:p>
        </p:txBody>
      </p:sp>
      <p:sp>
        <p:nvSpPr>
          <p:cNvPr id="2268" name="矩形"/>
          <p:cNvSpPr/>
          <p:nvPr/>
        </p:nvSpPr>
        <p:spPr>
          <a:xfrm>
            <a:off x="3124200" y="3600448"/>
            <a:ext cx="3238500" cy="742951"/>
          </a:xfrm>
          <a:prstGeom prst="rect">
            <a:avLst/>
          </a:prstGeom>
          <a:solidFill>
            <a:srgbClr val="000000">
              <a:alpha val="0"/>
            </a:srgbClr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45719" rIns="45719"/>
          <a:lstStyle/>
          <a:p>
            <a:pPr algn="ctr">
              <a:defRPr b="1" sz="4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</a:p>
        </p:txBody>
      </p:sp>
      <p:sp>
        <p:nvSpPr>
          <p:cNvPr id="2269" name="Thanks"/>
          <p:cNvSpPr txBox="1"/>
          <p:nvPr/>
        </p:nvSpPr>
        <p:spPr>
          <a:xfrm>
            <a:off x="3124200" y="3600448"/>
            <a:ext cx="3238500" cy="5548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4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Thanks</a:t>
            </a:r>
          </a:p>
        </p:txBody>
      </p:sp>
      <p:pic>
        <p:nvPicPr>
          <p:cNvPr id="2270" name="Picture 11" descr="Picture 11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 rot="21439852">
            <a:off x="7190230" y="376260"/>
            <a:ext cx="5433098" cy="6574570"/>
          </a:xfrm>
          <a:prstGeom prst="rect">
            <a:avLst/>
          </a:prstGeom>
          <a:ln w="12700">
            <a:miter lim="400000"/>
          </a:ln>
        </p:spPr>
      </p:pic>
      <p:pic>
        <p:nvPicPr>
          <p:cNvPr id="2271" name="Picture 18" descr="Picture 18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 rot="21416039">
            <a:off x="7030632" y="406043"/>
            <a:ext cx="5601481" cy="6501995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ChatGPT">
  <a:themeElements>
    <a:clrScheme name="ChatGPT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0000FF"/>
      </a:hlink>
      <a:folHlink>
        <a:srgbClr val="FF00FF"/>
      </a:folHlink>
    </a:clrScheme>
    <a:fontScheme name="ChatGPT">
      <a:majorFont>
        <a:latin typeface="Helvetica"/>
        <a:ea typeface="Helvetica"/>
        <a:cs typeface="Helvetica"/>
      </a:majorFont>
      <a:minorFont>
        <a:latin typeface="Helvetica Neue"/>
        <a:ea typeface="Helvetica Neue"/>
        <a:cs typeface="Helvetica Neue"/>
      </a:minorFont>
    </a:fontScheme>
    <a:fmtScheme name="ChatGP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ChatGPT">
  <a:themeElements>
    <a:clrScheme name="ChatGPT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0000FF"/>
      </a:hlink>
      <a:folHlink>
        <a:srgbClr val="FF00FF"/>
      </a:folHlink>
    </a:clrScheme>
    <a:fontScheme name="ChatGPT">
      <a:majorFont>
        <a:latin typeface="Helvetica"/>
        <a:ea typeface="Helvetica"/>
        <a:cs typeface="Helvetica"/>
      </a:majorFont>
      <a:minorFont>
        <a:latin typeface="Helvetica Neue"/>
        <a:ea typeface="Helvetica Neue"/>
        <a:cs typeface="Helvetica Neue"/>
      </a:minorFont>
    </a:fontScheme>
    <a:fmtScheme name="ChatGP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