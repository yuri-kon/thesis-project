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ec4df9f31614776" /><Relationship Type="http://schemas.openxmlformats.org/officeDocument/2006/relationships/extended-properties" Target="/docProps/app.xml" Id="Rb6ba8a25121c44c3" /><Relationship Type="http://schemas.openxmlformats.org/officeDocument/2006/relationships/officeDocument" Target="/ppt/presentation.xml" Id="R2414364428cc46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9e851ccb534ded"/>
  </p:sldMasterIdLst>
  <p:notesMasterIdLst>
    <p:notesMasterId xmlns:r="http://schemas.openxmlformats.org/officeDocument/2006/relationships" r:id="Rd75797e628a84c82"/>
  </p:notesMasterIdLst>
  <p:sldIdLst>
    <p:sldId xmlns:r="http://schemas.openxmlformats.org/officeDocument/2006/relationships" id="256" r:id="R88339fd25ba242b9"/>
    <p:sldId xmlns:r="http://schemas.openxmlformats.org/officeDocument/2006/relationships" id="257" r:id="R324a0c934d7e4370"/>
    <p:sldId xmlns:r="http://schemas.openxmlformats.org/officeDocument/2006/relationships" id="258" r:id="Rcd0766f0de96478c"/>
    <p:sldId xmlns:r="http://schemas.openxmlformats.org/officeDocument/2006/relationships" id="259" r:id="Rb6ccfe84476f4cad"/>
    <p:sldId xmlns:r="http://schemas.openxmlformats.org/officeDocument/2006/relationships" id="260" r:id="R6e2e578bd9694d6f"/>
    <p:sldId xmlns:r="http://schemas.openxmlformats.org/officeDocument/2006/relationships" id="261" r:id="Rbf486740d0414102"/>
    <p:sldId xmlns:r="http://schemas.openxmlformats.org/officeDocument/2006/relationships" id="262" r:id="Rfe5f6812e70b4601"/>
    <p:sldId xmlns:r="http://schemas.openxmlformats.org/officeDocument/2006/relationships" id="263" r:id="Rf6720921bc974db0"/>
    <p:sldId xmlns:r="http://schemas.openxmlformats.org/officeDocument/2006/relationships" id="264" r:id="Rd039380c2e8f443b"/>
    <p:sldId xmlns:r="http://schemas.openxmlformats.org/officeDocument/2006/relationships" id="265" r:id="Rff1f587a2e91412c"/>
    <p:sldId xmlns:r="http://schemas.openxmlformats.org/officeDocument/2006/relationships" id="266" r:id="R3da4f3b669714eda"/>
    <p:sldId xmlns:r="http://schemas.openxmlformats.org/officeDocument/2006/relationships" id="267" r:id="R118d3a8320814bf3"/>
    <p:sldId xmlns:r="http://schemas.openxmlformats.org/officeDocument/2006/relationships" id="268" r:id="R04476e90a4ca43f4"/>
    <p:sldId xmlns:r="http://schemas.openxmlformats.org/officeDocument/2006/relationships" id="269" r:id="R18195de4251740e7"/>
    <p:sldId xmlns:r="http://schemas.openxmlformats.org/officeDocument/2006/relationships" id="270" r:id="Rb6bda1041f944b04"/>
    <p:sldId xmlns:r="http://schemas.openxmlformats.org/officeDocument/2006/relationships" id="271" r:id="Ra0b541472f934f8c"/>
    <p:sldId xmlns:r="http://schemas.openxmlformats.org/officeDocument/2006/relationships" id="272" r:id="R3f00eb0a51224d93"/>
    <p:sldId xmlns:r="http://schemas.openxmlformats.org/officeDocument/2006/relationships" id="273" r:id="Rb638e784853f46b2"/>
    <p:sldId xmlns:r="http://schemas.openxmlformats.org/officeDocument/2006/relationships" id="274" r:id="R327bbbbc980445e6"/>
    <p:sldId xmlns:r="http://schemas.openxmlformats.org/officeDocument/2006/relationships" id="275" r:id="R3a5ea3aaa6f742a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9e851ccb534ded" /><Relationship Type="http://schemas.openxmlformats.org/officeDocument/2006/relationships/theme" Target="/ppt/theme/theme1.xml" Id="Re88e6b5296964157" /><Relationship Type="http://schemas.openxmlformats.org/officeDocument/2006/relationships/notesMaster" Target="/ppt/notesMasters/notesMaster1.xml" Id="Rd75797e628a84c82" /><Relationship Type="http://schemas.openxmlformats.org/officeDocument/2006/relationships/presProps" Target="/ppt/presProps.xml" Id="Rf39eaa1979904aed" /><Relationship Type="http://schemas.openxmlformats.org/officeDocument/2006/relationships/viewProps" Target="/ppt/viewProps.xml" Id="Ra09f3aa0fc984c46" /><Relationship Type="http://schemas.openxmlformats.org/officeDocument/2006/relationships/tableStyles" Target="/ppt/tableStyles.xml" Id="Reae3a17f2e384195" /><Relationship Type="http://schemas.openxmlformats.org/officeDocument/2006/relationships/slide" Target="/ppt/slides/slide1.xml" Id="R88339fd25ba242b9" /><Relationship Type="http://schemas.openxmlformats.org/officeDocument/2006/relationships/slide" Target="/ppt/slides/slide2.xml" Id="R324a0c934d7e4370" /><Relationship Type="http://schemas.openxmlformats.org/officeDocument/2006/relationships/slide" Target="/ppt/slides/slide3.xml" Id="Rcd0766f0de96478c" /><Relationship Type="http://schemas.openxmlformats.org/officeDocument/2006/relationships/slide" Target="/ppt/slides/slide4.xml" Id="Rb6ccfe84476f4cad" /><Relationship Type="http://schemas.openxmlformats.org/officeDocument/2006/relationships/slide" Target="/ppt/slides/slide5.xml" Id="R6e2e578bd9694d6f" /><Relationship Type="http://schemas.openxmlformats.org/officeDocument/2006/relationships/slide" Target="/ppt/slides/slide6.xml" Id="Rbf486740d0414102" /><Relationship Type="http://schemas.openxmlformats.org/officeDocument/2006/relationships/slide" Target="/ppt/slides/slide7.xml" Id="Rfe5f6812e70b4601" /><Relationship Type="http://schemas.openxmlformats.org/officeDocument/2006/relationships/slide" Target="/ppt/slides/slide8.xml" Id="Rf6720921bc974db0" /><Relationship Type="http://schemas.openxmlformats.org/officeDocument/2006/relationships/slide" Target="/ppt/slides/slide9.xml" Id="Rd039380c2e8f443b" /><Relationship Type="http://schemas.openxmlformats.org/officeDocument/2006/relationships/slide" Target="/ppt/slides/slide10.xml" Id="Rff1f587a2e91412c" /><Relationship Type="http://schemas.openxmlformats.org/officeDocument/2006/relationships/slide" Target="/ppt/slides/slide11.xml" Id="R3da4f3b669714eda" /><Relationship Type="http://schemas.openxmlformats.org/officeDocument/2006/relationships/slide" Target="/ppt/slides/slide12.xml" Id="R118d3a8320814bf3" /><Relationship Type="http://schemas.openxmlformats.org/officeDocument/2006/relationships/slide" Target="/ppt/slides/slide13.xml" Id="R04476e90a4ca43f4" /><Relationship Type="http://schemas.openxmlformats.org/officeDocument/2006/relationships/slide" Target="/ppt/slides/slide14.xml" Id="R18195de4251740e7" /><Relationship Type="http://schemas.openxmlformats.org/officeDocument/2006/relationships/slide" Target="/ppt/slides/slide15.xml" Id="Rb6bda1041f944b04" /><Relationship Type="http://schemas.openxmlformats.org/officeDocument/2006/relationships/slide" Target="/ppt/slides/slide16.xml" Id="Ra0b541472f934f8c" /><Relationship Type="http://schemas.openxmlformats.org/officeDocument/2006/relationships/slide" Target="/ppt/slides/slide17.xml" Id="R3f00eb0a51224d93" /><Relationship Type="http://schemas.openxmlformats.org/officeDocument/2006/relationships/slide" Target="/ppt/slides/slide18.xml" Id="Rb638e784853f46b2" /><Relationship Type="http://schemas.openxmlformats.org/officeDocument/2006/relationships/slide" Target="/ppt/slides/slide19.xml" Id="R327bbbbc980445e6" /><Relationship Type="http://schemas.openxmlformats.org/officeDocument/2006/relationships/slide" Target="/ppt/slides/slide20.xml" Id="R3a5ea3aaa6f742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ca7c8da5a254f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d26abb83b0443e" /><Relationship Type="http://schemas.openxmlformats.org/officeDocument/2006/relationships/notesMaster" Target="/ppt/notesMasters/notesMaster1.xml" Id="Rdf4f0319f06644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b74d3d5b0a4304" /><Relationship Type="http://schemas.openxmlformats.org/officeDocument/2006/relationships/notesMaster" Target="/ppt/notesMasters/notesMaster1.xml" Id="Rbb83eb11f4c64e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b4ead586e164087" /><Relationship Type="http://schemas.openxmlformats.org/officeDocument/2006/relationships/notesMaster" Target="/ppt/notesMasters/notesMaster1.xml" Id="Rb149a0bd606141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93a04cfdf44034" /><Relationship Type="http://schemas.openxmlformats.org/officeDocument/2006/relationships/notesMaster" Target="/ppt/notesMasters/notesMaster1.xml" Id="R5083a7f93f6a4e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e1a88f65a84092" /><Relationship Type="http://schemas.openxmlformats.org/officeDocument/2006/relationships/notesMaster" Target="/ppt/notesMasters/notesMaster1.xml" Id="Rd92cc545aaa94e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227ad38d0e4775" /><Relationship Type="http://schemas.openxmlformats.org/officeDocument/2006/relationships/notesMaster" Target="/ppt/notesMasters/notesMaster1.xml" Id="R16325ad35f9d47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fa332456654a36" /><Relationship Type="http://schemas.openxmlformats.org/officeDocument/2006/relationships/notesMaster" Target="/ppt/notesMasters/notesMaster1.xml" Id="R553391450dc249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bc88d9208d46dc" /><Relationship Type="http://schemas.openxmlformats.org/officeDocument/2006/relationships/notesMaster" Target="/ppt/notesMasters/notesMaster1.xml" Id="R1561406143e64b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6eb7eb27dbb4bd8" /><Relationship Type="http://schemas.openxmlformats.org/officeDocument/2006/relationships/notesMaster" Target="/ppt/notesMasters/notesMaster1.xml" Id="R4035441be3fb4d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7120f6e79c49f2" /><Relationship Type="http://schemas.openxmlformats.org/officeDocument/2006/relationships/notesMaster" Target="/ppt/notesMasters/notesMaster1.xml" Id="R7b0e389f9e7e4fb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5c47e98db88419d" /><Relationship Type="http://schemas.openxmlformats.org/officeDocument/2006/relationships/notesMaster" Target="/ppt/notesMasters/notesMaster1.xml" Id="Rb76d3c6317e8479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cd3e45e06b94e56" /><Relationship Type="http://schemas.openxmlformats.org/officeDocument/2006/relationships/notesMaster" Target="/ppt/notesMasters/notesMaster1.xml" Id="R1edf9b80bf454b4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9d01a141c1041d9" /><Relationship Type="http://schemas.openxmlformats.org/officeDocument/2006/relationships/notesMaster" Target="/ppt/notesMasters/notesMaster1.xml" Id="Rd479d1383f394bc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df5735c1f944d2b" /><Relationship Type="http://schemas.openxmlformats.org/officeDocument/2006/relationships/notesMaster" Target="/ppt/notesMasters/notesMaster1.xml" Id="Rc05c3ba82fe347d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5464fff89c640b9" /><Relationship Type="http://schemas.openxmlformats.org/officeDocument/2006/relationships/notesMaster" Target="/ppt/notesMasters/notesMaster1.xml" Id="R813a8b9c79f54bb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82cb92754594785" /><Relationship Type="http://schemas.openxmlformats.org/officeDocument/2006/relationships/notesMaster" Target="/ppt/notesMasters/notesMaster1.xml" Id="R65bc8b404175415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921eb6e054c4850" /><Relationship Type="http://schemas.openxmlformats.org/officeDocument/2006/relationships/notesMaster" Target="/ppt/notesMasters/notesMaster1.xml" Id="Rfbb646d26ee44ca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be79063082f4d3b" /><Relationship Type="http://schemas.openxmlformats.org/officeDocument/2006/relationships/notesMaster" Target="/ppt/notesMasters/notesMaster1.xml" Id="Rfc738b2605144e1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7c9aff991884004" /><Relationship Type="http://schemas.openxmlformats.org/officeDocument/2006/relationships/notesMaster" Target="/ppt/notesMasters/notesMaster1.xml" Id="R9720baf0209c446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b4daa1e6b5a4288" /><Relationship Type="http://schemas.openxmlformats.org/officeDocument/2006/relationships/notesMaster" Target="/ppt/notesMasters/notesMaster1.xml" Id="Rbe960e4df7ec47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dd294060704ae3" /></Relationships>
</file>

<file path=ppt/slideLayouts/slideLayout2.xml><?xml version="1.0" encoding="utf-8"?>
<p:sldLayout xmlns:p="http://schemas.openxmlformats.org/presentationml/2006/main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幻灯片编号">
            <a:extLst xmlns:a="http://schemas.openxmlformats.org/drawingml/2006/main">
              <a:ext uri="{FF2B5EF4-FFF2-40B4-BE49-F238E27FC236}">
                <a16:creationId xmlns:a16="http://schemas.microsoft.com/office/drawing/2014/main" id="{6A86E9FD-4305-4073-B5A2-C7C9F3EFA88A}"/>
              </a:ext>
            </a:extLst>
          </p:cNvPr>
          <p:cNvSpPr/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05d21ac5ae84d1a" /><Relationship Type="http://schemas.openxmlformats.org/officeDocument/2006/relationships/slideLayout" Target="/ppt/slideLayouts/slideLayout2.xml" Id="Ra1552c5685844b2f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文本">
            <a:extLst xmlns:a="http://schemas.openxmlformats.org/drawingml/2006/main">
              <a:ext uri="{FF2B5EF4-FFF2-40B4-BE49-F238E27FC236}">
                <a16:creationId xmlns:a16="http://schemas.microsoft.com/office/drawing/2014/main" id="{82076CDB-7AF9-4A78-9629-3624C0A21B36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09600" y="92074"/>
            <a:ext cx="10972800" cy="150812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8" tIns="45718" rIns="45718" bIns="45718" anchor="ctr"/>
          <a:lstStyle xmlns:a="http://schemas.openxmlformats.org/drawingml/2006/main"/>
          <a:p xmlns:a="http://schemas.openxmlformats.org/drawingml/2006/main"/>
        </p:txBody>
      </p:sp>
      <p:sp>
        <p:nvSpPr>
          <p:cNvPr id="3" name="正文级别 1…">
            <a:extLst xmlns:a="http://schemas.openxmlformats.org/drawingml/2006/main">
              <a:ext uri="{FF2B5EF4-FFF2-40B4-BE49-F238E27FC236}">
                <a16:creationId xmlns:a16="http://schemas.microsoft.com/office/drawing/2014/main" id="{30DF6C8A-DA56-4941-8011-F6CD17EBF3C2}"/>
              </a:ext>
            </a:extLst>
          </p:cNvPr>
          <p:cNvSpPr/>
          <p:nvPr>
            <p:ph type="body" idx="1"/>
          </p:nvPr>
        </p:nvSpPr>
        <p:spPr>
          <a:xfrm xmlns:a="http://schemas.openxmlformats.org/drawingml/2006/main">
            <a:off x="609600" y="1600200"/>
            <a:ext cx="10972800" cy="52578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8" tIns="45718" rIns="45718" bIns="45718"/>
          <a:lstStyle xmlns:a="http://schemas.openxmlformats.org/drawingml/2006/main"/>
          <a:p xmlns:a="http://schemas.openxmlformats.org/drawingml/2006/main"/>
        </p:txBody>
      </p:sp>
      <p:sp>
        <p:nvSpPr>
          <p:cNvPr id="4" name="幻灯片编号">
            <a:extLst xmlns:a="http://schemas.openxmlformats.org/drawingml/2006/main">
              <a:ext uri="{FF2B5EF4-FFF2-40B4-BE49-F238E27FC236}">
                <a16:creationId xmlns:a16="http://schemas.microsoft.com/office/drawing/2014/main" id="{0DB5F1D5-BC35-4162-966D-F5B56A9B20EA}"/>
              </a:ext>
            </a:extLst>
          </p:cNvPr>
          <p:cNvSpPr/>
          <p:nvPr>
            <p:ph type="sldNum" idx="2"/>
          </p:nvPr>
        </p:nvSpPr>
        <p:spPr>
          <a:xfrm xmlns:a="http://schemas.openxmlformats.org/drawingml/2006/main">
            <a:off x="8478981" y="6232199"/>
            <a:ext cx="258620" cy="248302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8" tIns="45718" rIns="45718" bIns="45718" anchor="ctr">
            <a:spAutoFit/>
          </a:bodyPr>
          <a:lstStyle xmlns:a="http://schemas.openxmlformats.org/drawingml/2006/main">
            <a:lvl1pPr algn="r">
              <a:buNone/>
              <a:defRPr sz="1200"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552c5685844b2f"/>
  </p:sldLayoutIdLst>
  <p:txStyles>
    <p:titleStyle>
      <a:lvl1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1pPr>
      <a:lvl2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0" indent="0" algn="l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cap="none" spc="0">
          <a:solidFill>
            <a:srgbClr val="000000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1pPr>
      <a:lvl2pPr xmlns:a="http://schemas.openxmlformats.org/drawingml/2006/main" marL="723900" indent="-2667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2pPr>
      <a:lvl3pPr xmlns:a="http://schemas.openxmlformats.org/drawingml/2006/main" marL="1234438" indent="-320038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3pPr>
      <a:lvl4pPr xmlns:a="http://schemas.openxmlformats.org/drawingml/2006/main" marL="17272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4pPr>
      <a:lvl5pPr xmlns:a="http://schemas.openxmlformats.org/drawingml/2006/main" marL="21844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5pPr>
      <a:lvl6pPr xmlns:a="http://schemas.openxmlformats.org/drawingml/2006/main" marL="26416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6pPr>
      <a:lvl7pPr xmlns:a="http://schemas.openxmlformats.org/drawingml/2006/main" marL="30988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7pPr>
      <a:lvl8pPr xmlns:a="http://schemas.openxmlformats.org/drawingml/2006/main" marL="35560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8pPr>
      <a:lvl9pPr xmlns:a="http://schemas.openxmlformats.org/drawingml/2006/main" marL="4013200" indent="-355600" algn="l">
        <a:lnSpc>
          <a:spcPct val="90000"/>
        </a:lnSpc>
        <a:spcBef>
          <a:spcPts val="1000"/>
        </a:spcBef>
        <a:spcAft>
          <a:spcPts val="0"/>
        </a:spcAft>
        <a:buChar char="•"/>
        <a:defRPr sz="2800" b="0" i="0" u="none" cap="none" spc="0">
          <a:solidFill>
            <a:srgbClr val="000000"/>
          </a:solidFill>
          <a:latin typeface="Calibri"/>
          <a:ea typeface="Calibri"/>
          <a:cs typeface="Calibri"/>
        </a:defRPr>
      </a:lvl9pPr>
    </p:bodyStyle>
    <p:otherStyle>
      <a:lvl1pPr xmlns:a="http://schemas.openxmlformats.org/drawingml/2006/main" marL="0" indent="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indent="4572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indent="9144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indent="13716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indent="18288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indent="22860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indent="27432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indent="32004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indent="3657600" algn="r">
        <a:lnSpc>
          <a:spcPct val="100000"/>
        </a:lnSpc>
        <a:spcBef>
          <a:spcPts val="0"/>
        </a:spcBef>
        <a:spcAft>
          <a:spcPts val="0"/>
        </a:spcAft>
        <a:buNone/>
        <a:defRPr sz="1200" b="0" i="0" u="none" cap="none" spc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b9e0c448b14cbf" /><Relationship Type="http://schemas.openxmlformats.org/officeDocument/2006/relationships/image" Target="/ppt/media/image.png" Id="R89851887b1f84c85" /><Relationship Type="http://schemas.openxmlformats.org/officeDocument/2006/relationships/image" Target="/ppt/media/image2.png" Id="Rbdd7dc0ed0594963" /><Relationship Type="http://schemas.openxmlformats.org/officeDocument/2006/relationships/image" Target="/ppt/media/image3.png" Id="R05d0627611d64a15" /><Relationship Type="http://schemas.openxmlformats.org/officeDocument/2006/relationships/image" Target="/ppt/media/image4.png" Id="Rf89915e0b7884b3a" /><Relationship Type="http://schemas.openxmlformats.org/officeDocument/2006/relationships/notesSlide" Target="/ppt/notesSlides/notesSlide1.xml" Id="R39a039f847e64d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db922204dd4893" /><Relationship Type="http://schemas.openxmlformats.org/officeDocument/2006/relationships/image" Target="/ppt/media/image5.png" Id="Rf99ca3d0a2d74663" /><Relationship Type="http://schemas.openxmlformats.org/officeDocument/2006/relationships/image" Target="/ppt/media/image6.png" Id="R1d934431a4e94c2b" /><Relationship Type="http://schemas.openxmlformats.org/officeDocument/2006/relationships/image" Target="/ppt/media/image2.png" Id="R7d17a1b0c5b54cba" /><Relationship Type="http://schemas.openxmlformats.org/officeDocument/2006/relationships/notesSlide" Target="/ppt/notesSlides/notesSlide2.xml" Id="R7b7018d73a104b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822c66c5144ee5" /><Relationship Type="http://schemas.openxmlformats.org/officeDocument/2006/relationships/image" Target="/ppt/media/image5.png" Id="R91b35428dd4a4729" /><Relationship Type="http://schemas.openxmlformats.org/officeDocument/2006/relationships/image" Target="/ppt/media/image6.png" Id="Rbc9b7490139d4288" /><Relationship Type="http://schemas.openxmlformats.org/officeDocument/2006/relationships/image" Target="/ppt/media/image2.png" Id="Rec44575d34f14bd0" /><Relationship Type="http://schemas.openxmlformats.org/officeDocument/2006/relationships/notesSlide" Target="/ppt/notesSlides/notesSlide3.xml" Id="Re36d3578f6d64f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fb204951704335" /><Relationship Type="http://schemas.openxmlformats.org/officeDocument/2006/relationships/image" Target="/ppt/media/image5.png" Id="R559a93178db34812" /><Relationship Type="http://schemas.openxmlformats.org/officeDocument/2006/relationships/image" Target="/ppt/media/image6.png" Id="Ra3f8ee6d6a96451b" /><Relationship Type="http://schemas.openxmlformats.org/officeDocument/2006/relationships/image" Target="/ppt/media/image2.png" Id="Rf90c70650b454e9b" /><Relationship Type="http://schemas.openxmlformats.org/officeDocument/2006/relationships/notesSlide" Target="/ppt/notesSlides/notesSlide4.xml" Id="R08e41459d8a24a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b96c1ced414998" /><Relationship Type="http://schemas.openxmlformats.org/officeDocument/2006/relationships/image" Target="/ppt/media/image5.png" Id="R90081cad7bd74276" /><Relationship Type="http://schemas.openxmlformats.org/officeDocument/2006/relationships/image" Target="/ppt/media/image6.png" Id="R85fdc99b01c74222" /><Relationship Type="http://schemas.openxmlformats.org/officeDocument/2006/relationships/image" Target="/ppt/media/image2.png" Id="R341290d751474ec7" /><Relationship Type="http://schemas.openxmlformats.org/officeDocument/2006/relationships/image" Target="/ppt/media/image7.png" Id="R2188add0824a4ddb" /><Relationship Type="http://schemas.openxmlformats.org/officeDocument/2006/relationships/notesSlide" Target="/ppt/notesSlides/notesSlide5.xml" Id="R9a38e724280146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44610597554b0f" /><Relationship Type="http://schemas.openxmlformats.org/officeDocument/2006/relationships/image" Target="/ppt/media/image5.png" Id="R780673493ebe4065" /><Relationship Type="http://schemas.openxmlformats.org/officeDocument/2006/relationships/image" Target="/ppt/media/image6.png" Id="R18bfcf2e1dd34277" /><Relationship Type="http://schemas.openxmlformats.org/officeDocument/2006/relationships/image" Target="/ppt/media/image2.png" Id="R2ef50096124640a5" /><Relationship Type="http://schemas.openxmlformats.org/officeDocument/2006/relationships/notesSlide" Target="/ppt/notesSlides/notesSlide6.xml" Id="R4fb3bb6c31054d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517467e92440c3" /><Relationship Type="http://schemas.openxmlformats.org/officeDocument/2006/relationships/image" Target="/ppt/media/image5.png" Id="R996750fdbe334f58" /><Relationship Type="http://schemas.openxmlformats.org/officeDocument/2006/relationships/image" Target="/ppt/media/image6.png" Id="Rabf38f6c91c447ea" /><Relationship Type="http://schemas.openxmlformats.org/officeDocument/2006/relationships/image" Target="/ppt/media/image2.png" Id="Rb05c9ee3de81458d" /><Relationship Type="http://schemas.openxmlformats.org/officeDocument/2006/relationships/image" Target="/ppt/media/image8.png" Id="R973f404972af4580" /><Relationship Type="http://schemas.openxmlformats.org/officeDocument/2006/relationships/notesSlide" Target="/ppt/notesSlides/notesSlide7.xml" Id="Re20704cbaa304de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aaa450e10b4ffa" /><Relationship Type="http://schemas.openxmlformats.org/officeDocument/2006/relationships/image" Target="/ppt/media/image5.png" Id="R7344b0fa328d4c54" /><Relationship Type="http://schemas.openxmlformats.org/officeDocument/2006/relationships/image" Target="/ppt/media/image6.png" Id="Rc7f453c2cd9445ac" /><Relationship Type="http://schemas.openxmlformats.org/officeDocument/2006/relationships/image" Target="/ppt/media/image2.png" Id="R075a32331ae7484a" /><Relationship Type="http://schemas.openxmlformats.org/officeDocument/2006/relationships/notesSlide" Target="/ppt/notesSlides/notesSlide8.xml" Id="R38c256cf274a49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8af19fc5c14b85" /><Relationship Type="http://schemas.openxmlformats.org/officeDocument/2006/relationships/image" Target="/ppt/media/image5.png" Id="R4bdc5a63b3c54415" /><Relationship Type="http://schemas.openxmlformats.org/officeDocument/2006/relationships/image" Target="/ppt/media/image6.png" Id="R6c0da534e8f84d4f" /><Relationship Type="http://schemas.openxmlformats.org/officeDocument/2006/relationships/image" Target="/ppt/media/image2.png" Id="Rfbf9f62a71824b1b" /><Relationship Type="http://schemas.openxmlformats.org/officeDocument/2006/relationships/notesSlide" Target="/ppt/notesSlides/notesSlide9.xml" Id="Rf3f5f1f976e143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992c13b10d431e" /><Relationship Type="http://schemas.openxmlformats.org/officeDocument/2006/relationships/image" Target="/ppt/media/image5.png" Id="R5082322786ba492f" /><Relationship Type="http://schemas.openxmlformats.org/officeDocument/2006/relationships/image" Target="/ppt/media/image6.png" Id="Rd9116462eb6a44f3" /><Relationship Type="http://schemas.openxmlformats.org/officeDocument/2006/relationships/image" Target="/ppt/media/image2.png" Id="Rf9cc4377f7a04504" /><Relationship Type="http://schemas.openxmlformats.org/officeDocument/2006/relationships/notesSlide" Target="/ppt/notesSlides/notesSlide10.xml" Id="Rfe04c9dab51e4f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6bf88646b2465f" /><Relationship Type="http://schemas.openxmlformats.org/officeDocument/2006/relationships/image" Target="/ppt/media/image5.png" Id="Rd4fc83dff7944b60" /><Relationship Type="http://schemas.openxmlformats.org/officeDocument/2006/relationships/image" Target="/ppt/media/image6.png" Id="R8d1faeef818d4ca5" /><Relationship Type="http://schemas.openxmlformats.org/officeDocument/2006/relationships/image" Target="/ppt/media/image2.png" Id="R20d7ed4d80df4251" /><Relationship Type="http://schemas.openxmlformats.org/officeDocument/2006/relationships/notesSlide" Target="/ppt/notesSlides/notesSlide11.xml" Id="R6d65806761e54c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0a5fd095e74744" /><Relationship Type="http://schemas.openxmlformats.org/officeDocument/2006/relationships/image" Target="/ppt/media/image5.png" Id="Rb6ae4e4aca324e1f" /><Relationship Type="http://schemas.openxmlformats.org/officeDocument/2006/relationships/image" Target="/ppt/media/image6.png" Id="Rf74e1226d38c446e" /><Relationship Type="http://schemas.openxmlformats.org/officeDocument/2006/relationships/image" Target="/ppt/media/image2.png" Id="Rc7e715f8a0414cd8" /><Relationship Type="http://schemas.openxmlformats.org/officeDocument/2006/relationships/notesSlide" Target="/ppt/notesSlides/notesSlide12.xml" Id="R0e9a4a6305fd455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9fe42a109749ff" /><Relationship Type="http://schemas.openxmlformats.org/officeDocument/2006/relationships/image" Target="/ppt/media/image5.png" Id="Rf0441170f16c4959" /><Relationship Type="http://schemas.openxmlformats.org/officeDocument/2006/relationships/image" Target="/ppt/media/image6.png" Id="R336193814e7346af" /><Relationship Type="http://schemas.openxmlformats.org/officeDocument/2006/relationships/image" Target="/ppt/media/image2.png" Id="Rffdd62692d7149a2" /><Relationship Type="http://schemas.openxmlformats.org/officeDocument/2006/relationships/notesSlide" Target="/ppt/notesSlides/notesSlide13.xml" Id="R2ebaeb151e5a46d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9c098e4c06403f" /><Relationship Type="http://schemas.openxmlformats.org/officeDocument/2006/relationships/image" Target="/ppt/media/image5.png" Id="R04abd63e02d2467d" /><Relationship Type="http://schemas.openxmlformats.org/officeDocument/2006/relationships/image" Target="/ppt/media/image6.png" Id="R5b7613b0591045d4" /><Relationship Type="http://schemas.openxmlformats.org/officeDocument/2006/relationships/image" Target="/ppt/media/image2.png" Id="R7ef2cbb3071a40c0" /><Relationship Type="http://schemas.openxmlformats.org/officeDocument/2006/relationships/notesSlide" Target="/ppt/notesSlides/notesSlide14.xml" Id="Rb93d6ce04c344e0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1bbf610859422e" /><Relationship Type="http://schemas.openxmlformats.org/officeDocument/2006/relationships/image" Target="/ppt/media/image5.png" Id="Rd9091a2ca2e84ed2" /><Relationship Type="http://schemas.openxmlformats.org/officeDocument/2006/relationships/image" Target="/ppt/media/image6.png" Id="R92aebf4a732c4ea9" /><Relationship Type="http://schemas.openxmlformats.org/officeDocument/2006/relationships/image" Target="/ppt/media/image2.png" Id="R3b4de4f78e6d4a5e" /><Relationship Type="http://schemas.openxmlformats.org/officeDocument/2006/relationships/notesSlide" Target="/ppt/notesSlides/notesSlide15.xml" Id="R17f3f876c0d1486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6cb5ed066741a8" /><Relationship Type="http://schemas.openxmlformats.org/officeDocument/2006/relationships/image" Target="/ppt/media/image5.png" Id="Ra76926e70a574b62" /><Relationship Type="http://schemas.openxmlformats.org/officeDocument/2006/relationships/image" Target="/ppt/media/image6.png" Id="R728b960dc9a34238" /><Relationship Type="http://schemas.openxmlformats.org/officeDocument/2006/relationships/image" Target="/ppt/media/image2.png" Id="R5029a160c9a34f03" /><Relationship Type="http://schemas.openxmlformats.org/officeDocument/2006/relationships/notesSlide" Target="/ppt/notesSlides/notesSlide16.xml" Id="Ra20ff5918d5b4c2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34f41fdd274807" /><Relationship Type="http://schemas.openxmlformats.org/officeDocument/2006/relationships/image" Target="/ppt/media/image5.png" Id="R2137dba822dc4a3f" /><Relationship Type="http://schemas.openxmlformats.org/officeDocument/2006/relationships/image" Target="/ppt/media/image6.png" Id="R5e177a15d9374151" /><Relationship Type="http://schemas.openxmlformats.org/officeDocument/2006/relationships/image" Target="/ppt/media/image2.png" Id="Ra57709780d4d4ad3" /><Relationship Type="http://schemas.openxmlformats.org/officeDocument/2006/relationships/image" Target="/ppt/media/image9.png" Id="Ree131a30de7b4661" /><Relationship Type="http://schemas.openxmlformats.org/officeDocument/2006/relationships/notesSlide" Target="/ppt/notesSlides/notesSlide17.xml" Id="R45fea18301f24e1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38081d0e974f12" /><Relationship Type="http://schemas.openxmlformats.org/officeDocument/2006/relationships/image" Target="/ppt/media/image5.png" Id="Rf14932e4d5304e0b" /><Relationship Type="http://schemas.openxmlformats.org/officeDocument/2006/relationships/image" Target="/ppt/media/image6.png" Id="Rcedd38c43d2a4349" /><Relationship Type="http://schemas.openxmlformats.org/officeDocument/2006/relationships/image" Target="/ppt/media/image2.png" Id="Rfcccb0f4f486481d" /><Relationship Type="http://schemas.openxmlformats.org/officeDocument/2006/relationships/image" Target="/ppt/media/image10.png" Id="R43b0d6a5a48b4ae6" /><Relationship Type="http://schemas.openxmlformats.org/officeDocument/2006/relationships/notesSlide" Target="/ppt/notesSlides/notesSlide18.xml" Id="Re36c795700ad49a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456980c2a74fa9" /><Relationship Type="http://schemas.openxmlformats.org/officeDocument/2006/relationships/image" Target="/ppt/media/image5.png" Id="R4e1cd44be52d441a" /><Relationship Type="http://schemas.openxmlformats.org/officeDocument/2006/relationships/image" Target="/ppt/media/image6.png" Id="Rf6dd94b470b04194" /><Relationship Type="http://schemas.openxmlformats.org/officeDocument/2006/relationships/image" Target="/ppt/media/image2.png" Id="R1796b0c3dcb14867" /><Relationship Type="http://schemas.openxmlformats.org/officeDocument/2006/relationships/notesSlide" Target="/ppt/notesSlides/notesSlide19.xml" Id="R1df4150faded45f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169904087641be" /><Relationship Type="http://schemas.openxmlformats.org/officeDocument/2006/relationships/image" Target="/ppt/media/image.jpeg" Id="R7dc67d255d6c4740" /><Relationship Type="http://schemas.openxmlformats.org/officeDocument/2006/relationships/image" Target="/ppt/media/image.png" Id="R0f4ef5de7d9b4737" /><Relationship Type="http://schemas.openxmlformats.org/officeDocument/2006/relationships/image" Target="/ppt/media/image3.png" Id="R61d3467ffb7b4348" /><Relationship Type="http://schemas.openxmlformats.org/officeDocument/2006/relationships/image" Target="/ppt/media/image4.png" Id="Re8aa75b1657e4604" /><Relationship Type="http://schemas.openxmlformats.org/officeDocument/2006/relationships/notesSlide" Target="/ppt/notesSlides/notesSlide20.xml" Id="R26d72bec7832461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">
            <a:extLst xmlns:a="http://schemas.openxmlformats.org/drawingml/2006/main">
              <a:ext uri="{FF2B5EF4-FFF2-40B4-BE49-F238E27FC236}">
                <a16:creationId xmlns:a16="http://schemas.microsoft.com/office/drawing/2014/main" id="{94FAF007-DB02-403E-B76D-D778ACDDB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A5E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" name="矩形">
            <a:extLst xmlns:a="http://schemas.openxmlformats.org/drawingml/2006/main">
              <a:ext uri="{FF2B5EF4-FFF2-40B4-BE49-F238E27FC236}">
                <a16:creationId xmlns:a16="http://schemas.microsoft.com/office/drawing/2014/main" id="{3222EB51-97A6-45D6-9C83-3E5FA770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83B82"/>
              </a:gs>
              <a:gs pos="56000">
                <a:srgbClr val="0869B8"/>
              </a:gs>
              <a:gs pos="100000">
                <a:srgbClr val="0B8ED6"/>
              </a:gs>
            </a:gsLst>
            <a:lin ang="8100000"/>
          </a:gra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" name="椭圆形">
            <a:extLst xmlns:a="http://schemas.openxmlformats.org/drawingml/2006/main">
              <a:ext uri="{FF2B5EF4-FFF2-40B4-BE49-F238E27FC236}">
                <a16:creationId xmlns:a16="http://schemas.microsoft.com/office/drawing/2014/main" id="{245CD217-5F4C-45A1-A9D2-EB8EE442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4476750"/>
            <a:ext cx="2476500" cy="2095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7058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" name="矩形">
            <a:extLst xmlns:a="http://schemas.openxmlformats.org/drawingml/2006/main">
              <a:ext uri="{FF2B5EF4-FFF2-40B4-BE49-F238E27FC236}">
                <a16:creationId xmlns:a16="http://schemas.microsoft.com/office/drawing/2014/main" id="{22C32F3E-35D1-4A92-BE7B-9A2EAA77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0"/>
            <a:ext cx="5810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4314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" name="矩形">
            <a:extLst xmlns:a="http://schemas.openxmlformats.org/drawingml/2006/main">
              <a:ext uri="{FF2B5EF4-FFF2-40B4-BE49-F238E27FC236}">
                <a16:creationId xmlns:a16="http://schemas.microsoft.com/office/drawing/2014/main" id="{10D3ACAA-2035-4098-B7FB-426299BBA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24765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B82">
              <a:alpha val="8000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5" name="image2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851887b1f84c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459205"/>
            <a:ext cx="2428875" cy="681793"/>
          </a:xfrm>
          <a:prstGeom xmlns:a="http://schemas.openxmlformats.org/drawingml/2006/main" prst="rect">
            <a:avLst/>
          </a:prstGeom>
        </p:spPr>
      </p:pic>
      <p:sp>
        <p:nvSpPr>
          <p:cNvPr id="26" name="矩形">
            <a:extLst xmlns:a="http://schemas.openxmlformats.org/drawingml/2006/main">
              <a:ext uri="{FF2B5EF4-FFF2-40B4-BE49-F238E27FC236}">
                <a16:creationId xmlns:a16="http://schemas.microsoft.com/office/drawing/2014/main" id="{C04CE29D-832C-4568-A463-756986F5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4"/>
            <a:ext cx="5810250" cy="12192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7" name="基于大模型驱动的 Agent 协作…">
            <a:extLst xmlns:a="http://schemas.openxmlformats.org/drawingml/2006/main">
              <a:ext uri="{FF2B5EF4-FFF2-40B4-BE49-F238E27FC236}">
                <a16:creationId xmlns:a16="http://schemas.microsoft.com/office/drawing/2014/main" id="{04DF1BF5-08F6-42EF-89CC-FBE1B438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3"/>
            <a:ext cx="5810250" cy="1066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基于大模型驱动的 Agent 协作</a:t>
            </a:r>
          </a:p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新一代蛋白质设计系统开发</a:t>
            </a:r>
          </a:p>
        </p:txBody>
      </p:sp>
      <p:sp>
        <p:nvSpPr>
          <p:cNvPr id="28" name="矩形">
            <a:extLst xmlns:a="http://schemas.openxmlformats.org/drawingml/2006/main">
              <a:ext uri="{FF2B5EF4-FFF2-40B4-BE49-F238E27FC236}">
                <a16:creationId xmlns:a16="http://schemas.microsoft.com/office/drawing/2014/main" id="{5CC0A2ED-CE59-4230-A58A-FE42AD0B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81375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32D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9" name="矩形">
            <a:extLst xmlns:a="http://schemas.openxmlformats.org/drawingml/2006/main">
              <a:ext uri="{FF2B5EF4-FFF2-40B4-BE49-F238E27FC236}">
                <a16:creationId xmlns:a16="http://schemas.microsoft.com/office/drawing/2014/main" id="{2C7CB6C7-56A8-47E6-8184-A62B1A5D3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498"/>
            <a:ext cx="3810000" cy="3048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D9EC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0" name="毕业设计答辩 | 软件工程">
            <a:extLst xmlns:a="http://schemas.openxmlformats.org/drawingml/2006/main">
              <a:ext uri="{FF2B5EF4-FFF2-40B4-BE49-F238E27FC236}">
                <a16:creationId xmlns:a16="http://schemas.microsoft.com/office/drawing/2014/main" id="{5FD79CD6-988C-4F9C-AB01-D0896A039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498"/>
            <a:ext cx="3810000" cy="266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500" b="1">
                <a:solidFill>
                  <a:srgbClr val="D9EC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毕业设计答辩 | 软件工程</a:t>
            </a:r>
          </a:p>
        </p:txBody>
      </p:sp>
      <p:sp>
        <p:nvSpPr>
          <p:cNvPr id="31" name="矩形">
            <a:extLst xmlns:a="http://schemas.openxmlformats.org/drawingml/2006/main">
              <a:ext uri="{FF2B5EF4-FFF2-40B4-BE49-F238E27FC236}">
                <a16:creationId xmlns:a16="http://schemas.microsoft.com/office/drawing/2014/main" id="{00FD6386-D116-4507-9714-10A5B10F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48"/>
            <a:ext cx="4095750" cy="11049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2" name="郑彦文  2022112879…">
            <a:extLst xmlns:a="http://schemas.openxmlformats.org/drawingml/2006/main">
              <a:ext uri="{FF2B5EF4-FFF2-40B4-BE49-F238E27FC236}">
                <a16:creationId xmlns:a16="http://schemas.microsoft.com/office/drawing/2014/main" id="{57E946A7-2F1C-4094-A45A-40AC6102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48"/>
            <a:ext cx="4095750" cy="1016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t>郑彦文  2022112879</a:t>
            </a:r>
          </a:p>
          <a:p xmlns:a="http://schemas.openxmlformats.org/drawingml/2006/main">
            <a:pPr>
              <a:buNone/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t>指导教师：陈源龙</a:t>
            </a:r>
          </a:p>
          <a:p xmlns:a="http://schemas.openxmlformats.org/drawingml/2006/main">
            <a:pPr>
              <a:buNone/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t>哈尔滨工业大学 计算学部</a:t>
            </a:r>
          </a:p>
          <a:p xmlns:a="http://schemas.openxmlformats.org/drawingml/2006/main">
            <a:pPr>
              <a:buNone/>
              <a:defRPr sz="1400">
                <a:solidFill>
                  <a:srgbClr val="FFFFFF">
                    <a:alpha val="90196"/>
                  </a:srgbClr>
                </a:solidFill>
                <a:latin typeface="Microsoft YaHei"/>
                <a:ea typeface="Microsoft YaHei"/>
                <a:cs typeface="Microsoft YaHei"/>
              </a:defRPr>
            </a:pPr>
            <a:r>
              <a:t>2026年5月26日</a:t>
            </a:r>
          </a:p>
        </p:txBody>
      </p:sp>
      <p:sp>
        <p:nvSpPr>
          <p:cNvPr id="33" name="矩形">
            <a:extLst xmlns:a="http://schemas.openxmlformats.org/drawingml/2006/main">
              <a:ext uri="{FF2B5EF4-FFF2-40B4-BE49-F238E27FC236}">
                <a16:creationId xmlns:a16="http://schemas.microsoft.com/office/drawing/2014/main" id="{46B6164C-3B7B-4E5E-B23C-087E7879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4" name="矩形">
            <a:extLst xmlns:a="http://schemas.openxmlformats.org/drawingml/2006/main">
              <a:ext uri="{FF2B5EF4-FFF2-40B4-BE49-F238E27FC236}">
                <a16:creationId xmlns:a16="http://schemas.microsoft.com/office/drawing/2014/main" id="{1A97C7E9-2205-4E0C-B71E-78358AE7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" name="矩形">
            <a:extLst xmlns:a="http://schemas.openxmlformats.org/drawingml/2006/main">
              <a:ext uri="{FF2B5EF4-FFF2-40B4-BE49-F238E27FC236}">
                <a16:creationId xmlns:a16="http://schemas.microsoft.com/office/drawing/2014/main" id="{A3C1FB59-7B87-47C4-9D4C-1369E739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" name="矩形">
            <a:extLst xmlns:a="http://schemas.openxmlformats.org/drawingml/2006/main">
              <a:ext uri="{FF2B5EF4-FFF2-40B4-BE49-F238E27FC236}">
                <a16:creationId xmlns:a16="http://schemas.microsoft.com/office/drawing/2014/main" id="{A5725666-B254-48D3-97D9-5CB08227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" name="矩形">
            <a:extLst xmlns:a="http://schemas.openxmlformats.org/drawingml/2006/main">
              <a:ext uri="{FF2B5EF4-FFF2-40B4-BE49-F238E27FC236}">
                <a16:creationId xmlns:a16="http://schemas.microsoft.com/office/drawing/2014/main" id="{71B6D2CC-2B63-4776-9395-C27C901C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" name="矩形">
            <a:extLst xmlns:a="http://schemas.openxmlformats.org/drawingml/2006/main">
              <a:ext uri="{FF2B5EF4-FFF2-40B4-BE49-F238E27FC236}">
                <a16:creationId xmlns:a16="http://schemas.microsoft.com/office/drawing/2014/main" id="{D90F575C-5AF0-4E11-9B68-8DF24D02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" name="矩形">
            <a:extLst xmlns:a="http://schemas.openxmlformats.org/drawingml/2006/main">
              <a:ext uri="{FF2B5EF4-FFF2-40B4-BE49-F238E27FC236}">
                <a16:creationId xmlns:a16="http://schemas.microsoft.com/office/drawing/2014/main" id="{268329B3-279C-4779-827B-C3A26A26B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" name="矩形">
            <a:extLst xmlns:a="http://schemas.openxmlformats.org/drawingml/2006/main">
              <a:ext uri="{FF2B5EF4-FFF2-40B4-BE49-F238E27FC236}">
                <a16:creationId xmlns:a16="http://schemas.microsoft.com/office/drawing/2014/main" id="{318A49A2-E4B6-4419-BC25-DCC64FCA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1" name="矩形">
            <a:extLst xmlns:a="http://schemas.openxmlformats.org/drawingml/2006/main">
              <a:ext uri="{FF2B5EF4-FFF2-40B4-BE49-F238E27FC236}">
                <a16:creationId xmlns:a16="http://schemas.microsoft.com/office/drawing/2014/main" id="{82979AC8-093A-4145-8253-B482F893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2" name="矩形">
            <a:extLst xmlns:a="http://schemas.openxmlformats.org/drawingml/2006/main">
              <a:ext uri="{FF2B5EF4-FFF2-40B4-BE49-F238E27FC236}">
                <a16:creationId xmlns:a16="http://schemas.microsoft.com/office/drawing/2014/main" id="{5DB23D5E-38A5-40BC-B246-C1F16111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3" name="矩形">
            <a:extLst xmlns:a="http://schemas.openxmlformats.org/drawingml/2006/main">
              <a:ext uri="{FF2B5EF4-FFF2-40B4-BE49-F238E27FC236}">
                <a16:creationId xmlns:a16="http://schemas.microsoft.com/office/drawing/2014/main" id="{BCCFE730-D936-4925-AC5F-9CF1AA26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" name="矩形">
            <a:extLst xmlns:a="http://schemas.openxmlformats.org/drawingml/2006/main">
              <a:ext uri="{FF2B5EF4-FFF2-40B4-BE49-F238E27FC236}">
                <a16:creationId xmlns:a16="http://schemas.microsoft.com/office/drawing/2014/main" id="{3334BE43-83A0-4CA8-8472-42E416BE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" name="矩形">
            <a:extLst xmlns:a="http://schemas.openxmlformats.org/drawingml/2006/main">
              <a:ext uri="{FF2B5EF4-FFF2-40B4-BE49-F238E27FC236}">
                <a16:creationId xmlns:a16="http://schemas.microsoft.com/office/drawing/2014/main" id="{95253FC5-FB78-45CB-A652-63735933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" name="矩形">
            <a:extLst xmlns:a="http://schemas.openxmlformats.org/drawingml/2006/main">
              <a:ext uri="{FF2B5EF4-FFF2-40B4-BE49-F238E27FC236}">
                <a16:creationId xmlns:a16="http://schemas.microsoft.com/office/drawing/2014/main" id="{2C6E0AB7-8A61-4BD9-8F44-4F14F6BD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" name="矩形">
            <a:extLst xmlns:a="http://schemas.openxmlformats.org/drawingml/2006/main">
              <a:ext uri="{FF2B5EF4-FFF2-40B4-BE49-F238E27FC236}">
                <a16:creationId xmlns:a16="http://schemas.microsoft.com/office/drawing/2014/main" id="{986EF740-BC98-4ABB-9A85-4A70A536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" name="矩形">
            <a:extLst xmlns:a="http://schemas.openxmlformats.org/drawingml/2006/main">
              <a:ext uri="{FF2B5EF4-FFF2-40B4-BE49-F238E27FC236}">
                <a16:creationId xmlns:a16="http://schemas.microsoft.com/office/drawing/2014/main" id="{4B8C7110-44AD-4841-BA77-1B2E35C1A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" name="矩形">
            <a:extLst xmlns:a="http://schemas.openxmlformats.org/drawingml/2006/main">
              <a:ext uri="{FF2B5EF4-FFF2-40B4-BE49-F238E27FC236}">
                <a16:creationId xmlns:a16="http://schemas.microsoft.com/office/drawing/2014/main" id="{DBF5A149-3449-4FB0-99DA-F4E2FE9C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0" name="矩形">
            <a:extLst xmlns:a="http://schemas.openxmlformats.org/drawingml/2006/main">
              <a:ext uri="{FF2B5EF4-FFF2-40B4-BE49-F238E27FC236}">
                <a16:creationId xmlns:a16="http://schemas.microsoft.com/office/drawing/2014/main" id="{C0B5EF16-F3C7-44B6-A185-A0142718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1" name="矩形">
            <a:extLst xmlns:a="http://schemas.openxmlformats.org/drawingml/2006/main">
              <a:ext uri="{FF2B5EF4-FFF2-40B4-BE49-F238E27FC236}">
                <a16:creationId xmlns:a16="http://schemas.microsoft.com/office/drawing/2014/main" id="{99EC9478-F1A8-46EC-8BF3-85CEDDD2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2" name="矩形">
            <a:extLst xmlns:a="http://schemas.openxmlformats.org/drawingml/2006/main">
              <a:ext uri="{FF2B5EF4-FFF2-40B4-BE49-F238E27FC236}">
                <a16:creationId xmlns:a16="http://schemas.microsoft.com/office/drawing/2014/main" id="{AEB904A8-E21D-4769-8A82-C16AE6DC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3" name="矩形">
            <a:extLst xmlns:a="http://schemas.openxmlformats.org/drawingml/2006/main">
              <a:ext uri="{FF2B5EF4-FFF2-40B4-BE49-F238E27FC236}">
                <a16:creationId xmlns:a16="http://schemas.microsoft.com/office/drawing/2014/main" id="{F914ECC5-E4F0-44B0-9D5F-09ACBA81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4" name="矩形">
            <a:extLst xmlns:a="http://schemas.openxmlformats.org/drawingml/2006/main">
              <a:ext uri="{FF2B5EF4-FFF2-40B4-BE49-F238E27FC236}">
                <a16:creationId xmlns:a16="http://schemas.microsoft.com/office/drawing/2014/main" id="{4F5FE856-651C-4562-87B5-94003F33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5" name="矩形">
            <a:extLst xmlns:a="http://schemas.openxmlformats.org/drawingml/2006/main">
              <a:ext uri="{FF2B5EF4-FFF2-40B4-BE49-F238E27FC236}">
                <a16:creationId xmlns:a16="http://schemas.microsoft.com/office/drawing/2014/main" id="{E77EAE4E-53B0-4CD9-ACE9-15842D73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6" name="矩形">
            <a:extLst xmlns:a="http://schemas.openxmlformats.org/drawingml/2006/main">
              <a:ext uri="{FF2B5EF4-FFF2-40B4-BE49-F238E27FC236}">
                <a16:creationId xmlns:a16="http://schemas.microsoft.com/office/drawing/2014/main" id="{66D862A8-8A09-45DD-9B5B-322B22FB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7" name="矩形">
            <a:extLst xmlns:a="http://schemas.openxmlformats.org/drawingml/2006/main">
              <a:ext uri="{FF2B5EF4-FFF2-40B4-BE49-F238E27FC236}">
                <a16:creationId xmlns:a16="http://schemas.microsoft.com/office/drawing/2014/main" id="{8F9911D0-DAF6-437B-AAD4-C7E57101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8" name="矩形">
            <a:extLst xmlns:a="http://schemas.openxmlformats.org/drawingml/2006/main">
              <a:ext uri="{FF2B5EF4-FFF2-40B4-BE49-F238E27FC236}">
                <a16:creationId xmlns:a16="http://schemas.microsoft.com/office/drawing/2014/main" id="{76A15307-3F2A-41AE-85D0-38F95DBE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" name="矩形">
            <a:extLst xmlns:a="http://schemas.openxmlformats.org/drawingml/2006/main">
              <a:ext uri="{FF2B5EF4-FFF2-40B4-BE49-F238E27FC236}">
                <a16:creationId xmlns:a16="http://schemas.microsoft.com/office/drawing/2014/main" id="{1CB62CEA-0D75-41C9-ADF8-FCE69282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" name="矩形">
            <a:extLst xmlns:a="http://schemas.openxmlformats.org/drawingml/2006/main">
              <a:ext uri="{FF2B5EF4-FFF2-40B4-BE49-F238E27FC236}">
                <a16:creationId xmlns:a16="http://schemas.microsoft.com/office/drawing/2014/main" id="{55DA1DBD-548E-41CF-9788-D81F1830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" name="矩形">
            <a:extLst xmlns:a="http://schemas.openxmlformats.org/drawingml/2006/main">
              <a:ext uri="{FF2B5EF4-FFF2-40B4-BE49-F238E27FC236}">
                <a16:creationId xmlns:a16="http://schemas.microsoft.com/office/drawing/2014/main" id="{EA2C0EE9-C09C-4CB4-BC96-167230E4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" name="矩形">
            <a:extLst xmlns:a="http://schemas.openxmlformats.org/drawingml/2006/main">
              <a:ext uri="{FF2B5EF4-FFF2-40B4-BE49-F238E27FC236}">
                <a16:creationId xmlns:a16="http://schemas.microsoft.com/office/drawing/2014/main" id="{C0651477-73E5-4B71-BF3F-83BB50C8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" name="矩形">
            <a:extLst xmlns:a="http://schemas.openxmlformats.org/drawingml/2006/main">
              <a:ext uri="{FF2B5EF4-FFF2-40B4-BE49-F238E27FC236}">
                <a16:creationId xmlns:a16="http://schemas.microsoft.com/office/drawing/2014/main" id="{66FC08C5-AC8F-4D5C-929A-EB16CAB5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" name="矩形">
            <a:extLst xmlns:a="http://schemas.openxmlformats.org/drawingml/2006/main">
              <a:ext uri="{FF2B5EF4-FFF2-40B4-BE49-F238E27FC236}">
                <a16:creationId xmlns:a16="http://schemas.microsoft.com/office/drawing/2014/main" id="{C16285AC-92C1-429E-B621-968FAFF8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5" name="矩形">
            <a:extLst xmlns:a="http://schemas.openxmlformats.org/drawingml/2006/main">
              <a:ext uri="{FF2B5EF4-FFF2-40B4-BE49-F238E27FC236}">
                <a16:creationId xmlns:a16="http://schemas.microsoft.com/office/drawing/2014/main" id="{67112AFF-73CB-4020-B772-D271761B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6" name="矩形">
            <a:extLst xmlns:a="http://schemas.openxmlformats.org/drawingml/2006/main">
              <a:ext uri="{FF2B5EF4-FFF2-40B4-BE49-F238E27FC236}">
                <a16:creationId xmlns:a16="http://schemas.microsoft.com/office/drawing/2014/main" id="{837ACEE1-2D00-41B6-8ECE-4E37C2A4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7" name="矩形">
            <a:extLst xmlns:a="http://schemas.openxmlformats.org/drawingml/2006/main">
              <a:ext uri="{FF2B5EF4-FFF2-40B4-BE49-F238E27FC236}">
                <a16:creationId xmlns:a16="http://schemas.microsoft.com/office/drawing/2014/main" id="{8C398302-E184-42E2-B0E9-3FA64638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8" name="矩形">
            <a:extLst xmlns:a="http://schemas.openxmlformats.org/drawingml/2006/main">
              <a:ext uri="{FF2B5EF4-FFF2-40B4-BE49-F238E27FC236}">
                <a16:creationId xmlns:a16="http://schemas.microsoft.com/office/drawing/2014/main" id="{A0C8F66E-A475-43E6-8E5B-056B3AB8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" name="矩形">
            <a:extLst xmlns:a="http://schemas.openxmlformats.org/drawingml/2006/main">
              <a:ext uri="{FF2B5EF4-FFF2-40B4-BE49-F238E27FC236}">
                <a16:creationId xmlns:a16="http://schemas.microsoft.com/office/drawing/2014/main" id="{65F0A57C-2639-49D3-84C8-E5F2727A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" name="矩形">
            <a:extLst xmlns:a="http://schemas.openxmlformats.org/drawingml/2006/main">
              <a:ext uri="{FF2B5EF4-FFF2-40B4-BE49-F238E27FC236}">
                <a16:creationId xmlns:a16="http://schemas.microsoft.com/office/drawing/2014/main" id="{3928CA66-C398-4B52-B9DB-52435ADD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" name="矩形">
            <a:extLst xmlns:a="http://schemas.openxmlformats.org/drawingml/2006/main">
              <a:ext uri="{FF2B5EF4-FFF2-40B4-BE49-F238E27FC236}">
                <a16:creationId xmlns:a16="http://schemas.microsoft.com/office/drawing/2014/main" id="{AF3E2829-C655-4A16-AC91-535B3CCC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" name="矩形">
            <a:extLst xmlns:a="http://schemas.openxmlformats.org/drawingml/2006/main">
              <a:ext uri="{FF2B5EF4-FFF2-40B4-BE49-F238E27FC236}">
                <a16:creationId xmlns:a16="http://schemas.microsoft.com/office/drawing/2014/main" id="{D8322F87-AE1B-41A8-AA31-65C295C9F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" name="矩形">
            <a:extLst xmlns:a="http://schemas.openxmlformats.org/drawingml/2006/main">
              <a:ext uri="{FF2B5EF4-FFF2-40B4-BE49-F238E27FC236}">
                <a16:creationId xmlns:a16="http://schemas.microsoft.com/office/drawing/2014/main" id="{70D08C56-11A9-43E7-8859-079FF880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" name="矩形">
            <a:extLst xmlns:a="http://schemas.openxmlformats.org/drawingml/2006/main">
              <a:ext uri="{FF2B5EF4-FFF2-40B4-BE49-F238E27FC236}">
                <a16:creationId xmlns:a16="http://schemas.microsoft.com/office/drawing/2014/main" id="{E8454CBB-3A29-49FF-9485-EB816D05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5" name="矩形">
            <a:extLst xmlns:a="http://schemas.openxmlformats.org/drawingml/2006/main">
              <a:ext uri="{FF2B5EF4-FFF2-40B4-BE49-F238E27FC236}">
                <a16:creationId xmlns:a16="http://schemas.microsoft.com/office/drawing/2014/main" id="{15AFF255-8E37-42D5-8AC0-F0FEBBAA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6" name="矩形">
            <a:extLst xmlns:a="http://schemas.openxmlformats.org/drawingml/2006/main">
              <a:ext uri="{FF2B5EF4-FFF2-40B4-BE49-F238E27FC236}">
                <a16:creationId xmlns:a16="http://schemas.microsoft.com/office/drawing/2014/main" id="{FBDB5961-94F6-4C08-A63B-58330195E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7" name="矩形">
            <a:extLst xmlns:a="http://schemas.openxmlformats.org/drawingml/2006/main">
              <a:ext uri="{FF2B5EF4-FFF2-40B4-BE49-F238E27FC236}">
                <a16:creationId xmlns:a16="http://schemas.microsoft.com/office/drawing/2014/main" id="{59818784-7728-420C-AB12-B541BBB7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8" name="矩形">
            <a:extLst xmlns:a="http://schemas.openxmlformats.org/drawingml/2006/main">
              <a:ext uri="{FF2B5EF4-FFF2-40B4-BE49-F238E27FC236}">
                <a16:creationId xmlns:a16="http://schemas.microsoft.com/office/drawing/2014/main" id="{670CCF2A-8DE6-4A61-A145-AFBDD9A9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9" name="矩形">
            <a:extLst xmlns:a="http://schemas.openxmlformats.org/drawingml/2006/main">
              <a:ext uri="{FF2B5EF4-FFF2-40B4-BE49-F238E27FC236}">
                <a16:creationId xmlns:a16="http://schemas.microsoft.com/office/drawing/2014/main" id="{ABFACC82-FF1C-4318-B989-C553C070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0" name="矩形">
            <a:extLst xmlns:a="http://schemas.openxmlformats.org/drawingml/2006/main">
              <a:ext uri="{FF2B5EF4-FFF2-40B4-BE49-F238E27FC236}">
                <a16:creationId xmlns:a16="http://schemas.microsoft.com/office/drawing/2014/main" id="{19940849-2A00-4FB8-AE41-20A26554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1" name="矩形">
            <a:extLst xmlns:a="http://schemas.openxmlformats.org/drawingml/2006/main">
              <a:ext uri="{FF2B5EF4-FFF2-40B4-BE49-F238E27FC236}">
                <a16:creationId xmlns:a16="http://schemas.microsoft.com/office/drawing/2014/main" id="{F7F2AAE9-64D5-4B52-847A-2EA1ADB4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" name="矩形">
            <a:extLst xmlns:a="http://schemas.openxmlformats.org/drawingml/2006/main">
              <a:ext uri="{FF2B5EF4-FFF2-40B4-BE49-F238E27FC236}">
                <a16:creationId xmlns:a16="http://schemas.microsoft.com/office/drawing/2014/main" id="{20E2048F-E61E-4267-98EC-491A497BE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" name="矩形">
            <a:extLst xmlns:a="http://schemas.openxmlformats.org/drawingml/2006/main">
              <a:ext uri="{FF2B5EF4-FFF2-40B4-BE49-F238E27FC236}">
                <a16:creationId xmlns:a16="http://schemas.microsoft.com/office/drawing/2014/main" id="{E2C288C5-6A7B-47F4-BED7-8B4F7F2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" name="矩形">
            <a:extLst xmlns:a="http://schemas.openxmlformats.org/drawingml/2006/main">
              <a:ext uri="{FF2B5EF4-FFF2-40B4-BE49-F238E27FC236}">
                <a16:creationId xmlns:a16="http://schemas.microsoft.com/office/drawing/2014/main" id="{08173AF5-D7EB-476F-B8DC-8A51AD7B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" name="矩形">
            <a:extLst xmlns:a="http://schemas.openxmlformats.org/drawingml/2006/main">
              <a:ext uri="{FF2B5EF4-FFF2-40B4-BE49-F238E27FC236}">
                <a16:creationId xmlns:a16="http://schemas.microsoft.com/office/drawing/2014/main" id="{D34E4382-A9C9-4C41-A666-E8446FFF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" name="矩形">
            <a:extLst xmlns:a="http://schemas.openxmlformats.org/drawingml/2006/main">
              <a:ext uri="{FF2B5EF4-FFF2-40B4-BE49-F238E27FC236}">
                <a16:creationId xmlns:a16="http://schemas.microsoft.com/office/drawing/2014/main" id="{046F30B8-4366-4A0D-A5BA-9FCF8207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" name="矩形">
            <a:extLst xmlns:a="http://schemas.openxmlformats.org/drawingml/2006/main">
              <a:ext uri="{FF2B5EF4-FFF2-40B4-BE49-F238E27FC236}">
                <a16:creationId xmlns:a16="http://schemas.microsoft.com/office/drawing/2014/main" id="{D5CBF5BF-91EE-491B-A184-50121680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8" name="矩形">
            <a:extLst xmlns:a="http://schemas.openxmlformats.org/drawingml/2006/main">
              <a:ext uri="{FF2B5EF4-FFF2-40B4-BE49-F238E27FC236}">
                <a16:creationId xmlns:a16="http://schemas.microsoft.com/office/drawing/2014/main" id="{D9800B76-0F70-4FAC-BFBD-60AFF9F6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9" name="矩形">
            <a:extLst xmlns:a="http://schemas.openxmlformats.org/drawingml/2006/main">
              <a:ext uri="{FF2B5EF4-FFF2-40B4-BE49-F238E27FC236}">
                <a16:creationId xmlns:a16="http://schemas.microsoft.com/office/drawing/2014/main" id="{DC09F681-8368-4037-AB71-9F5C9F02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0" name="矩形">
            <a:extLst xmlns:a="http://schemas.openxmlformats.org/drawingml/2006/main">
              <a:ext uri="{FF2B5EF4-FFF2-40B4-BE49-F238E27FC236}">
                <a16:creationId xmlns:a16="http://schemas.microsoft.com/office/drawing/2014/main" id="{091FD4F7-47CB-4984-A1D4-7FB8C64F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1" name="矩形">
            <a:extLst xmlns:a="http://schemas.openxmlformats.org/drawingml/2006/main">
              <a:ext uri="{FF2B5EF4-FFF2-40B4-BE49-F238E27FC236}">
                <a16:creationId xmlns:a16="http://schemas.microsoft.com/office/drawing/2014/main" id="{98A30003-3CD3-4216-9D58-0B459253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2" name="矩形">
            <a:extLst xmlns:a="http://schemas.openxmlformats.org/drawingml/2006/main">
              <a:ext uri="{FF2B5EF4-FFF2-40B4-BE49-F238E27FC236}">
                <a16:creationId xmlns:a16="http://schemas.microsoft.com/office/drawing/2014/main" id="{43E8DDA9-3C92-4868-9073-1FB63B30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3" name="矩形">
            <a:extLst xmlns:a="http://schemas.openxmlformats.org/drawingml/2006/main">
              <a:ext uri="{FF2B5EF4-FFF2-40B4-BE49-F238E27FC236}">
                <a16:creationId xmlns:a16="http://schemas.microsoft.com/office/drawing/2014/main" id="{BEB4E36E-1E43-4A13-BD5B-9A035E34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" name="矩形">
            <a:extLst xmlns:a="http://schemas.openxmlformats.org/drawingml/2006/main">
              <a:ext uri="{FF2B5EF4-FFF2-40B4-BE49-F238E27FC236}">
                <a16:creationId xmlns:a16="http://schemas.microsoft.com/office/drawing/2014/main" id="{9A323429-CEDB-4870-B227-EBD0C4E3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" name="矩形">
            <a:extLst xmlns:a="http://schemas.openxmlformats.org/drawingml/2006/main">
              <a:ext uri="{FF2B5EF4-FFF2-40B4-BE49-F238E27FC236}">
                <a16:creationId xmlns:a16="http://schemas.microsoft.com/office/drawing/2014/main" id="{3C37418C-FF24-4B1B-AC1B-7AA6CCF9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" name="矩形">
            <a:extLst xmlns:a="http://schemas.openxmlformats.org/drawingml/2006/main">
              <a:ext uri="{FF2B5EF4-FFF2-40B4-BE49-F238E27FC236}">
                <a16:creationId xmlns:a16="http://schemas.microsoft.com/office/drawing/2014/main" id="{2F606681-F79D-4628-9D44-6C612184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" name="矩形">
            <a:extLst xmlns:a="http://schemas.openxmlformats.org/drawingml/2006/main">
              <a:ext uri="{FF2B5EF4-FFF2-40B4-BE49-F238E27FC236}">
                <a16:creationId xmlns:a16="http://schemas.microsoft.com/office/drawing/2014/main" id="{1DE78BC9-A87A-4A71-A890-7BDAEA3C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" name="矩形">
            <a:extLst xmlns:a="http://schemas.openxmlformats.org/drawingml/2006/main">
              <a:ext uri="{FF2B5EF4-FFF2-40B4-BE49-F238E27FC236}">
                <a16:creationId xmlns:a16="http://schemas.microsoft.com/office/drawing/2014/main" id="{CC84461D-D670-4A42-ACBC-82E3ABA0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" name="矩形">
            <a:extLst xmlns:a="http://schemas.openxmlformats.org/drawingml/2006/main">
              <a:ext uri="{FF2B5EF4-FFF2-40B4-BE49-F238E27FC236}">
                <a16:creationId xmlns:a16="http://schemas.microsoft.com/office/drawing/2014/main" id="{518A5D2B-1B44-4868-920E-5DF00857C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6667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00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d7dc0ed05949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pic>
        <p:nvPicPr>
          <p:cNvPr id="101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0627611d64a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21439852">
            <a:off x="7231466" y="383006"/>
            <a:ext cx="5432670" cy="6574050"/>
          </a:xfrm>
          <a:prstGeom xmlns:a="http://schemas.openxmlformats.org/drawingml/2006/main" prst="rect">
            <a:avLst/>
          </a:prstGeom>
        </p:spPr>
      </p:pic>
      <p:pic>
        <p:nvPicPr>
          <p:cNvPr id="102" name="Picture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915e0b7884b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21416039">
            <a:off x="7033782" y="412787"/>
            <a:ext cx="5601041" cy="650148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55243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矩形">
            <a:extLst xmlns:a="http://schemas.openxmlformats.org/drawingml/2006/main">
              <a:ext uri="{FF2B5EF4-FFF2-40B4-BE49-F238E27FC236}">
                <a16:creationId xmlns:a16="http://schemas.microsoft.com/office/drawing/2014/main" id="{D216FB55-BA9A-462D-9A11-7C05BDF1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05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ca3d0a2d746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106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34431a4e9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107" name="矩形">
            <a:extLst xmlns:a="http://schemas.openxmlformats.org/drawingml/2006/main">
              <a:ext uri="{FF2B5EF4-FFF2-40B4-BE49-F238E27FC236}">
                <a16:creationId xmlns:a16="http://schemas.microsoft.com/office/drawing/2014/main" id="{64D9D943-871C-4904-803D-A5F58552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8" name="矩形">
            <a:extLst xmlns:a="http://schemas.openxmlformats.org/drawingml/2006/main">
              <a:ext uri="{FF2B5EF4-FFF2-40B4-BE49-F238E27FC236}">
                <a16:creationId xmlns:a16="http://schemas.microsoft.com/office/drawing/2014/main" id="{B61EF1AE-88AE-49D3-AEED-7F8DF4B6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" name="矩形">
            <a:extLst xmlns:a="http://schemas.openxmlformats.org/drawingml/2006/main">
              <a:ext uri="{FF2B5EF4-FFF2-40B4-BE49-F238E27FC236}">
                <a16:creationId xmlns:a16="http://schemas.microsoft.com/office/drawing/2014/main" id="{0BC5ED52-F93C-4A6B-A136-9AE6A286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" name="矩形">
            <a:extLst xmlns:a="http://schemas.openxmlformats.org/drawingml/2006/main">
              <a:ext uri="{FF2B5EF4-FFF2-40B4-BE49-F238E27FC236}">
                <a16:creationId xmlns:a16="http://schemas.microsoft.com/office/drawing/2014/main" id="{0B6CCBAE-6A52-4249-A5A0-02CE4607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" name="矩形">
            <a:extLst xmlns:a="http://schemas.openxmlformats.org/drawingml/2006/main">
              <a:ext uri="{FF2B5EF4-FFF2-40B4-BE49-F238E27FC236}">
                <a16:creationId xmlns:a16="http://schemas.microsoft.com/office/drawing/2014/main" id="{EB8EDEE4-0629-4EE3-89D8-390ED0C9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" name="矩形">
            <a:extLst xmlns:a="http://schemas.openxmlformats.org/drawingml/2006/main">
              <a:ext uri="{FF2B5EF4-FFF2-40B4-BE49-F238E27FC236}">
                <a16:creationId xmlns:a16="http://schemas.microsoft.com/office/drawing/2014/main" id="{B9A2D19D-0471-451D-8CD5-2C0BE3E9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" name="矩形">
            <a:extLst xmlns:a="http://schemas.openxmlformats.org/drawingml/2006/main">
              <a:ext uri="{FF2B5EF4-FFF2-40B4-BE49-F238E27FC236}">
                <a16:creationId xmlns:a16="http://schemas.microsoft.com/office/drawing/2014/main" id="{B5E83291-4F79-4E85-A311-60722B9C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" name="矩形">
            <a:extLst xmlns:a="http://schemas.openxmlformats.org/drawingml/2006/main">
              <a:ext uri="{FF2B5EF4-FFF2-40B4-BE49-F238E27FC236}">
                <a16:creationId xmlns:a16="http://schemas.microsoft.com/office/drawing/2014/main" id="{FDCBA979-CE5A-47E6-8446-B6676AEE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5" name="矩形">
            <a:extLst xmlns:a="http://schemas.openxmlformats.org/drawingml/2006/main">
              <a:ext uri="{FF2B5EF4-FFF2-40B4-BE49-F238E27FC236}">
                <a16:creationId xmlns:a16="http://schemas.microsoft.com/office/drawing/2014/main" id="{E7BE14A4-F665-40F6-91C7-FC7192BA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6" name="矩形">
            <a:extLst xmlns:a="http://schemas.openxmlformats.org/drawingml/2006/main">
              <a:ext uri="{FF2B5EF4-FFF2-40B4-BE49-F238E27FC236}">
                <a16:creationId xmlns:a16="http://schemas.microsoft.com/office/drawing/2014/main" id="{91917ED6-1001-40DC-BE06-526969EC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7" name="矩形">
            <a:extLst xmlns:a="http://schemas.openxmlformats.org/drawingml/2006/main">
              <a:ext uri="{FF2B5EF4-FFF2-40B4-BE49-F238E27FC236}">
                <a16:creationId xmlns:a16="http://schemas.microsoft.com/office/drawing/2014/main" id="{45ABAFCD-14EB-4F9B-BC7D-D99FD54E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8" name="矩形">
            <a:extLst xmlns:a="http://schemas.openxmlformats.org/drawingml/2006/main">
              <a:ext uri="{FF2B5EF4-FFF2-40B4-BE49-F238E27FC236}">
                <a16:creationId xmlns:a16="http://schemas.microsoft.com/office/drawing/2014/main" id="{85B0065A-216F-49F3-BD40-8B2B3180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9" name="矩形">
            <a:extLst xmlns:a="http://schemas.openxmlformats.org/drawingml/2006/main">
              <a:ext uri="{FF2B5EF4-FFF2-40B4-BE49-F238E27FC236}">
                <a16:creationId xmlns:a16="http://schemas.microsoft.com/office/drawing/2014/main" id="{C5046982-F12E-4750-BB4A-77312D78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0" name="矩形">
            <a:extLst xmlns:a="http://schemas.openxmlformats.org/drawingml/2006/main">
              <a:ext uri="{FF2B5EF4-FFF2-40B4-BE49-F238E27FC236}">
                <a16:creationId xmlns:a16="http://schemas.microsoft.com/office/drawing/2014/main" id="{B28593B9-26FC-40C9-9187-103A5A10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" name="矩形">
            <a:extLst xmlns:a="http://schemas.openxmlformats.org/drawingml/2006/main">
              <a:ext uri="{FF2B5EF4-FFF2-40B4-BE49-F238E27FC236}">
                <a16:creationId xmlns:a16="http://schemas.microsoft.com/office/drawing/2014/main" id="{17DF95E7-647B-4AF6-9F9B-52367049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" name="矩形">
            <a:extLst xmlns:a="http://schemas.openxmlformats.org/drawingml/2006/main">
              <a:ext uri="{FF2B5EF4-FFF2-40B4-BE49-F238E27FC236}">
                <a16:creationId xmlns:a16="http://schemas.microsoft.com/office/drawing/2014/main" id="{B3D4BFA7-5DC3-49A0-A2E3-B6A52C19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" name="矩形">
            <a:extLst xmlns:a="http://schemas.openxmlformats.org/drawingml/2006/main">
              <a:ext uri="{FF2B5EF4-FFF2-40B4-BE49-F238E27FC236}">
                <a16:creationId xmlns:a16="http://schemas.microsoft.com/office/drawing/2014/main" id="{EF4EDBD5-944A-4435-A9E5-3A86F569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" name="矩形">
            <a:extLst xmlns:a="http://schemas.openxmlformats.org/drawingml/2006/main">
              <a:ext uri="{FF2B5EF4-FFF2-40B4-BE49-F238E27FC236}">
                <a16:creationId xmlns:a16="http://schemas.microsoft.com/office/drawing/2014/main" id="{368845FE-113B-4F06-AD51-8548C489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" name="矩形">
            <a:extLst xmlns:a="http://schemas.openxmlformats.org/drawingml/2006/main">
              <a:ext uri="{FF2B5EF4-FFF2-40B4-BE49-F238E27FC236}">
                <a16:creationId xmlns:a16="http://schemas.microsoft.com/office/drawing/2014/main" id="{A1F255B5-B617-4092-9325-6998EB34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" name="矩形">
            <a:extLst xmlns:a="http://schemas.openxmlformats.org/drawingml/2006/main">
              <a:ext uri="{FF2B5EF4-FFF2-40B4-BE49-F238E27FC236}">
                <a16:creationId xmlns:a16="http://schemas.microsoft.com/office/drawing/2014/main" id="{36398AF6-9D11-4DF1-BC89-8E6928E1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7" name="矩形">
            <a:extLst xmlns:a="http://schemas.openxmlformats.org/drawingml/2006/main">
              <a:ext uri="{FF2B5EF4-FFF2-40B4-BE49-F238E27FC236}">
                <a16:creationId xmlns:a16="http://schemas.microsoft.com/office/drawing/2014/main" id="{062352A4-60B8-479E-9D4E-C49D7D89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8" name="矩形">
            <a:extLst xmlns:a="http://schemas.openxmlformats.org/drawingml/2006/main">
              <a:ext uri="{FF2B5EF4-FFF2-40B4-BE49-F238E27FC236}">
                <a16:creationId xmlns:a16="http://schemas.microsoft.com/office/drawing/2014/main" id="{F184EC4D-4DBF-4C5F-B6E8-B1884FEE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9" name="矩形">
            <a:extLst xmlns:a="http://schemas.openxmlformats.org/drawingml/2006/main">
              <a:ext uri="{FF2B5EF4-FFF2-40B4-BE49-F238E27FC236}">
                <a16:creationId xmlns:a16="http://schemas.microsoft.com/office/drawing/2014/main" id="{A66ED35D-7FC6-407E-AC1E-E2F6A873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0" name="矩形">
            <a:extLst xmlns:a="http://schemas.openxmlformats.org/drawingml/2006/main">
              <a:ext uri="{FF2B5EF4-FFF2-40B4-BE49-F238E27FC236}">
                <a16:creationId xmlns:a16="http://schemas.microsoft.com/office/drawing/2014/main" id="{273A1795-40AC-4C50-AEE1-530C02FB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1" name="矩形">
            <a:extLst xmlns:a="http://schemas.openxmlformats.org/drawingml/2006/main">
              <a:ext uri="{FF2B5EF4-FFF2-40B4-BE49-F238E27FC236}">
                <a16:creationId xmlns:a16="http://schemas.microsoft.com/office/drawing/2014/main" id="{89D6C044-B782-4F3B-BEEC-E3E23D17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2" name="矩形">
            <a:extLst xmlns:a="http://schemas.openxmlformats.org/drawingml/2006/main">
              <a:ext uri="{FF2B5EF4-FFF2-40B4-BE49-F238E27FC236}">
                <a16:creationId xmlns:a16="http://schemas.microsoft.com/office/drawing/2014/main" id="{510213C0-ADF2-48B7-B251-1273B129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3" name="矩形">
            <a:extLst xmlns:a="http://schemas.openxmlformats.org/drawingml/2006/main">
              <a:ext uri="{FF2B5EF4-FFF2-40B4-BE49-F238E27FC236}">
                <a16:creationId xmlns:a16="http://schemas.microsoft.com/office/drawing/2014/main" id="{F9567F9E-A4BF-423F-9B79-FF8B732F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4" name="矩形">
            <a:extLst xmlns:a="http://schemas.openxmlformats.org/drawingml/2006/main">
              <a:ext uri="{FF2B5EF4-FFF2-40B4-BE49-F238E27FC236}">
                <a16:creationId xmlns:a16="http://schemas.microsoft.com/office/drawing/2014/main" id="{C415AB65-EAC5-47C6-BB07-726F1CD0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" name="矩形">
            <a:extLst xmlns:a="http://schemas.openxmlformats.org/drawingml/2006/main">
              <a:ext uri="{FF2B5EF4-FFF2-40B4-BE49-F238E27FC236}">
                <a16:creationId xmlns:a16="http://schemas.microsoft.com/office/drawing/2014/main" id="{FBEA90D6-5E90-4DBA-8DA0-A8E697D6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" name="矩形">
            <a:extLst xmlns:a="http://schemas.openxmlformats.org/drawingml/2006/main">
              <a:ext uri="{FF2B5EF4-FFF2-40B4-BE49-F238E27FC236}">
                <a16:creationId xmlns:a16="http://schemas.microsoft.com/office/drawing/2014/main" id="{45FACD06-9DA3-413D-A8AA-06629F99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" name="矩形">
            <a:extLst xmlns:a="http://schemas.openxmlformats.org/drawingml/2006/main">
              <a:ext uri="{FF2B5EF4-FFF2-40B4-BE49-F238E27FC236}">
                <a16:creationId xmlns:a16="http://schemas.microsoft.com/office/drawing/2014/main" id="{1433E176-7481-4995-A3C9-20173AF0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" name="矩形">
            <a:extLst xmlns:a="http://schemas.openxmlformats.org/drawingml/2006/main">
              <a:ext uri="{FF2B5EF4-FFF2-40B4-BE49-F238E27FC236}">
                <a16:creationId xmlns:a16="http://schemas.microsoft.com/office/drawing/2014/main" id="{535EE6D4-C88B-47DA-B652-38746B84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" name="矩形">
            <a:extLst xmlns:a="http://schemas.openxmlformats.org/drawingml/2006/main">
              <a:ext uri="{FF2B5EF4-FFF2-40B4-BE49-F238E27FC236}">
                <a16:creationId xmlns:a16="http://schemas.microsoft.com/office/drawing/2014/main" id="{67ADBBE9-E1C7-4388-ACA8-B1C20FB2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" name="矩形">
            <a:extLst xmlns:a="http://schemas.openxmlformats.org/drawingml/2006/main">
              <a:ext uri="{FF2B5EF4-FFF2-40B4-BE49-F238E27FC236}">
                <a16:creationId xmlns:a16="http://schemas.microsoft.com/office/drawing/2014/main" id="{DC65D3B0-2B6C-47E2-ABE9-ED30AB75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1" name="矩形">
            <a:extLst xmlns:a="http://schemas.openxmlformats.org/drawingml/2006/main">
              <a:ext uri="{FF2B5EF4-FFF2-40B4-BE49-F238E27FC236}">
                <a16:creationId xmlns:a16="http://schemas.microsoft.com/office/drawing/2014/main" id="{7CC8D9F4-5FBD-4E5B-867D-7B0B3004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2" name="矩形">
            <a:extLst xmlns:a="http://schemas.openxmlformats.org/drawingml/2006/main">
              <a:ext uri="{FF2B5EF4-FFF2-40B4-BE49-F238E27FC236}">
                <a16:creationId xmlns:a16="http://schemas.microsoft.com/office/drawing/2014/main" id="{0133716C-EF19-4D6A-8E31-37CB071D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3" name="矩形">
            <a:extLst xmlns:a="http://schemas.openxmlformats.org/drawingml/2006/main">
              <a:ext uri="{FF2B5EF4-FFF2-40B4-BE49-F238E27FC236}">
                <a16:creationId xmlns:a16="http://schemas.microsoft.com/office/drawing/2014/main" id="{9EDFB544-F479-4059-8E3A-9F5AB354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4" name="矩形">
            <a:extLst xmlns:a="http://schemas.openxmlformats.org/drawingml/2006/main">
              <a:ext uri="{FF2B5EF4-FFF2-40B4-BE49-F238E27FC236}">
                <a16:creationId xmlns:a16="http://schemas.microsoft.com/office/drawing/2014/main" id="{6DBDCA1A-7DA9-499B-82F0-AC8DCCF3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5" name="矩形">
            <a:extLst xmlns:a="http://schemas.openxmlformats.org/drawingml/2006/main">
              <a:ext uri="{FF2B5EF4-FFF2-40B4-BE49-F238E27FC236}">
                <a16:creationId xmlns:a16="http://schemas.microsoft.com/office/drawing/2014/main" id="{DA1FBB8A-6A84-4A2F-9618-885C06A3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6" name="矩形">
            <a:extLst xmlns:a="http://schemas.openxmlformats.org/drawingml/2006/main">
              <a:ext uri="{FF2B5EF4-FFF2-40B4-BE49-F238E27FC236}">
                <a16:creationId xmlns:a16="http://schemas.microsoft.com/office/drawing/2014/main" id="{FCD46104-5216-42BE-B8D4-012D0FB1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7" name="矩形">
            <a:extLst xmlns:a="http://schemas.openxmlformats.org/drawingml/2006/main">
              <a:ext uri="{FF2B5EF4-FFF2-40B4-BE49-F238E27FC236}">
                <a16:creationId xmlns:a16="http://schemas.microsoft.com/office/drawing/2014/main" id="{E2E44215-7240-4441-843D-BDABE140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8" name="矩形">
            <a:extLst xmlns:a="http://schemas.openxmlformats.org/drawingml/2006/main">
              <a:ext uri="{FF2B5EF4-FFF2-40B4-BE49-F238E27FC236}">
                <a16:creationId xmlns:a16="http://schemas.microsoft.com/office/drawing/2014/main" id="{94A45DD6-DE20-4785-B1D3-5F2C369A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9" name="矩形">
            <a:extLst xmlns:a="http://schemas.openxmlformats.org/drawingml/2006/main">
              <a:ext uri="{FF2B5EF4-FFF2-40B4-BE49-F238E27FC236}">
                <a16:creationId xmlns:a16="http://schemas.microsoft.com/office/drawing/2014/main" id="{0F4C1F6C-A418-4662-AFC1-2D6EA94E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0" name="矩形">
            <a:extLst xmlns:a="http://schemas.openxmlformats.org/drawingml/2006/main">
              <a:ext uri="{FF2B5EF4-FFF2-40B4-BE49-F238E27FC236}">
                <a16:creationId xmlns:a16="http://schemas.microsoft.com/office/drawing/2014/main" id="{6707D040-6BAC-43CF-A685-35000E10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" name="矩形">
            <a:extLst xmlns:a="http://schemas.openxmlformats.org/drawingml/2006/main">
              <a:ext uri="{FF2B5EF4-FFF2-40B4-BE49-F238E27FC236}">
                <a16:creationId xmlns:a16="http://schemas.microsoft.com/office/drawing/2014/main" id="{3042D1EA-860A-4F83-B955-1BA96B41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" name="矩形">
            <a:extLst xmlns:a="http://schemas.openxmlformats.org/drawingml/2006/main">
              <a:ext uri="{FF2B5EF4-FFF2-40B4-BE49-F238E27FC236}">
                <a16:creationId xmlns:a16="http://schemas.microsoft.com/office/drawing/2014/main" id="{D25C8C3C-2DEB-436D-9D02-EBC42D1E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" name="矩形">
            <a:extLst xmlns:a="http://schemas.openxmlformats.org/drawingml/2006/main">
              <a:ext uri="{FF2B5EF4-FFF2-40B4-BE49-F238E27FC236}">
                <a16:creationId xmlns:a16="http://schemas.microsoft.com/office/drawing/2014/main" id="{22D1102A-7753-4D2C-869A-10D7E2CA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" name="矩形">
            <a:extLst xmlns:a="http://schemas.openxmlformats.org/drawingml/2006/main">
              <a:ext uri="{FF2B5EF4-FFF2-40B4-BE49-F238E27FC236}">
                <a16:creationId xmlns:a16="http://schemas.microsoft.com/office/drawing/2014/main" id="{B2D4E812-E800-4807-9A50-8A2E80BB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" name="矩形">
            <a:extLst xmlns:a="http://schemas.openxmlformats.org/drawingml/2006/main">
              <a:ext uri="{FF2B5EF4-FFF2-40B4-BE49-F238E27FC236}">
                <a16:creationId xmlns:a16="http://schemas.microsoft.com/office/drawing/2014/main" id="{33D15234-8A54-4872-91F2-137F13DE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" name="矩形">
            <a:extLst xmlns:a="http://schemas.openxmlformats.org/drawingml/2006/main">
              <a:ext uri="{FF2B5EF4-FFF2-40B4-BE49-F238E27FC236}">
                <a16:creationId xmlns:a16="http://schemas.microsoft.com/office/drawing/2014/main" id="{83D1EC86-C240-4DB7-ACBA-35A0E340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7" name="矩形">
            <a:extLst xmlns:a="http://schemas.openxmlformats.org/drawingml/2006/main">
              <a:ext uri="{FF2B5EF4-FFF2-40B4-BE49-F238E27FC236}">
                <a16:creationId xmlns:a16="http://schemas.microsoft.com/office/drawing/2014/main" id="{E6EFEF72-FC99-4B7D-9D54-AD9ED2B8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8" name="矩形">
            <a:extLst xmlns:a="http://schemas.openxmlformats.org/drawingml/2006/main">
              <a:ext uri="{FF2B5EF4-FFF2-40B4-BE49-F238E27FC236}">
                <a16:creationId xmlns:a16="http://schemas.microsoft.com/office/drawing/2014/main" id="{C529FA36-03BF-4C4D-BB5A-0A994988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9" name="矩形">
            <a:extLst xmlns:a="http://schemas.openxmlformats.org/drawingml/2006/main">
              <a:ext uri="{FF2B5EF4-FFF2-40B4-BE49-F238E27FC236}">
                <a16:creationId xmlns:a16="http://schemas.microsoft.com/office/drawing/2014/main" id="{25E0325F-427C-4699-B8DF-F0D0C506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0" name="矩形">
            <a:extLst xmlns:a="http://schemas.openxmlformats.org/drawingml/2006/main">
              <a:ext uri="{FF2B5EF4-FFF2-40B4-BE49-F238E27FC236}">
                <a16:creationId xmlns:a16="http://schemas.microsoft.com/office/drawing/2014/main" id="{D2DF7934-095B-466C-A533-25C14756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1" name="矩形">
            <a:extLst xmlns:a="http://schemas.openxmlformats.org/drawingml/2006/main">
              <a:ext uri="{FF2B5EF4-FFF2-40B4-BE49-F238E27FC236}">
                <a16:creationId xmlns:a16="http://schemas.microsoft.com/office/drawing/2014/main" id="{D1233B94-E1AB-4229-8AA2-5DD8DEC8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2" name="矩形">
            <a:extLst xmlns:a="http://schemas.openxmlformats.org/drawingml/2006/main">
              <a:ext uri="{FF2B5EF4-FFF2-40B4-BE49-F238E27FC236}">
                <a16:creationId xmlns:a16="http://schemas.microsoft.com/office/drawing/2014/main" id="{D126E347-72A8-4E6D-AB8B-43A3440D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3" name="矩形">
            <a:extLst xmlns:a="http://schemas.openxmlformats.org/drawingml/2006/main">
              <a:ext uri="{FF2B5EF4-FFF2-40B4-BE49-F238E27FC236}">
                <a16:creationId xmlns:a16="http://schemas.microsoft.com/office/drawing/2014/main" id="{71A4FD77-37FC-48F1-82EC-A7D067C0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4" name="矩形">
            <a:extLst xmlns:a="http://schemas.openxmlformats.org/drawingml/2006/main">
              <a:ext uri="{FF2B5EF4-FFF2-40B4-BE49-F238E27FC236}">
                <a16:creationId xmlns:a16="http://schemas.microsoft.com/office/drawing/2014/main" id="{A7A88C94-E485-46BF-B899-7FA84B70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5" name="矩形">
            <a:extLst xmlns:a="http://schemas.openxmlformats.org/drawingml/2006/main">
              <a:ext uri="{FF2B5EF4-FFF2-40B4-BE49-F238E27FC236}">
                <a16:creationId xmlns:a16="http://schemas.microsoft.com/office/drawing/2014/main" id="{D358D62B-B303-4FAC-94E6-FC159DEC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6" name="矩形">
            <a:extLst xmlns:a="http://schemas.openxmlformats.org/drawingml/2006/main">
              <a:ext uri="{FF2B5EF4-FFF2-40B4-BE49-F238E27FC236}">
                <a16:creationId xmlns:a16="http://schemas.microsoft.com/office/drawing/2014/main" id="{6564B594-CD8C-45BE-858B-194E8922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7" name="矩形">
            <a:extLst xmlns:a="http://schemas.openxmlformats.org/drawingml/2006/main">
              <a:ext uri="{FF2B5EF4-FFF2-40B4-BE49-F238E27FC236}">
                <a16:creationId xmlns:a16="http://schemas.microsoft.com/office/drawing/2014/main" id="{6C052EB2-9BEF-4BFA-8008-44B2A81B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8" name="矩形">
            <a:extLst xmlns:a="http://schemas.openxmlformats.org/drawingml/2006/main">
              <a:ext uri="{FF2B5EF4-FFF2-40B4-BE49-F238E27FC236}">
                <a16:creationId xmlns:a16="http://schemas.microsoft.com/office/drawing/2014/main" id="{A0121C36-05BB-4A0E-8562-2DA4363B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9" name="矩形">
            <a:extLst xmlns:a="http://schemas.openxmlformats.org/drawingml/2006/main">
              <a:ext uri="{FF2B5EF4-FFF2-40B4-BE49-F238E27FC236}">
                <a16:creationId xmlns:a16="http://schemas.microsoft.com/office/drawing/2014/main" id="{80F5D02E-28CF-4082-AFA6-931E1086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0" name="矩形">
            <a:extLst xmlns:a="http://schemas.openxmlformats.org/drawingml/2006/main">
              <a:ext uri="{FF2B5EF4-FFF2-40B4-BE49-F238E27FC236}">
                <a16:creationId xmlns:a16="http://schemas.microsoft.com/office/drawing/2014/main" id="{CD4BB5B6-974E-458A-A882-ADE6FF3C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1" name="矩形">
            <a:extLst xmlns:a="http://schemas.openxmlformats.org/drawingml/2006/main">
              <a:ext uri="{FF2B5EF4-FFF2-40B4-BE49-F238E27FC236}">
                <a16:creationId xmlns:a16="http://schemas.microsoft.com/office/drawing/2014/main" id="{26D1D502-7D5A-4F38-9D85-6B466457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2" name="矩形">
            <a:extLst xmlns:a="http://schemas.openxmlformats.org/drawingml/2006/main">
              <a:ext uri="{FF2B5EF4-FFF2-40B4-BE49-F238E27FC236}">
                <a16:creationId xmlns:a16="http://schemas.microsoft.com/office/drawing/2014/main" id="{C2D24A75-BC0E-494E-B421-B3B364DA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3" name="矩形">
            <a:extLst xmlns:a="http://schemas.openxmlformats.org/drawingml/2006/main">
              <a:ext uri="{FF2B5EF4-FFF2-40B4-BE49-F238E27FC236}">
                <a16:creationId xmlns:a16="http://schemas.microsoft.com/office/drawing/2014/main" id="{369D1263-DBD7-4885-AED6-D774CB08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4" name="矩形">
            <a:extLst xmlns:a="http://schemas.openxmlformats.org/drawingml/2006/main">
              <a:ext uri="{FF2B5EF4-FFF2-40B4-BE49-F238E27FC236}">
                <a16:creationId xmlns:a16="http://schemas.microsoft.com/office/drawing/2014/main" id="{D25560B8-3CD4-4D82-9496-AAE41AA3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5" name="矩形">
            <a:extLst xmlns:a="http://schemas.openxmlformats.org/drawingml/2006/main">
              <a:ext uri="{FF2B5EF4-FFF2-40B4-BE49-F238E27FC236}">
                <a16:creationId xmlns:a16="http://schemas.microsoft.com/office/drawing/2014/main" id="{8F73D067-BB4D-4076-868B-D694CF4F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76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7a1b0c5b54c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DFF7E73C-7A81-489F-9A0E-D7DB9DD7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rPr>
              <a:t>目录</a:t>
            </a:r>
          </a:p>
        </p:txBody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B8E9CFCB-49B6-4343-9F75-EC0A5DF3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B7280"/>
                </a:solidFill>
                <a:latin typeface="Arial"/>
                <a:ea typeface="Arial"/>
                <a:cs typeface="Arial"/>
              </a:rPr>
              <a:t>AGENDA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89E9972A-DA97-46E0-B9BB-53B33D7C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A35B3AD3-D4FB-4170-9705-D7A672B2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104900"/>
            <a:ext cx="904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围绕“运行时工作流规划”展开：先说明问题与系统，再讲 CEBRA-WP 算法，最后用实现和验证收束。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2198E025-F661-49FB-964B-6B467B3A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66875"/>
            <a:ext cx="8191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52A5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B1A7428B-69E1-4872-B4FF-85DDD81C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6687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0">
            <a:solidFill>
              <a:srgbClr val="0052A5"/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2819105B-F1DB-4F5F-88BA-ECF921B9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857375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52A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B90DCD39-DF6D-4ABC-A0F9-8ADF7690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097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问题背景</a:t>
            </a:r>
          </a:p>
        </p:txBody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05CA3587-EF2A-4D5C-8489-97989030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76450"/>
            <a:ext cx="704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为什么固定工具链不足以支撑高代价、可失败的蛋白质设计流程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A91E7D12-30C0-4561-878D-00711197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86025"/>
            <a:ext cx="8191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F9D68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79A8C090-08EA-4484-95A3-13B23C05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860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9D68"/>
          </a:solidFill>
          <a:ln xmlns:a="http://schemas.openxmlformats.org/drawingml/2006/main" w="0">
            <a:solidFill>
              <a:srgbClr val="2F9D68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4ABC929D-A2E3-45A4-9D14-BF31A9D2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676525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9D6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B517292A-E951-41E0-91CF-649E5157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289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系统架构</a:t>
            </a: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0CA894D3-C4C9-4EAE-924D-01663240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95600"/>
            <a:ext cx="704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五层架构、结构化接口链、有限状态机与人在环决策约束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120AA9F9-B7A6-4320-86F2-C0EC123E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05175"/>
            <a:ext cx="8191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0052A5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17B40E58-359E-477E-8AED-E15E8D12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30517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0">
            <a:solidFill>
              <a:srgbClr val="0052A5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A2855AB3-53D7-4C7B-A957-65CC942B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495675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52A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36447326-3124-4D24-9D62-6818E678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4480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核心算法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095B7E1E-D399-4631-A45A-8869ADAA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714750"/>
            <a:ext cx="704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CEBRA-WP：候选过滤、静态评分、轻量信念状态与恢复动作选择</a:t>
            </a:r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B0FA4839-CC9A-498D-9990-534F4DFB2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124325"/>
            <a:ext cx="8191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A12A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982C07A3-09A0-41B7-832E-F737ABAC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124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12A"/>
          </a:solidFill>
          <a:ln xmlns:a="http://schemas.openxmlformats.org/drawingml/2006/main" w="0">
            <a:solidFill>
              <a:srgbClr val="D9A12A"/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C3ABCB9E-4E92-43F4-960F-4E7EA2D71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314825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D9A12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4F4E2FA6-5521-48EA-89F3-9CFB2E73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26720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工程实现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D3CC32B2-B1E9-4A7F-82D4-E19D6DCA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533900"/>
            <a:ext cx="704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算法对象如何落到字段、模块、运行时评估器和审计证据链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F0727321-046C-4703-BDEF-A244B3D9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43475"/>
            <a:ext cx="8191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4C4C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54962DA5-A965-47AA-A85A-304D0A2D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4347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C4C"/>
          </a:solidFill>
          <a:ln xmlns:a="http://schemas.openxmlformats.org/drawingml/2006/main" w="0">
            <a:solidFill>
              <a:srgbClr val="C94C4C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B47BD7E1-24D1-448C-9249-55CDCA40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133975"/>
            <a:ext cx="514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94C4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54ACA49A-14EF-4A21-834C-64800C16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086350"/>
            <a:ext cx="704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rPr>
              <a:t>验证结论</a:t>
            </a:r>
          </a:p>
        </p:txBody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03B342BE-B94D-4EEE-A0DB-9FCA6BD2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353050"/>
            <a:ext cx="704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rPr>
              <a:t>系统测试 + 84 次运行消融实验，说明机制可观测且成本控制有证据</a:t>
            </a:r>
          </a:p>
        </p:txBody>
      </p:sp>
    </p:spTree>
    <p:extLst>
      <p:ext uri="{BB962C8B-B14F-4D97-AF65-F5344CB8AC3E}">
        <p14:creationId xmlns:p14="http://schemas.microsoft.com/office/powerpoint/2010/main" val="64409008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矩形">
            <a:extLst xmlns:a="http://schemas.openxmlformats.org/drawingml/2006/main">
              <a:ext uri="{FF2B5EF4-FFF2-40B4-BE49-F238E27FC236}">
                <a16:creationId xmlns:a16="http://schemas.microsoft.com/office/drawing/2014/main" id="{D216FB55-BA9A-462D-9A11-7C05BDF18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05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b35428dd4a47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106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b7490139d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107" name="矩形">
            <a:extLst xmlns:a="http://schemas.openxmlformats.org/drawingml/2006/main">
              <a:ext uri="{FF2B5EF4-FFF2-40B4-BE49-F238E27FC236}">
                <a16:creationId xmlns:a16="http://schemas.microsoft.com/office/drawing/2014/main" id="{64D9D943-871C-4904-803D-A5F58552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8" name="矩形">
            <a:extLst xmlns:a="http://schemas.openxmlformats.org/drawingml/2006/main">
              <a:ext uri="{FF2B5EF4-FFF2-40B4-BE49-F238E27FC236}">
                <a16:creationId xmlns:a16="http://schemas.microsoft.com/office/drawing/2014/main" id="{B61EF1AE-88AE-49D3-AEED-7F8DF4B6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" name="矩形">
            <a:extLst xmlns:a="http://schemas.openxmlformats.org/drawingml/2006/main">
              <a:ext uri="{FF2B5EF4-FFF2-40B4-BE49-F238E27FC236}">
                <a16:creationId xmlns:a16="http://schemas.microsoft.com/office/drawing/2014/main" id="{0BC5ED52-F93C-4A6B-A136-9AE6A286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" name="矩形">
            <a:extLst xmlns:a="http://schemas.openxmlformats.org/drawingml/2006/main">
              <a:ext uri="{FF2B5EF4-FFF2-40B4-BE49-F238E27FC236}">
                <a16:creationId xmlns:a16="http://schemas.microsoft.com/office/drawing/2014/main" id="{0B6CCBAE-6A52-4249-A5A0-02CE4607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" name="矩形">
            <a:extLst xmlns:a="http://schemas.openxmlformats.org/drawingml/2006/main">
              <a:ext uri="{FF2B5EF4-FFF2-40B4-BE49-F238E27FC236}">
                <a16:creationId xmlns:a16="http://schemas.microsoft.com/office/drawing/2014/main" id="{EB8EDEE4-0629-4EE3-89D8-390ED0C9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" name="矩形">
            <a:extLst xmlns:a="http://schemas.openxmlformats.org/drawingml/2006/main">
              <a:ext uri="{FF2B5EF4-FFF2-40B4-BE49-F238E27FC236}">
                <a16:creationId xmlns:a16="http://schemas.microsoft.com/office/drawing/2014/main" id="{B9A2D19D-0471-451D-8CD5-2C0BE3E9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" name="矩形">
            <a:extLst xmlns:a="http://schemas.openxmlformats.org/drawingml/2006/main">
              <a:ext uri="{FF2B5EF4-FFF2-40B4-BE49-F238E27FC236}">
                <a16:creationId xmlns:a16="http://schemas.microsoft.com/office/drawing/2014/main" id="{B5E83291-4F79-4E85-A311-60722B9C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" name="矩形">
            <a:extLst xmlns:a="http://schemas.openxmlformats.org/drawingml/2006/main">
              <a:ext uri="{FF2B5EF4-FFF2-40B4-BE49-F238E27FC236}">
                <a16:creationId xmlns:a16="http://schemas.microsoft.com/office/drawing/2014/main" id="{FDCBA979-CE5A-47E6-8446-B6676AEE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5" name="矩形">
            <a:extLst xmlns:a="http://schemas.openxmlformats.org/drawingml/2006/main">
              <a:ext uri="{FF2B5EF4-FFF2-40B4-BE49-F238E27FC236}">
                <a16:creationId xmlns:a16="http://schemas.microsoft.com/office/drawing/2014/main" id="{E7BE14A4-F665-40F6-91C7-FC7192BA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6" name="矩形">
            <a:extLst xmlns:a="http://schemas.openxmlformats.org/drawingml/2006/main">
              <a:ext uri="{FF2B5EF4-FFF2-40B4-BE49-F238E27FC236}">
                <a16:creationId xmlns:a16="http://schemas.microsoft.com/office/drawing/2014/main" id="{91917ED6-1001-40DC-BE06-526969EC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7" name="矩形">
            <a:extLst xmlns:a="http://schemas.openxmlformats.org/drawingml/2006/main">
              <a:ext uri="{FF2B5EF4-FFF2-40B4-BE49-F238E27FC236}">
                <a16:creationId xmlns:a16="http://schemas.microsoft.com/office/drawing/2014/main" id="{45ABAFCD-14EB-4F9B-BC7D-D99FD54E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8" name="矩形">
            <a:extLst xmlns:a="http://schemas.openxmlformats.org/drawingml/2006/main">
              <a:ext uri="{FF2B5EF4-FFF2-40B4-BE49-F238E27FC236}">
                <a16:creationId xmlns:a16="http://schemas.microsoft.com/office/drawing/2014/main" id="{85B0065A-216F-49F3-BD40-8B2B3180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9" name="矩形">
            <a:extLst xmlns:a="http://schemas.openxmlformats.org/drawingml/2006/main">
              <a:ext uri="{FF2B5EF4-FFF2-40B4-BE49-F238E27FC236}">
                <a16:creationId xmlns:a16="http://schemas.microsoft.com/office/drawing/2014/main" id="{C5046982-F12E-4750-BB4A-77312D78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0" name="矩形">
            <a:extLst xmlns:a="http://schemas.openxmlformats.org/drawingml/2006/main">
              <a:ext uri="{FF2B5EF4-FFF2-40B4-BE49-F238E27FC236}">
                <a16:creationId xmlns:a16="http://schemas.microsoft.com/office/drawing/2014/main" id="{B28593B9-26FC-40C9-9187-103A5A10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" name="矩形">
            <a:extLst xmlns:a="http://schemas.openxmlformats.org/drawingml/2006/main">
              <a:ext uri="{FF2B5EF4-FFF2-40B4-BE49-F238E27FC236}">
                <a16:creationId xmlns:a16="http://schemas.microsoft.com/office/drawing/2014/main" id="{17DF95E7-647B-4AF6-9F9B-52367049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" name="矩形">
            <a:extLst xmlns:a="http://schemas.openxmlformats.org/drawingml/2006/main">
              <a:ext uri="{FF2B5EF4-FFF2-40B4-BE49-F238E27FC236}">
                <a16:creationId xmlns:a16="http://schemas.microsoft.com/office/drawing/2014/main" id="{B3D4BFA7-5DC3-49A0-A2E3-B6A52C19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" name="矩形">
            <a:extLst xmlns:a="http://schemas.openxmlformats.org/drawingml/2006/main">
              <a:ext uri="{FF2B5EF4-FFF2-40B4-BE49-F238E27FC236}">
                <a16:creationId xmlns:a16="http://schemas.microsoft.com/office/drawing/2014/main" id="{EF4EDBD5-944A-4435-A9E5-3A86F569E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" name="矩形">
            <a:extLst xmlns:a="http://schemas.openxmlformats.org/drawingml/2006/main">
              <a:ext uri="{FF2B5EF4-FFF2-40B4-BE49-F238E27FC236}">
                <a16:creationId xmlns:a16="http://schemas.microsoft.com/office/drawing/2014/main" id="{368845FE-113B-4F06-AD51-8548C489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" name="矩形">
            <a:extLst xmlns:a="http://schemas.openxmlformats.org/drawingml/2006/main">
              <a:ext uri="{FF2B5EF4-FFF2-40B4-BE49-F238E27FC236}">
                <a16:creationId xmlns:a16="http://schemas.microsoft.com/office/drawing/2014/main" id="{A1F255B5-B617-4092-9325-6998EB34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" name="矩形">
            <a:extLst xmlns:a="http://schemas.openxmlformats.org/drawingml/2006/main">
              <a:ext uri="{FF2B5EF4-FFF2-40B4-BE49-F238E27FC236}">
                <a16:creationId xmlns:a16="http://schemas.microsoft.com/office/drawing/2014/main" id="{36398AF6-9D11-4DF1-BC89-8E6928E1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7" name="矩形">
            <a:extLst xmlns:a="http://schemas.openxmlformats.org/drawingml/2006/main">
              <a:ext uri="{FF2B5EF4-FFF2-40B4-BE49-F238E27FC236}">
                <a16:creationId xmlns:a16="http://schemas.microsoft.com/office/drawing/2014/main" id="{062352A4-60B8-479E-9D4E-C49D7D89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8" name="矩形">
            <a:extLst xmlns:a="http://schemas.openxmlformats.org/drawingml/2006/main">
              <a:ext uri="{FF2B5EF4-FFF2-40B4-BE49-F238E27FC236}">
                <a16:creationId xmlns:a16="http://schemas.microsoft.com/office/drawing/2014/main" id="{F184EC4D-4DBF-4C5F-B6E8-B1884FEE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9" name="矩形">
            <a:extLst xmlns:a="http://schemas.openxmlformats.org/drawingml/2006/main">
              <a:ext uri="{FF2B5EF4-FFF2-40B4-BE49-F238E27FC236}">
                <a16:creationId xmlns:a16="http://schemas.microsoft.com/office/drawing/2014/main" id="{A66ED35D-7FC6-407E-AC1E-E2F6A873A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0" name="矩形">
            <a:extLst xmlns:a="http://schemas.openxmlformats.org/drawingml/2006/main">
              <a:ext uri="{FF2B5EF4-FFF2-40B4-BE49-F238E27FC236}">
                <a16:creationId xmlns:a16="http://schemas.microsoft.com/office/drawing/2014/main" id="{273A1795-40AC-4C50-AEE1-530C02FB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1" name="矩形">
            <a:extLst xmlns:a="http://schemas.openxmlformats.org/drawingml/2006/main">
              <a:ext uri="{FF2B5EF4-FFF2-40B4-BE49-F238E27FC236}">
                <a16:creationId xmlns:a16="http://schemas.microsoft.com/office/drawing/2014/main" id="{89D6C044-B782-4F3B-BEEC-E3E23D17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2" name="矩形">
            <a:extLst xmlns:a="http://schemas.openxmlformats.org/drawingml/2006/main">
              <a:ext uri="{FF2B5EF4-FFF2-40B4-BE49-F238E27FC236}">
                <a16:creationId xmlns:a16="http://schemas.microsoft.com/office/drawing/2014/main" id="{510213C0-ADF2-48B7-B251-1273B1299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3" name="矩形">
            <a:extLst xmlns:a="http://schemas.openxmlformats.org/drawingml/2006/main">
              <a:ext uri="{FF2B5EF4-FFF2-40B4-BE49-F238E27FC236}">
                <a16:creationId xmlns:a16="http://schemas.microsoft.com/office/drawing/2014/main" id="{F9567F9E-A4BF-423F-9B79-FF8B732F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4" name="矩形">
            <a:extLst xmlns:a="http://schemas.openxmlformats.org/drawingml/2006/main">
              <a:ext uri="{FF2B5EF4-FFF2-40B4-BE49-F238E27FC236}">
                <a16:creationId xmlns:a16="http://schemas.microsoft.com/office/drawing/2014/main" id="{C415AB65-EAC5-47C6-BB07-726F1CD0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" name="矩形">
            <a:extLst xmlns:a="http://schemas.openxmlformats.org/drawingml/2006/main">
              <a:ext uri="{FF2B5EF4-FFF2-40B4-BE49-F238E27FC236}">
                <a16:creationId xmlns:a16="http://schemas.microsoft.com/office/drawing/2014/main" id="{FBEA90D6-5E90-4DBA-8DA0-A8E697D6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" name="矩形">
            <a:extLst xmlns:a="http://schemas.openxmlformats.org/drawingml/2006/main">
              <a:ext uri="{FF2B5EF4-FFF2-40B4-BE49-F238E27FC236}">
                <a16:creationId xmlns:a16="http://schemas.microsoft.com/office/drawing/2014/main" id="{45FACD06-9DA3-413D-A8AA-06629F99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" name="矩形">
            <a:extLst xmlns:a="http://schemas.openxmlformats.org/drawingml/2006/main">
              <a:ext uri="{FF2B5EF4-FFF2-40B4-BE49-F238E27FC236}">
                <a16:creationId xmlns:a16="http://schemas.microsoft.com/office/drawing/2014/main" id="{1433E176-7481-4995-A3C9-20173AF0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" name="矩形">
            <a:extLst xmlns:a="http://schemas.openxmlformats.org/drawingml/2006/main">
              <a:ext uri="{FF2B5EF4-FFF2-40B4-BE49-F238E27FC236}">
                <a16:creationId xmlns:a16="http://schemas.microsoft.com/office/drawing/2014/main" id="{535EE6D4-C88B-47DA-B652-38746B84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" name="矩形">
            <a:extLst xmlns:a="http://schemas.openxmlformats.org/drawingml/2006/main">
              <a:ext uri="{FF2B5EF4-FFF2-40B4-BE49-F238E27FC236}">
                <a16:creationId xmlns:a16="http://schemas.microsoft.com/office/drawing/2014/main" id="{67ADBBE9-E1C7-4388-ACA8-B1C20FB2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" name="矩形">
            <a:extLst xmlns:a="http://schemas.openxmlformats.org/drawingml/2006/main">
              <a:ext uri="{FF2B5EF4-FFF2-40B4-BE49-F238E27FC236}">
                <a16:creationId xmlns:a16="http://schemas.microsoft.com/office/drawing/2014/main" id="{DC65D3B0-2B6C-47E2-ABE9-ED30AB75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1" name="矩形">
            <a:extLst xmlns:a="http://schemas.openxmlformats.org/drawingml/2006/main">
              <a:ext uri="{FF2B5EF4-FFF2-40B4-BE49-F238E27FC236}">
                <a16:creationId xmlns:a16="http://schemas.microsoft.com/office/drawing/2014/main" id="{7CC8D9F4-5FBD-4E5B-867D-7B0B3004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2" name="矩形">
            <a:extLst xmlns:a="http://schemas.openxmlformats.org/drawingml/2006/main">
              <a:ext uri="{FF2B5EF4-FFF2-40B4-BE49-F238E27FC236}">
                <a16:creationId xmlns:a16="http://schemas.microsoft.com/office/drawing/2014/main" id="{0133716C-EF19-4D6A-8E31-37CB071DD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3" name="矩形">
            <a:extLst xmlns:a="http://schemas.openxmlformats.org/drawingml/2006/main">
              <a:ext uri="{FF2B5EF4-FFF2-40B4-BE49-F238E27FC236}">
                <a16:creationId xmlns:a16="http://schemas.microsoft.com/office/drawing/2014/main" id="{9EDFB544-F479-4059-8E3A-9F5AB354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4" name="矩形">
            <a:extLst xmlns:a="http://schemas.openxmlformats.org/drawingml/2006/main">
              <a:ext uri="{FF2B5EF4-FFF2-40B4-BE49-F238E27FC236}">
                <a16:creationId xmlns:a16="http://schemas.microsoft.com/office/drawing/2014/main" id="{6DBDCA1A-7DA9-499B-82F0-AC8DCCF3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5" name="矩形">
            <a:extLst xmlns:a="http://schemas.openxmlformats.org/drawingml/2006/main">
              <a:ext uri="{FF2B5EF4-FFF2-40B4-BE49-F238E27FC236}">
                <a16:creationId xmlns:a16="http://schemas.microsoft.com/office/drawing/2014/main" id="{DA1FBB8A-6A84-4A2F-9618-885C06A3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6" name="矩形">
            <a:extLst xmlns:a="http://schemas.openxmlformats.org/drawingml/2006/main">
              <a:ext uri="{FF2B5EF4-FFF2-40B4-BE49-F238E27FC236}">
                <a16:creationId xmlns:a16="http://schemas.microsoft.com/office/drawing/2014/main" id="{FCD46104-5216-42BE-B8D4-012D0FB1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7" name="矩形">
            <a:extLst xmlns:a="http://schemas.openxmlformats.org/drawingml/2006/main">
              <a:ext uri="{FF2B5EF4-FFF2-40B4-BE49-F238E27FC236}">
                <a16:creationId xmlns:a16="http://schemas.microsoft.com/office/drawing/2014/main" id="{E2E44215-7240-4441-843D-BDABE140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8" name="矩形">
            <a:extLst xmlns:a="http://schemas.openxmlformats.org/drawingml/2006/main">
              <a:ext uri="{FF2B5EF4-FFF2-40B4-BE49-F238E27FC236}">
                <a16:creationId xmlns:a16="http://schemas.microsoft.com/office/drawing/2014/main" id="{94A45DD6-DE20-4785-B1D3-5F2C369AD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9" name="矩形">
            <a:extLst xmlns:a="http://schemas.openxmlformats.org/drawingml/2006/main">
              <a:ext uri="{FF2B5EF4-FFF2-40B4-BE49-F238E27FC236}">
                <a16:creationId xmlns:a16="http://schemas.microsoft.com/office/drawing/2014/main" id="{0F4C1F6C-A418-4662-AFC1-2D6EA94E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0" name="矩形">
            <a:extLst xmlns:a="http://schemas.openxmlformats.org/drawingml/2006/main">
              <a:ext uri="{FF2B5EF4-FFF2-40B4-BE49-F238E27FC236}">
                <a16:creationId xmlns:a16="http://schemas.microsoft.com/office/drawing/2014/main" id="{6707D040-6BAC-43CF-A685-35000E10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" name="矩形">
            <a:extLst xmlns:a="http://schemas.openxmlformats.org/drawingml/2006/main">
              <a:ext uri="{FF2B5EF4-FFF2-40B4-BE49-F238E27FC236}">
                <a16:creationId xmlns:a16="http://schemas.microsoft.com/office/drawing/2014/main" id="{3042D1EA-860A-4F83-B955-1BA96B41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" name="矩形">
            <a:extLst xmlns:a="http://schemas.openxmlformats.org/drawingml/2006/main">
              <a:ext uri="{FF2B5EF4-FFF2-40B4-BE49-F238E27FC236}">
                <a16:creationId xmlns:a16="http://schemas.microsoft.com/office/drawing/2014/main" id="{D25C8C3C-2DEB-436D-9D02-EBC42D1E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" name="矩形">
            <a:extLst xmlns:a="http://schemas.openxmlformats.org/drawingml/2006/main">
              <a:ext uri="{FF2B5EF4-FFF2-40B4-BE49-F238E27FC236}">
                <a16:creationId xmlns:a16="http://schemas.microsoft.com/office/drawing/2014/main" id="{22D1102A-7753-4D2C-869A-10D7E2CA9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" name="矩形">
            <a:extLst xmlns:a="http://schemas.openxmlformats.org/drawingml/2006/main">
              <a:ext uri="{FF2B5EF4-FFF2-40B4-BE49-F238E27FC236}">
                <a16:creationId xmlns:a16="http://schemas.microsoft.com/office/drawing/2014/main" id="{B2D4E812-E800-4807-9A50-8A2E80BB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" name="矩形">
            <a:extLst xmlns:a="http://schemas.openxmlformats.org/drawingml/2006/main">
              <a:ext uri="{FF2B5EF4-FFF2-40B4-BE49-F238E27FC236}">
                <a16:creationId xmlns:a16="http://schemas.microsoft.com/office/drawing/2014/main" id="{33D15234-8A54-4872-91F2-137F13DE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" name="矩形">
            <a:extLst xmlns:a="http://schemas.openxmlformats.org/drawingml/2006/main">
              <a:ext uri="{FF2B5EF4-FFF2-40B4-BE49-F238E27FC236}">
                <a16:creationId xmlns:a16="http://schemas.microsoft.com/office/drawing/2014/main" id="{83D1EC86-C240-4DB7-ACBA-35A0E340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7" name="矩形">
            <a:extLst xmlns:a="http://schemas.openxmlformats.org/drawingml/2006/main">
              <a:ext uri="{FF2B5EF4-FFF2-40B4-BE49-F238E27FC236}">
                <a16:creationId xmlns:a16="http://schemas.microsoft.com/office/drawing/2014/main" id="{E6EFEF72-FC99-4B7D-9D54-AD9ED2B8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8" name="矩形">
            <a:extLst xmlns:a="http://schemas.openxmlformats.org/drawingml/2006/main">
              <a:ext uri="{FF2B5EF4-FFF2-40B4-BE49-F238E27FC236}">
                <a16:creationId xmlns:a16="http://schemas.microsoft.com/office/drawing/2014/main" id="{C529FA36-03BF-4C4D-BB5A-0A994988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9" name="矩形">
            <a:extLst xmlns:a="http://schemas.openxmlformats.org/drawingml/2006/main">
              <a:ext uri="{FF2B5EF4-FFF2-40B4-BE49-F238E27FC236}">
                <a16:creationId xmlns:a16="http://schemas.microsoft.com/office/drawing/2014/main" id="{25E0325F-427C-4699-B8DF-F0D0C506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0" name="矩形">
            <a:extLst xmlns:a="http://schemas.openxmlformats.org/drawingml/2006/main">
              <a:ext uri="{FF2B5EF4-FFF2-40B4-BE49-F238E27FC236}">
                <a16:creationId xmlns:a16="http://schemas.microsoft.com/office/drawing/2014/main" id="{D2DF7934-095B-466C-A533-25C14756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1" name="矩形">
            <a:extLst xmlns:a="http://schemas.openxmlformats.org/drawingml/2006/main">
              <a:ext uri="{FF2B5EF4-FFF2-40B4-BE49-F238E27FC236}">
                <a16:creationId xmlns:a16="http://schemas.microsoft.com/office/drawing/2014/main" id="{D1233B94-E1AB-4229-8AA2-5DD8DEC8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2" name="矩形">
            <a:extLst xmlns:a="http://schemas.openxmlformats.org/drawingml/2006/main">
              <a:ext uri="{FF2B5EF4-FFF2-40B4-BE49-F238E27FC236}">
                <a16:creationId xmlns:a16="http://schemas.microsoft.com/office/drawing/2014/main" id="{D126E347-72A8-4E6D-AB8B-43A3440D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3" name="矩形">
            <a:extLst xmlns:a="http://schemas.openxmlformats.org/drawingml/2006/main">
              <a:ext uri="{FF2B5EF4-FFF2-40B4-BE49-F238E27FC236}">
                <a16:creationId xmlns:a16="http://schemas.microsoft.com/office/drawing/2014/main" id="{71A4FD77-37FC-48F1-82EC-A7D067C0A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4" name="矩形">
            <a:extLst xmlns:a="http://schemas.openxmlformats.org/drawingml/2006/main">
              <a:ext uri="{FF2B5EF4-FFF2-40B4-BE49-F238E27FC236}">
                <a16:creationId xmlns:a16="http://schemas.microsoft.com/office/drawing/2014/main" id="{A7A88C94-E485-46BF-B899-7FA84B70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5" name="矩形">
            <a:extLst xmlns:a="http://schemas.openxmlformats.org/drawingml/2006/main">
              <a:ext uri="{FF2B5EF4-FFF2-40B4-BE49-F238E27FC236}">
                <a16:creationId xmlns:a16="http://schemas.microsoft.com/office/drawing/2014/main" id="{D358D62B-B303-4FAC-94E6-FC159DEC8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6" name="矩形">
            <a:extLst xmlns:a="http://schemas.openxmlformats.org/drawingml/2006/main">
              <a:ext uri="{FF2B5EF4-FFF2-40B4-BE49-F238E27FC236}">
                <a16:creationId xmlns:a16="http://schemas.microsoft.com/office/drawing/2014/main" id="{6564B594-CD8C-45BE-858B-194E8922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7" name="矩形">
            <a:extLst xmlns:a="http://schemas.openxmlformats.org/drawingml/2006/main">
              <a:ext uri="{FF2B5EF4-FFF2-40B4-BE49-F238E27FC236}">
                <a16:creationId xmlns:a16="http://schemas.microsoft.com/office/drawing/2014/main" id="{6C052EB2-9BEF-4BFA-8008-44B2A81B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8" name="矩形">
            <a:extLst xmlns:a="http://schemas.openxmlformats.org/drawingml/2006/main">
              <a:ext uri="{FF2B5EF4-FFF2-40B4-BE49-F238E27FC236}">
                <a16:creationId xmlns:a16="http://schemas.microsoft.com/office/drawing/2014/main" id="{A0121C36-05BB-4A0E-8562-2DA4363B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69" name="矩形">
            <a:extLst xmlns:a="http://schemas.openxmlformats.org/drawingml/2006/main">
              <a:ext uri="{FF2B5EF4-FFF2-40B4-BE49-F238E27FC236}">
                <a16:creationId xmlns:a16="http://schemas.microsoft.com/office/drawing/2014/main" id="{80F5D02E-28CF-4082-AFA6-931E1086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0" name="矩形">
            <a:extLst xmlns:a="http://schemas.openxmlformats.org/drawingml/2006/main">
              <a:ext uri="{FF2B5EF4-FFF2-40B4-BE49-F238E27FC236}">
                <a16:creationId xmlns:a16="http://schemas.microsoft.com/office/drawing/2014/main" id="{CD4BB5B6-974E-458A-A882-ADE6FF3C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1" name="矩形">
            <a:extLst xmlns:a="http://schemas.openxmlformats.org/drawingml/2006/main">
              <a:ext uri="{FF2B5EF4-FFF2-40B4-BE49-F238E27FC236}">
                <a16:creationId xmlns:a16="http://schemas.microsoft.com/office/drawing/2014/main" id="{26D1D502-7D5A-4F38-9D85-6B466457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2" name="矩形">
            <a:extLst xmlns:a="http://schemas.openxmlformats.org/drawingml/2006/main">
              <a:ext uri="{FF2B5EF4-FFF2-40B4-BE49-F238E27FC236}">
                <a16:creationId xmlns:a16="http://schemas.microsoft.com/office/drawing/2014/main" id="{C2D24A75-BC0E-494E-B421-B3B364DA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3" name="矩形">
            <a:extLst xmlns:a="http://schemas.openxmlformats.org/drawingml/2006/main">
              <a:ext uri="{FF2B5EF4-FFF2-40B4-BE49-F238E27FC236}">
                <a16:creationId xmlns:a16="http://schemas.microsoft.com/office/drawing/2014/main" id="{369D1263-DBD7-4885-AED6-D774CB08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4" name="矩形">
            <a:extLst xmlns:a="http://schemas.openxmlformats.org/drawingml/2006/main">
              <a:ext uri="{FF2B5EF4-FFF2-40B4-BE49-F238E27FC236}">
                <a16:creationId xmlns:a16="http://schemas.microsoft.com/office/drawing/2014/main" id="{D25560B8-3CD4-4D82-9496-AAE41AA3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5" name="矩形">
            <a:extLst xmlns:a="http://schemas.openxmlformats.org/drawingml/2006/main">
              <a:ext uri="{FF2B5EF4-FFF2-40B4-BE49-F238E27FC236}">
                <a16:creationId xmlns:a16="http://schemas.microsoft.com/office/drawing/2014/main" id="{8F73D067-BB4D-4076-868B-D694CF4F6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76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4575d34f14b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177" name="矩形">
            <a:extLst xmlns:a="http://schemas.openxmlformats.org/drawingml/2006/main">
              <a:ext uri="{FF2B5EF4-FFF2-40B4-BE49-F238E27FC236}">
                <a16:creationId xmlns:a16="http://schemas.microsoft.com/office/drawing/2014/main" id="{18C0523C-596D-40A4-B7DD-71A59727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8" name="汇报结构与核心问题">
            <a:extLst xmlns:a="http://schemas.openxmlformats.org/drawingml/2006/main">
              <a:ext uri="{FF2B5EF4-FFF2-40B4-BE49-F238E27FC236}">
                <a16:creationId xmlns:a16="http://schemas.microsoft.com/office/drawing/2014/main" id="{CFD72522-8E59-4818-92BF-8A754510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汇报结构与核心问题</a:t>
            </a:r>
          </a:p>
        </p:txBody>
      </p:sp>
      <p:sp>
        <p:nvSpPr>
          <p:cNvPr id="179" name="矩形">
            <a:extLst xmlns:a="http://schemas.openxmlformats.org/drawingml/2006/main">
              <a:ext uri="{FF2B5EF4-FFF2-40B4-BE49-F238E27FC236}">
                <a16:creationId xmlns:a16="http://schemas.microsoft.com/office/drawing/2014/main" id="{A7E4C10F-6CEC-400F-BAC9-1C66357C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80" name="STORYLINE">
            <a:extLst xmlns:a="http://schemas.openxmlformats.org/drawingml/2006/main">
              <a:ext uri="{FF2B5EF4-FFF2-40B4-BE49-F238E27FC236}">
                <a16:creationId xmlns:a16="http://schemas.microsoft.com/office/drawing/2014/main" id="{0293AC72-8137-4BFC-A436-2EC3FE48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STORYLINE</a:t>
            </a:r>
          </a:p>
        </p:txBody>
      </p:sp>
      <p:sp>
        <p:nvSpPr>
          <p:cNvPr id="181" name="矩形">
            <a:extLst xmlns:a="http://schemas.openxmlformats.org/drawingml/2006/main">
              <a:ext uri="{FF2B5EF4-FFF2-40B4-BE49-F238E27FC236}">
                <a16:creationId xmlns:a16="http://schemas.microsoft.com/office/drawing/2014/main" id="{4195ACC2-D2F2-4737-AA6C-8A58B58A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83" name="矩形">
            <a:extLst xmlns:a="http://schemas.openxmlformats.org/drawingml/2006/main">
              <a:ext uri="{FF2B5EF4-FFF2-40B4-BE49-F238E27FC236}">
                <a16:creationId xmlns:a16="http://schemas.microsoft.com/office/drawing/2014/main" id="{F8D2F7C0-E122-41D3-B212-F3921C9A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799"/>
            <a:ext cx="10668000" cy="4191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4" name="本次答辩围绕一个问题展开：高代价、可失败的蛋白质设计工具链，如何在执行中做可解释的规划与恢复决策。">
            <a:extLst xmlns:a="http://schemas.openxmlformats.org/drawingml/2006/main">
              <a:ext uri="{FF2B5EF4-FFF2-40B4-BE49-F238E27FC236}">
                <a16:creationId xmlns:a16="http://schemas.microsoft.com/office/drawing/2014/main" id="{99D45C8F-9DCC-47DD-B284-1C0CD3EA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66797"/>
            <a:ext cx="10668000" cy="266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本次答辩围绕一个问题展开：高代价、可失败的蛋白质设计工具链，如何在执行中做可解释的规划与恢复决策。</a:t>
            </a:r>
          </a:p>
        </p:txBody>
      </p:sp>
      <p:sp>
        <p:nvSpPr>
          <p:cNvPr id="185" name="圆角矩形 986">
            <a:extLst xmlns:a="http://schemas.openxmlformats.org/drawingml/2006/main">
              <a:ext uri="{FF2B5EF4-FFF2-40B4-BE49-F238E27FC236}">
                <a16:creationId xmlns:a16="http://schemas.microsoft.com/office/drawing/2014/main" id="{E870BDF5-25CE-4510-902B-2B892A46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695450" cy="20002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86" name="矩形">
            <a:extLst xmlns:a="http://schemas.openxmlformats.org/drawingml/2006/main">
              <a:ext uri="{FF2B5EF4-FFF2-40B4-BE49-F238E27FC236}">
                <a16:creationId xmlns:a16="http://schemas.microsoft.com/office/drawing/2014/main" id="{0572F754-3C9C-462C-8598-47CDB820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7" name="工程约束">
            <a:extLst xmlns:a="http://schemas.openxmlformats.org/drawingml/2006/main">
              <a:ext uri="{FF2B5EF4-FFF2-40B4-BE49-F238E27FC236}">
                <a16:creationId xmlns:a16="http://schemas.microsoft.com/office/drawing/2014/main" id="{40EEB874-FE51-4FF7-BE8A-B2CD8E20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19300"/>
            <a:ext cx="135255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工程约束</a:t>
            </a:r>
          </a:p>
        </p:txBody>
      </p:sp>
      <p:sp>
        <p:nvSpPr>
          <p:cNvPr id="188" name="矩形">
            <a:extLst xmlns:a="http://schemas.openxmlformats.org/drawingml/2006/main">
              <a:ext uri="{FF2B5EF4-FFF2-40B4-BE49-F238E27FC236}">
                <a16:creationId xmlns:a16="http://schemas.microsoft.com/office/drawing/2014/main" id="{5013816D-DBEE-4A5B-9790-297CB1BD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24098"/>
            <a:ext cx="1352550" cy="1485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9" name="多工具异构…">
            <a:extLst xmlns:a="http://schemas.openxmlformats.org/drawingml/2006/main">
              <a:ext uri="{FF2B5EF4-FFF2-40B4-BE49-F238E27FC236}">
                <a16:creationId xmlns:a16="http://schemas.microsoft.com/office/drawing/2014/main" id="{F7406FE5-CEF1-4653-898F-9BC89194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24098"/>
            <a:ext cx="1352550" cy="533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多工具异构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高代价调用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失败可恢复</a:t>
            </a:r>
          </a:p>
        </p:txBody>
      </p:sp>
      <p:sp>
        <p:nvSpPr>
          <p:cNvPr id="190" name="矩形">
            <a:extLst xmlns:a="http://schemas.openxmlformats.org/drawingml/2006/main">
              <a:ext uri="{FF2B5EF4-FFF2-40B4-BE49-F238E27FC236}">
                <a16:creationId xmlns:a16="http://schemas.microsoft.com/office/drawing/2014/main" id="{159A05C6-0E64-40D2-AFB5-FA65984A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809875"/>
            <a:ext cx="304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1" name="→">
            <a:extLst xmlns:a="http://schemas.openxmlformats.org/drawingml/2006/main">
              <a:ext uri="{FF2B5EF4-FFF2-40B4-BE49-F238E27FC236}">
                <a16:creationId xmlns:a16="http://schemas.microsoft.com/office/drawing/2014/main" id="{5249B535-1EE8-4B4C-839E-570FA735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809875"/>
            <a:ext cx="3048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192" name="圆角矩形 990">
            <a:extLst xmlns:a="http://schemas.openxmlformats.org/drawingml/2006/main">
              <a:ext uri="{FF2B5EF4-FFF2-40B4-BE49-F238E27FC236}">
                <a16:creationId xmlns:a16="http://schemas.microsoft.com/office/drawing/2014/main" id="{B11344DA-0F3A-4D50-9869-0B288A4C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85950"/>
            <a:ext cx="1695450" cy="20002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93" name="矩形">
            <a:extLst xmlns:a="http://schemas.openxmlformats.org/drawingml/2006/main">
              <a:ext uri="{FF2B5EF4-FFF2-40B4-BE49-F238E27FC236}">
                <a16:creationId xmlns:a16="http://schemas.microsoft.com/office/drawing/2014/main" id="{D3448717-DA40-45C9-93ED-84528CD4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193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94" name="系统支撑">
            <a:extLst xmlns:a="http://schemas.openxmlformats.org/drawingml/2006/main">
              <a:ext uri="{FF2B5EF4-FFF2-40B4-BE49-F238E27FC236}">
                <a16:creationId xmlns:a16="http://schemas.microsoft.com/office/drawing/2014/main" id="{1C65D3A5-D4C0-4CFA-BA04-5D52311F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19300"/>
            <a:ext cx="135255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系统支撑</a:t>
            </a:r>
          </a:p>
        </p:txBody>
      </p:sp>
      <p:sp>
        <p:nvSpPr>
          <p:cNvPr id="195" name="矩形">
            <a:extLst xmlns:a="http://schemas.openxmlformats.org/drawingml/2006/main">
              <a:ext uri="{FF2B5EF4-FFF2-40B4-BE49-F238E27FC236}">
                <a16:creationId xmlns:a16="http://schemas.microsoft.com/office/drawing/2014/main" id="{0C6DFD38-AEF5-40FB-A04B-9B4AD7D1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24098"/>
            <a:ext cx="1352550" cy="1485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96" name="五层架构…">
            <a:extLst xmlns:a="http://schemas.openxmlformats.org/drawingml/2006/main">
              <a:ext uri="{FF2B5EF4-FFF2-40B4-BE49-F238E27FC236}">
                <a16:creationId xmlns:a16="http://schemas.microsoft.com/office/drawing/2014/main" id="{B3941B6F-7103-4190-817F-25B0BACE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24098"/>
            <a:ext cx="1352550" cy="508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五层架构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结构化对象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FSM / HITL</a:t>
            </a:r>
          </a:p>
        </p:txBody>
      </p:sp>
      <p:sp>
        <p:nvSpPr>
          <p:cNvPr id="197" name="矩形">
            <a:extLst xmlns:a="http://schemas.openxmlformats.org/drawingml/2006/main">
              <a:ext uri="{FF2B5EF4-FFF2-40B4-BE49-F238E27FC236}">
                <a16:creationId xmlns:a16="http://schemas.microsoft.com/office/drawing/2014/main" id="{9865FBC0-1E05-4F13-9B20-080135CF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09875"/>
            <a:ext cx="304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8" name="→">
            <a:extLst xmlns:a="http://schemas.openxmlformats.org/drawingml/2006/main">
              <a:ext uri="{FF2B5EF4-FFF2-40B4-BE49-F238E27FC236}">
                <a16:creationId xmlns:a16="http://schemas.microsoft.com/office/drawing/2014/main" id="{7ED1CDA0-E0EF-4FD0-A477-D7D1F49E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09875"/>
            <a:ext cx="3048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199" name="圆角矩形 994">
            <a:extLst xmlns:a="http://schemas.openxmlformats.org/drawingml/2006/main">
              <a:ext uri="{FF2B5EF4-FFF2-40B4-BE49-F238E27FC236}">
                <a16:creationId xmlns:a16="http://schemas.microsoft.com/office/drawing/2014/main" id="{32AD8972-0D8C-40D4-8D2A-FE824905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85950"/>
            <a:ext cx="1695450" cy="20002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0052A5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00" name="矩形">
            <a:extLst xmlns:a="http://schemas.openxmlformats.org/drawingml/2006/main">
              <a:ext uri="{FF2B5EF4-FFF2-40B4-BE49-F238E27FC236}">
                <a16:creationId xmlns:a16="http://schemas.microsoft.com/office/drawing/2014/main" id="{96FABFD8-FEDA-4533-AAC3-306B9E00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193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01" name="核心算法">
            <a:extLst xmlns:a="http://schemas.openxmlformats.org/drawingml/2006/main">
              <a:ext uri="{FF2B5EF4-FFF2-40B4-BE49-F238E27FC236}">
                <a16:creationId xmlns:a16="http://schemas.microsoft.com/office/drawing/2014/main" id="{63970825-4AB7-4FC2-9C19-68DC5C2C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19300"/>
            <a:ext cx="135255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核心算法</a:t>
            </a:r>
          </a:p>
        </p:txBody>
      </p:sp>
      <p:sp>
        <p:nvSpPr>
          <p:cNvPr id="202" name="矩形">
            <a:extLst xmlns:a="http://schemas.openxmlformats.org/drawingml/2006/main">
              <a:ext uri="{FF2B5EF4-FFF2-40B4-BE49-F238E27FC236}">
                <a16:creationId xmlns:a16="http://schemas.microsoft.com/office/drawing/2014/main" id="{B9166E3C-46FD-44A6-BD40-B423FA63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24098"/>
            <a:ext cx="1352550" cy="1485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03" name="CEBRA-WP…">
            <a:extLst xmlns:a="http://schemas.openxmlformats.org/drawingml/2006/main">
              <a:ext uri="{FF2B5EF4-FFF2-40B4-BE49-F238E27FC236}">
                <a16:creationId xmlns:a16="http://schemas.microsoft.com/office/drawing/2014/main" id="{D9B03F5A-4B93-41AE-B37E-CD8358E7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24098"/>
            <a:ext cx="1352550" cy="508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CEBRA-WP</a:t>
            </a:r>
          </a:p>
          <a:p xmlns:a="http://schemas.openxmlformats.org/drawingml/2006/main"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静态规划</a:t>
            </a:r>
          </a:p>
          <a:p xmlns:a="http://schemas.openxmlformats.org/drawingml/2006/main"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运行时自适应</a:t>
            </a:r>
          </a:p>
        </p:txBody>
      </p:sp>
      <p:sp>
        <p:nvSpPr>
          <p:cNvPr id="204" name="矩形">
            <a:extLst xmlns:a="http://schemas.openxmlformats.org/drawingml/2006/main">
              <a:ext uri="{FF2B5EF4-FFF2-40B4-BE49-F238E27FC236}">
                <a16:creationId xmlns:a16="http://schemas.microsoft.com/office/drawing/2014/main" id="{8BF734F7-2BA4-4F73-9E4A-82DC67C4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9875"/>
            <a:ext cx="304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5" name="→">
            <a:extLst xmlns:a="http://schemas.openxmlformats.org/drawingml/2006/main">
              <a:ext uri="{FF2B5EF4-FFF2-40B4-BE49-F238E27FC236}">
                <a16:creationId xmlns:a16="http://schemas.microsoft.com/office/drawing/2014/main" id="{33653A07-0109-4994-A32F-BDA5C3FC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9875"/>
            <a:ext cx="3048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206" name="圆角矩形 998">
            <a:extLst xmlns:a="http://schemas.openxmlformats.org/drawingml/2006/main">
              <a:ext uri="{FF2B5EF4-FFF2-40B4-BE49-F238E27FC236}">
                <a16:creationId xmlns:a16="http://schemas.microsoft.com/office/drawing/2014/main" id="{42493789-0B3B-4BE6-B2A9-A4FEF589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85950"/>
            <a:ext cx="1695450" cy="20002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07" name="矩形">
            <a:extLst xmlns:a="http://schemas.openxmlformats.org/drawingml/2006/main">
              <a:ext uri="{FF2B5EF4-FFF2-40B4-BE49-F238E27FC236}">
                <a16:creationId xmlns:a16="http://schemas.microsoft.com/office/drawing/2014/main" id="{F1C2A405-3416-41FE-ABD2-4E12DFD9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193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08" name="工程落地">
            <a:extLst xmlns:a="http://schemas.openxmlformats.org/drawingml/2006/main">
              <a:ext uri="{FF2B5EF4-FFF2-40B4-BE49-F238E27FC236}">
                <a16:creationId xmlns:a16="http://schemas.microsoft.com/office/drawing/2014/main" id="{25CAD0DC-63F1-4579-8F63-4757FE82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19300"/>
            <a:ext cx="135255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工程落地</a:t>
            </a:r>
          </a:p>
        </p:txBody>
      </p:sp>
      <p:sp>
        <p:nvSpPr>
          <p:cNvPr id="209" name="矩形">
            <a:extLst xmlns:a="http://schemas.openxmlformats.org/drawingml/2006/main">
              <a:ext uri="{FF2B5EF4-FFF2-40B4-BE49-F238E27FC236}">
                <a16:creationId xmlns:a16="http://schemas.microsoft.com/office/drawing/2014/main" id="{ADBD967C-208C-44DE-8EDB-37A9EFE72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24098"/>
            <a:ext cx="1352550" cy="1485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10" name="RuntimeEvaluator…">
            <a:extLst xmlns:a="http://schemas.openxmlformats.org/drawingml/2006/main">
              <a:ext uri="{FF2B5EF4-FFF2-40B4-BE49-F238E27FC236}">
                <a16:creationId xmlns:a16="http://schemas.microsoft.com/office/drawing/2014/main" id="{1B322306-EFDB-447C-8BC2-23F92EB7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24098"/>
            <a:ext cx="1352550" cy="457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RuntimeEvaluator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ToolAdapter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EventLog / Snapshot</a:t>
            </a:r>
          </a:p>
        </p:txBody>
      </p:sp>
      <p:sp>
        <p:nvSpPr>
          <p:cNvPr id="211" name="矩形">
            <a:extLst xmlns:a="http://schemas.openxmlformats.org/drawingml/2006/main">
              <a:ext uri="{FF2B5EF4-FFF2-40B4-BE49-F238E27FC236}">
                <a16:creationId xmlns:a16="http://schemas.microsoft.com/office/drawing/2014/main" id="{77BA9317-3358-4CB3-AAAA-4445F460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09875"/>
            <a:ext cx="304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2" name="→">
            <a:extLst xmlns:a="http://schemas.openxmlformats.org/drawingml/2006/main">
              <a:ext uri="{FF2B5EF4-FFF2-40B4-BE49-F238E27FC236}">
                <a16:creationId xmlns:a16="http://schemas.microsoft.com/office/drawing/2014/main" id="{E15D51DC-419C-45AC-9F90-D5C22AAB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09875"/>
            <a:ext cx="3048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213" name="圆角矩形 1002">
            <a:extLst xmlns:a="http://schemas.openxmlformats.org/drawingml/2006/main">
              <a:ext uri="{FF2B5EF4-FFF2-40B4-BE49-F238E27FC236}">
                <a16:creationId xmlns:a16="http://schemas.microsoft.com/office/drawing/2014/main" id="{F6B73D5F-2BBC-4AD1-95D6-B3F168AA0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85950"/>
            <a:ext cx="1695450" cy="2000250"/>
          </a:xfrm>
          <a:prstGeom xmlns:a="http://schemas.openxmlformats.org/drawingml/2006/main" prst="roundRect">
            <a:avLst>
              <a:gd name="adj" fmla="val 44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14" name="矩形">
            <a:extLst xmlns:a="http://schemas.openxmlformats.org/drawingml/2006/main">
              <a:ext uri="{FF2B5EF4-FFF2-40B4-BE49-F238E27FC236}">
                <a16:creationId xmlns:a16="http://schemas.microsoft.com/office/drawing/2014/main" id="{61978267-F13B-4D21-AD36-EC78287E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1930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15" name="验证边界">
            <a:extLst xmlns:a="http://schemas.openxmlformats.org/drawingml/2006/main">
              <a:ext uri="{FF2B5EF4-FFF2-40B4-BE49-F238E27FC236}">
                <a16:creationId xmlns:a16="http://schemas.microsoft.com/office/drawing/2014/main" id="{F61BAA08-D66F-4263-A454-BA337688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019300"/>
            <a:ext cx="135255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验证边界</a:t>
            </a:r>
          </a:p>
        </p:txBody>
      </p:sp>
      <p:sp>
        <p:nvSpPr>
          <p:cNvPr id="216" name="矩形">
            <a:extLst xmlns:a="http://schemas.openxmlformats.org/drawingml/2006/main">
              <a:ext uri="{FF2B5EF4-FFF2-40B4-BE49-F238E27FC236}">
                <a16:creationId xmlns:a16="http://schemas.microsoft.com/office/drawing/2014/main" id="{6D2A0CD8-68EA-4C7B-8B5D-B8FF5DD6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24098"/>
            <a:ext cx="1352550" cy="148590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17" name="13 个测试用例…">
            <a:extLst xmlns:a="http://schemas.openxmlformats.org/drawingml/2006/main">
              <a:ext uri="{FF2B5EF4-FFF2-40B4-BE49-F238E27FC236}">
                <a16:creationId xmlns:a16="http://schemas.microsoft.com/office/drawing/2014/main" id="{D6FF2C85-A643-4B5F-8C51-FF493AFE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24098"/>
            <a:ext cx="1352550" cy="533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13 个测试用例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84-run 消融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结论不过度外推</a:t>
            </a:r>
          </a:p>
        </p:txBody>
      </p:sp>
      <p:sp>
        <p:nvSpPr>
          <p:cNvPr id="218" name="圆角矩形 1005">
            <a:extLst xmlns:a="http://schemas.openxmlformats.org/drawingml/2006/main">
              <a:ext uri="{FF2B5EF4-FFF2-40B4-BE49-F238E27FC236}">
                <a16:creationId xmlns:a16="http://schemas.microsoft.com/office/drawing/2014/main" id="{DA31EAEE-3C7F-4183-8BED-97E7AAF8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476750"/>
            <a:ext cx="80962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19" name="矩形">
            <a:extLst xmlns:a="http://schemas.openxmlformats.org/drawingml/2006/main">
              <a:ext uri="{FF2B5EF4-FFF2-40B4-BE49-F238E27FC236}">
                <a16:creationId xmlns:a16="http://schemas.microsoft.com/office/drawing/2014/main" id="{B5D286CC-683B-434C-866E-4E54ADC7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610100"/>
            <a:ext cx="775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0" name="核心判断">
            <a:extLst xmlns:a="http://schemas.openxmlformats.org/drawingml/2006/main">
              <a:ext uri="{FF2B5EF4-FFF2-40B4-BE49-F238E27FC236}">
                <a16:creationId xmlns:a16="http://schemas.microsoft.com/office/drawing/2014/main" id="{6AFF1BAD-3360-4C0C-9A4B-27BB028A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610100"/>
            <a:ext cx="775335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核心判断</a:t>
            </a:r>
          </a:p>
        </p:txBody>
      </p:sp>
      <p:sp>
        <p:nvSpPr>
          <p:cNvPr id="221" name="矩形">
            <a:extLst xmlns:a="http://schemas.openxmlformats.org/drawingml/2006/main">
              <a:ext uri="{FF2B5EF4-FFF2-40B4-BE49-F238E27FC236}">
                <a16:creationId xmlns:a16="http://schemas.microsoft.com/office/drawing/2014/main" id="{17A34939-7E81-48F3-B61C-EB850665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914898"/>
            <a:ext cx="7753350" cy="3905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2" name="贡献集中在运行时工作流规划：先约束候选可执行；…">
            <a:extLst xmlns:a="http://schemas.openxmlformats.org/drawingml/2006/main">
              <a:ext uri="{FF2B5EF4-FFF2-40B4-BE49-F238E27FC236}">
                <a16:creationId xmlns:a16="http://schemas.microsoft.com/office/drawing/2014/main" id="{99911103-1FDC-48D5-97B8-224E2776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4914898"/>
            <a:ext cx="7753350" cy="406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贡献集中在运行时工作流规划：先约束候选可执行；</a:t>
            </a:r>
          </a:p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再依据运行时证据选择 continue / patch_local / suffix_replan / stop。</a:t>
            </a:r>
          </a:p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9AF6A612-260C-4F5C-9A8E-8BDE83728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4409008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矩形">
            <a:extLst xmlns:a="http://schemas.openxmlformats.org/drawingml/2006/main">
              <a:ext uri="{FF2B5EF4-FFF2-40B4-BE49-F238E27FC236}">
                <a16:creationId xmlns:a16="http://schemas.microsoft.com/office/drawing/2014/main" id="{A2B2F723-B098-4B44-9310-B59C7D7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25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9a93178db348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226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8ee6d6a9645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227" name="矩形">
            <a:extLst xmlns:a="http://schemas.openxmlformats.org/drawingml/2006/main">
              <a:ext uri="{FF2B5EF4-FFF2-40B4-BE49-F238E27FC236}">
                <a16:creationId xmlns:a16="http://schemas.microsoft.com/office/drawing/2014/main" id="{6DCC79D3-7604-4E21-8BEF-99D82A1F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8" name="矩形">
            <a:extLst xmlns:a="http://schemas.openxmlformats.org/drawingml/2006/main">
              <a:ext uri="{FF2B5EF4-FFF2-40B4-BE49-F238E27FC236}">
                <a16:creationId xmlns:a16="http://schemas.microsoft.com/office/drawing/2014/main" id="{94BC9A95-8A85-4D4E-B54F-EFF3032B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9" name="矩形">
            <a:extLst xmlns:a="http://schemas.openxmlformats.org/drawingml/2006/main">
              <a:ext uri="{FF2B5EF4-FFF2-40B4-BE49-F238E27FC236}">
                <a16:creationId xmlns:a16="http://schemas.microsoft.com/office/drawing/2014/main" id="{981CD6A2-98B9-4AA9-8E41-ECFDCAB6C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0" name="矩形">
            <a:extLst xmlns:a="http://schemas.openxmlformats.org/drawingml/2006/main">
              <a:ext uri="{FF2B5EF4-FFF2-40B4-BE49-F238E27FC236}">
                <a16:creationId xmlns:a16="http://schemas.microsoft.com/office/drawing/2014/main" id="{D22118F5-5E2D-4404-8301-93771E64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1" name="矩形">
            <a:extLst xmlns:a="http://schemas.openxmlformats.org/drawingml/2006/main">
              <a:ext uri="{FF2B5EF4-FFF2-40B4-BE49-F238E27FC236}">
                <a16:creationId xmlns:a16="http://schemas.microsoft.com/office/drawing/2014/main" id="{9A01C76A-6545-4BB3-A1AA-B5F70BC7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2" name="矩形">
            <a:extLst xmlns:a="http://schemas.openxmlformats.org/drawingml/2006/main">
              <a:ext uri="{FF2B5EF4-FFF2-40B4-BE49-F238E27FC236}">
                <a16:creationId xmlns:a16="http://schemas.microsoft.com/office/drawing/2014/main" id="{44BD1875-C246-4A40-8C0E-8FD21639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3" name="矩形">
            <a:extLst xmlns:a="http://schemas.openxmlformats.org/drawingml/2006/main">
              <a:ext uri="{FF2B5EF4-FFF2-40B4-BE49-F238E27FC236}">
                <a16:creationId xmlns:a16="http://schemas.microsoft.com/office/drawing/2014/main" id="{DF33C946-A66F-41E5-A708-CF8245C6C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4" name="矩形">
            <a:extLst xmlns:a="http://schemas.openxmlformats.org/drawingml/2006/main">
              <a:ext uri="{FF2B5EF4-FFF2-40B4-BE49-F238E27FC236}">
                <a16:creationId xmlns:a16="http://schemas.microsoft.com/office/drawing/2014/main" id="{D40D3671-2C1A-4EF2-8910-ABDEE89C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5" name="矩形">
            <a:extLst xmlns:a="http://schemas.openxmlformats.org/drawingml/2006/main">
              <a:ext uri="{FF2B5EF4-FFF2-40B4-BE49-F238E27FC236}">
                <a16:creationId xmlns:a16="http://schemas.microsoft.com/office/drawing/2014/main" id="{E1EF72A1-DED5-407D-AC6D-3DAA47B3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6" name="矩形">
            <a:extLst xmlns:a="http://schemas.openxmlformats.org/drawingml/2006/main">
              <a:ext uri="{FF2B5EF4-FFF2-40B4-BE49-F238E27FC236}">
                <a16:creationId xmlns:a16="http://schemas.microsoft.com/office/drawing/2014/main" id="{56CDBD9E-2DCE-4BFB-B858-0BDE127EB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7" name="矩形">
            <a:extLst xmlns:a="http://schemas.openxmlformats.org/drawingml/2006/main">
              <a:ext uri="{FF2B5EF4-FFF2-40B4-BE49-F238E27FC236}">
                <a16:creationId xmlns:a16="http://schemas.microsoft.com/office/drawing/2014/main" id="{4FF522B6-179A-4526-8853-174C7DE0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8" name="矩形">
            <a:extLst xmlns:a="http://schemas.openxmlformats.org/drawingml/2006/main">
              <a:ext uri="{FF2B5EF4-FFF2-40B4-BE49-F238E27FC236}">
                <a16:creationId xmlns:a16="http://schemas.microsoft.com/office/drawing/2014/main" id="{11BF2F93-78BF-44EF-865D-6B171DDA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39" name="矩形">
            <a:extLst xmlns:a="http://schemas.openxmlformats.org/drawingml/2006/main">
              <a:ext uri="{FF2B5EF4-FFF2-40B4-BE49-F238E27FC236}">
                <a16:creationId xmlns:a16="http://schemas.microsoft.com/office/drawing/2014/main" id="{8647625E-0906-49E4-8459-DD2E0755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0" name="矩形">
            <a:extLst xmlns:a="http://schemas.openxmlformats.org/drawingml/2006/main">
              <a:ext uri="{FF2B5EF4-FFF2-40B4-BE49-F238E27FC236}">
                <a16:creationId xmlns:a16="http://schemas.microsoft.com/office/drawing/2014/main" id="{F614155F-0B0B-4D4D-A5EB-0F3DA8CD9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1" name="矩形">
            <a:extLst xmlns:a="http://schemas.openxmlformats.org/drawingml/2006/main">
              <a:ext uri="{FF2B5EF4-FFF2-40B4-BE49-F238E27FC236}">
                <a16:creationId xmlns:a16="http://schemas.microsoft.com/office/drawing/2014/main" id="{08D5996D-62E4-46BF-BD1E-DF579A0D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2" name="矩形">
            <a:extLst xmlns:a="http://schemas.openxmlformats.org/drawingml/2006/main">
              <a:ext uri="{FF2B5EF4-FFF2-40B4-BE49-F238E27FC236}">
                <a16:creationId xmlns:a16="http://schemas.microsoft.com/office/drawing/2014/main" id="{5A2E346D-43D7-4DD0-811E-7D77D26B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3" name="矩形">
            <a:extLst xmlns:a="http://schemas.openxmlformats.org/drawingml/2006/main">
              <a:ext uri="{FF2B5EF4-FFF2-40B4-BE49-F238E27FC236}">
                <a16:creationId xmlns:a16="http://schemas.microsoft.com/office/drawing/2014/main" id="{01E72A96-C11D-4DBA-8924-DAA32328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4" name="矩形">
            <a:extLst xmlns:a="http://schemas.openxmlformats.org/drawingml/2006/main">
              <a:ext uri="{FF2B5EF4-FFF2-40B4-BE49-F238E27FC236}">
                <a16:creationId xmlns:a16="http://schemas.microsoft.com/office/drawing/2014/main" id="{6BE2C763-AF42-4C5E-8C77-0C7C54DF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5" name="矩形">
            <a:extLst xmlns:a="http://schemas.openxmlformats.org/drawingml/2006/main">
              <a:ext uri="{FF2B5EF4-FFF2-40B4-BE49-F238E27FC236}">
                <a16:creationId xmlns:a16="http://schemas.microsoft.com/office/drawing/2014/main" id="{AAD10DEF-BF11-4D2D-A754-DADC7C07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6" name="矩形">
            <a:extLst xmlns:a="http://schemas.openxmlformats.org/drawingml/2006/main">
              <a:ext uri="{FF2B5EF4-FFF2-40B4-BE49-F238E27FC236}">
                <a16:creationId xmlns:a16="http://schemas.microsoft.com/office/drawing/2014/main" id="{BFBC4E67-A3DF-43C0-A088-11031C64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7" name="矩形">
            <a:extLst xmlns:a="http://schemas.openxmlformats.org/drawingml/2006/main">
              <a:ext uri="{FF2B5EF4-FFF2-40B4-BE49-F238E27FC236}">
                <a16:creationId xmlns:a16="http://schemas.microsoft.com/office/drawing/2014/main" id="{7B3E1491-3841-48D6-9244-3D8B1225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8" name="矩形">
            <a:extLst xmlns:a="http://schemas.openxmlformats.org/drawingml/2006/main">
              <a:ext uri="{FF2B5EF4-FFF2-40B4-BE49-F238E27FC236}">
                <a16:creationId xmlns:a16="http://schemas.microsoft.com/office/drawing/2014/main" id="{35270973-152B-4707-8179-AE5BDCB2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49" name="矩形">
            <a:extLst xmlns:a="http://schemas.openxmlformats.org/drawingml/2006/main">
              <a:ext uri="{FF2B5EF4-FFF2-40B4-BE49-F238E27FC236}">
                <a16:creationId xmlns:a16="http://schemas.microsoft.com/office/drawing/2014/main" id="{5442E2D9-287A-42BC-A4CC-79C6BC8B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50" name="矩形">
            <a:extLst xmlns:a="http://schemas.openxmlformats.org/drawingml/2006/main">
              <a:ext uri="{FF2B5EF4-FFF2-40B4-BE49-F238E27FC236}">
                <a16:creationId xmlns:a16="http://schemas.microsoft.com/office/drawing/2014/main" id="{23970696-4F95-4025-A36B-8EDC75B5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51" name="矩形">
            <a:extLst xmlns:a="http://schemas.openxmlformats.org/drawingml/2006/main">
              <a:ext uri="{FF2B5EF4-FFF2-40B4-BE49-F238E27FC236}">
                <a16:creationId xmlns:a16="http://schemas.microsoft.com/office/drawing/2014/main" id="{4C05A35C-C7F5-440F-98EE-EDE0A439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52" name="矩形">
            <a:extLst xmlns:a="http://schemas.openxmlformats.org/drawingml/2006/main">
              <a:ext uri="{FF2B5EF4-FFF2-40B4-BE49-F238E27FC236}">
                <a16:creationId xmlns:a16="http://schemas.microsoft.com/office/drawing/2014/main" id="{AE260AD9-36FB-49FA-8E05-533FA449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53" name="矩形">
            <a:extLst xmlns:a="http://schemas.openxmlformats.org/drawingml/2006/main">
              <a:ext uri="{FF2B5EF4-FFF2-40B4-BE49-F238E27FC236}">
                <a16:creationId xmlns:a16="http://schemas.microsoft.com/office/drawing/2014/main" id="{A27AA6C5-0FAD-4E30-8B46-25D48EEA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54" name="矩形">
            <a:extLst xmlns:a="http://schemas.openxmlformats.org/drawingml/2006/main">
              <a:ext uri="{FF2B5EF4-FFF2-40B4-BE49-F238E27FC236}">
                <a16:creationId xmlns:a16="http://schemas.microsoft.com/office/drawing/2014/main" id="{AC978682-DC67-4D75-9FB3-CB2E0DEF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55" name="矩形">
            <a:extLst xmlns:a="http://schemas.openxmlformats.org/drawingml/2006/main">
              <a:ext uri="{FF2B5EF4-FFF2-40B4-BE49-F238E27FC236}">
                <a16:creationId xmlns:a16="http://schemas.microsoft.com/office/drawing/2014/main" id="{F8F54829-9C74-46D7-B6E0-6A5DB791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56" name="矩形">
            <a:extLst xmlns:a="http://schemas.openxmlformats.org/drawingml/2006/main">
              <a:ext uri="{FF2B5EF4-FFF2-40B4-BE49-F238E27FC236}">
                <a16:creationId xmlns:a16="http://schemas.microsoft.com/office/drawing/2014/main" id="{3505670E-A251-491C-83CC-1FDC11F2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57" name="矩形">
            <a:extLst xmlns:a="http://schemas.openxmlformats.org/drawingml/2006/main">
              <a:ext uri="{FF2B5EF4-FFF2-40B4-BE49-F238E27FC236}">
                <a16:creationId xmlns:a16="http://schemas.microsoft.com/office/drawing/2014/main" id="{62C12283-4C28-45D8-BE0B-CA709820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58" name="矩形">
            <a:extLst xmlns:a="http://schemas.openxmlformats.org/drawingml/2006/main">
              <a:ext uri="{FF2B5EF4-FFF2-40B4-BE49-F238E27FC236}">
                <a16:creationId xmlns:a16="http://schemas.microsoft.com/office/drawing/2014/main" id="{6F71586E-D44E-4EC7-8E62-71B8F1CC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59" name="矩形">
            <a:extLst xmlns:a="http://schemas.openxmlformats.org/drawingml/2006/main">
              <a:ext uri="{FF2B5EF4-FFF2-40B4-BE49-F238E27FC236}">
                <a16:creationId xmlns:a16="http://schemas.microsoft.com/office/drawing/2014/main" id="{BC8C3CA5-64D6-45A4-A9BE-A0B02CEA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60" name="矩形">
            <a:extLst xmlns:a="http://schemas.openxmlformats.org/drawingml/2006/main">
              <a:ext uri="{FF2B5EF4-FFF2-40B4-BE49-F238E27FC236}">
                <a16:creationId xmlns:a16="http://schemas.microsoft.com/office/drawing/2014/main" id="{21694781-96DC-456F-9643-08AE4873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61" name="矩形">
            <a:extLst xmlns:a="http://schemas.openxmlformats.org/drawingml/2006/main">
              <a:ext uri="{FF2B5EF4-FFF2-40B4-BE49-F238E27FC236}">
                <a16:creationId xmlns:a16="http://schemas.microsoft.com/office/drawing/2014/main" id="{D00F6CCC-40F1-45EB-AA90-6CA12698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62" name="矩形">
            <a:extLst xmlns:a="http://schemas.openxmlformats.org/drawingml/2006/main">
              <a:ext uri="{FF2B5EF4-FFF2-40B4-BE49-F238E27FC236}">
                <a16:creationId xmlns:a16="http://schemas.microsoft.com/office/drawing/2014/main" id="{21908F26-37F8-45BC-8FF6-A3A51A53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63" name="矩形">
            <a:extLst xmlns:a="http://schemas.openxmlformats.org/drawingml/2006/main">
              <a:ext uri="{FF2B5EF4-FFF2-40B4-BE49-F238E27FC236}">
                <a16:creationId xmlns:a16="http://schemas.microsoft.com/office/drawing/2014/main" id="{9CBD81E9-A85B-4230-9996-EA3D7A3C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64" name="矩形">
            <a:extLst xmlns:a="http://schemas.openxmlformats.org/drawingml/2006/main">
              <a:ext uri="{FF2B5EF4-FFF2-40B4-BE49-F238E27FC236}">
                <a16:creationId xmlns:a16="http://schemas.microsoft.com/office/drawing/2014/main" id="{A8B115E9-249F-4A48-8F6F-865CD6047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65" name="矩形">
            <a:extLst xmlns:a="http://schemas.openxmlformats.org/drawingml/2006/main">
              <a:ext uri="{FF2B5EF4-FFF2-40B4-BE49-F238E27FC236}">
                <a16:creationId xmlns:a16="http://schemas.microsoft.com/office/drawing/2014/main" id="{4B82ED76-244A-473D-8C7A-12A4BF843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66" name="矩形">
            <a:extLst xmlns:a="http://schemas.openxmlformats.org/drawingml/2006/main">
              <a:ext uri="{FF2B5EF4-FFF2-40B4-BE49-F238E27FC236}">
                <a16:creationId xmlns:a16="http://schemas.microsoft.com/office/drawing/2014/main" id="{B70DAF53-C8E7-4217-8749-D1076B69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67" name="矩形">
            <a:extLst xmlns:a="http://schemas.openxmlformats.org/drawingml/2006/main">
              <a:ext uri="{FF2B5EF4-FFF2-40B4-BE49-F238E27FC236}">
                <a16:creationId xmlns:a16="http://schemas.microsoft.com/office/drawing/2014/main" id="{0EED20BA-A8D0-4985-92B1-94239FA0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68" name="矩形">
            <a:extLst xmlns:a="http://schemas.openxmlformats.org/drawingml/2006/main">
              <a:ext uri="{FF2B5EF4-FFF2-40B4-BE49-F238E27FC236}">
                <a16:creationId xmlns:a16="http://schemas.microsoft.com/office/drawing/2014/main" id="{0276C275-62DD-43A2-BEFB-50202596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69" name="矩形">
            <a:extLst xmlns:a="http://schemas.openxmlformats.org/drawingml/2006/main">
              <a:ext uri="{FF2B5EF4-FFF2-40B4-BE49-F238E27FC236}">
                <a16:creationId xmlns:a16="http://schemas.microsoft.com/office/drawing/2014/main" id="{09B9BF96-221B-4ACA-A8B6-6C4818B1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70" name="矩形">
            <a:extLst xmlns:a="http://schemas.openxmlformats.org/drawingml/2006/main">
              <a:ext uri="{FF2B5EF4-FFF2-40B4-BE49-F238E27FC236}">
                <a16:creationId xmlns:a16="http://schemas.microsoft.com/office/drawing/2014/main" id="{A47BB007-52E4-409B-918E-BD3874C2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71" name="矩形">
            <a:extLst xmlns:a="http://schemas.openxmlformats.org/drawingml/2006/main">
              <a:ext uri="{FF2B5EF4-FFF2-40B4-BE49-F238E27FC236}">
                <a16:creationId xmlns:a16="http://schemas.microsoft.com/office/drawing/2014/main" id="{991E3A1A-12CE-4E5D-8AE6-5222A609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72" name="矩形">
            <a:extLst xmlns:a="http://schemas.openxmlformats.org/drawingml/2006/main">
              <a:ext uri="{FF2B5EF4-FFF2-40B4-BE49-F238E27FC236}">
                <a16:creationId xmlns:a16="http://schemas.microsoft.com/office/drawing/2014/main" id="{DD992A06-5907-4CAD-B2CB-D7A6E9AF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73" name="矩形">
            <a:extLst xmlns:a="http://schemas.openxmlformats.org/drawingml/2006/main">
              <a:ext uri="{FF2B5EF4-FFF2-40B4-BE49-F238E27FC236}">
                <a16:creationId xmlns:a16="http://schemas.microsoft.com/office/drawing/2014/main" id="{6F83ABD2-BC12-4CC1-B57A-8F1086D7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74" name="矩形">
            <a:extLst xmlns:a="http://schemas.openxmlformats.org/drawingml/2006/main">
              <a:ext uri="{FF2B5EF4-FFF2-40B4-BE49-F238E27FC236}">
                <a16:creationId xmlns:a16="http://schemas.microsoft.com/office/drawing/2014/main" id="{17CC903C-D441-465C-8F7D-DA4C1AA0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75" name="矩形">
            <a:extLst xmlns:a="http://schemas.openxmlformats.org/drawingml/2006/main">
              <a:ext uri="{FF2B5EF4-FFF2-40B4-BE49-F238E27FC236}">
                <a16:creationId xmlns:a16="http://schemas.microsoft.com/office/drawing/2014/main" id="{49A4F42B-08A0-44B8-9A58-01E7E1DD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76" name="矩形">
            <a:extLst xmlns:a="http://schemas.openxmlformats.org/drawingml/2006/main">
              <a:ext uri="{FF2B5EF4-FFF2-40B4-BE49-F238E27FC236}">
                <a16:creationId xmlns:a16="http://schemas.microsoft.com/office/drawing/2014/main" id="{340AFDC5-7AA7-4B8E-920F-AF122900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77" name="矩形">
            <a:extLst xmlns:a="http://schemas.openxmlformats.org/drawingml/2006/main">
              <a:ext uri="{FF2B5EF4-FFF2-40B4-BE49-F238E27FC236}">
                <a16:creationId xmlns:a16="http://schemas.microsoft.com/office/drawing/2014/main" id="{9E45A06B-C767-4E46-A7E8-365496DE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78" name="矩形">
            <a:extLst xmlns:a="http://schemas.openxmlformats.org/drawingml/2006/main">
              <a:ext uri="{FF2B5EF4-FFF2-40B4-BE49-F238E27FC236}">
                <a16:creationId xmlns:a16="http://schemas.microsoft.com/office/drawing/2014/main" id="{6C5C2A67-0B28-4EAF-95BC-D1187E52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79" name="矩形">
            <a:extLst xmlns:a="http://schemas.openxmlformats.org/drawingml/2006/main">
              <a:ext uri="{FF2B5EF4-FFF2-40B4-BE49-F238E27FC236}">
                <a16:creationId xmlns:a16="http://schemas.microsoft.com/office/drawing/2014/main" id="{79087729-05A3-4C6A-B47A-E3340D83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80" name="矩形">
            <a:extLst xmlns:a="http://schemas.openxmlformats.org/drawingml/2006/main">
              <a:ext uri="{FF2B5EF4-FFF2-40B4-BE49-F238E27FC236}">
                <a16:creationId xmlns:a16="http://schemas.microsoft.com/office/drawing/2014/main" id="{5975348E-7DB3-4123-83D6-5E94ECF3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81" name="矩形">
            <a:extLst xmlns:a="http://schemas.openxmlformats.org/drawingml/2006/main">
              <a:ext uri="{FF2B5EF4-FFF2-40B4-BE49-F238E27FC236}">
                <a16:creationId xmlns:a16="http://schemas.microsoft.com/office/drawing/2014/main" id="{A492055B-2DB8-4C3B-9E7C-1259A5F0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82" name="矩形">
            <a:extLst xmlns:a="http://schemas.openxmlformats.org/drawingml/2006/main">
              <a:ext uri="{FF2B5EF4-FFF2-40B4-BE49-F238E27FC236}">
                <a16:creationId xmlns:a16="http://schemas.microsoft.com/office/drawing/2014/main" id="{234AF7DE-ACEA-4299-84C2-27A85300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83" name="矩形">
            <a:extLst xmlns:a="http://schemas.openxmlformats.org/drawingml/2006/main">
              <a:ext uri="{FF2B5EF4-FFF2-40B4-BE49-F238E27FC236}">
                <a16:creationId xmlns:a16="http://schemas.microsoft.com/office/drawing/2014/main" id="{7CC0BE02-67AD-4004-8E83-FFEEB4A9D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84" name="矩形">
            <a:extLst xmlns:a="http://schemas.openxmlformats.org/drawingml/2006/main">
              <a:ext uri="{FF2B5EF4-FFF2-40B4-BE49-F238E27FC236}">
                <a16:creationId xmlns:a16="http://schemas.microsoft.com/office/drawing/2014/main" id="{EFA6B008-B76D-4E12-8097-FB94392A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85" name="矩形">
            <a:extLst xmlns:a="http://schemas.openxmlformats.org/drawingml/2006/main">
              <a:ext uri="{FF2B5EF4-FFF2-40B4-BE49-F238E27FC236}">
                <a16:creationId xmlns:a16="http://schemas.microsoft.com/office/drawing/2014/main" id="{F61504D4-F1BF-40CF-B38B-9BB50CAB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86" name="矩形">
            <a:extLst xmlns:a="http://schemas.openxmlformats.org/drawingml/2006/main">
              <a:ext uri="{FF2B5EF4-FFF2-40B4-BE49-F238E27FC236}">
                <a16:creationId xmlns:a16="http://schemas.microsoft.com/office/drawing/2014/main" id="{337278CA-AE4B-42AD-B030-5D50FA0F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87" name="矩形">
            <a:extLst xmlns:a="http://schemas.openxmlformats.org/drawingml/2006/main">
              <a:ext uri="{FF2B5EF4-FFF2-40B4-BE49-F238E27FC236}">
                <a16:creationId xmlns:a16="http://schemas.microsoft.com/office/drawing/2014/main" id="{F0CB0B0B-2CF9-4854-B4C8-D8213CB9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88" name="矩形">
            <a:extLst xmlns:a="http://schemas.openxmlformats.org/drawingml/2006/main">
              <a:ext uri="{FF2B5EF4-FFF2-40B4-BE49-F238E27FC236}">
                <a16:creationId xmlns:a16="http://schemas.microsoft.com/office/drawing/2014/main" id="{1C3C60C3-66F2-4E94-B6F9-BA71839D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89" name="矩形">
            <a:extLst xmlns:a="http://schemas.openxmlformats.org/drawingml/2006/main">
              <a:ext uri="{FF2B5EF4-FFF2-40B4-BE49-F238E27FC236}">
                <a16:creationId xmlns:a16="http://schemas.microsoft.com/office/drawing/2014/main" id="{3BBA8FFF-5291-4687-8497-7148B31B7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90" name="矩形">
            <a:extLst xmlns:a="http://schemas.openxmlformats.org/drawingml/2006/main">
              <a:ext uri="{FF2B5EF4-FFF2-40B4-BE49-F238E27FC236}">
                <a16:creationId xmlns:a16="http://schemas.microsoft.com/office/drawing/2014/main" id="{52936510-C955-4B4C-ABA3-6BFF6D2F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91" name="矩形">
            <a:extLst xmlns:a="http://schemas.openxmlformats.org/drawingml/2006/main">
              <a:ext uri="{FF2B5EF4-FFF2-40B4-BE49-F238E27FC236}">
                <a16:creationId xmlns:a16="http://schemas.microsoft.com/office/drawing/2014/main" id="{4185B9DE-FB6D-4376-BDCD-96B07563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92" name="矩形">
            <a:extLst xmlns:a="http://schemas.openxmlformats.org/drawingml/2006/main">
              <a:ext uri="{FF2B5EF4-FFF2-40B4-BE49-F238E27FC236}">
                <a16:creationId xmlns:a16="http://schemas.microsoft.com/office/drawing/2014/main" id="{064FEA50-23D4-4096-8852-097E2CFC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93" name="矩形">
            <a:extLst xmlns:a="http://schemas.openxmlformats.org/drawingml/2006/main">
              <a:ext uri="{FF2B5EF4-FFF2-40B4-BE49-F238E27FC236}">
                <a16:creationId xmlns:a16="http://schemas.microsoft.com/office/drawing/2014/main" id="{C9B94156-9B18-416D-B817-3D9A321D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94" name="矩形">
            <a:extLst xmlns:a="http://schemas.openxmlformats.org/drawingml/2006/main">
              <a:ext uri="{FF2B5EF4-FFF2-40B4-BE49-F238E27FC236}">
                <a16:creationId xmlns:a16="http://schemas.microsoft.com/office/drawing/2014/main" id="{73400CCB-57AE-4D56-91F4-E88C392F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95" name="矩形">
            <a:extLst xmlns:a="http://schemas.openxmlformats.org/drawingml/2006/main">
              <a:ext uri="{FF2B5EF4-FFF2-40B4-BE49-F238E27FC236}">
                <a16:creationId xmlns:a16="http://schemas.microsoft.com/office/drawing/2014/main" id="{E7B45CA9-D36D-4450-BE49-44FB6ED9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96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c70650b454e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297" name="矩形">
            <a:extLst xmlns:a="http://schemas.openxmlformats.org/drawingml/2006/main">
              <a:ext uri="{FF2B5EF4-FFF2-40B4-BE49-F238E27FC236}">
                <a16:creationId xmlns:a16="http://schemas.microsoft.com/office/drawing/2014/main" id="{AF5E03D7-EA0D-4F15-9B53-628956A5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98" name="为什么需要工作流规划机制">
            <a:extLst xmlns:a="http://schemas.openxmlformats.org/drawingml/2006/main">
              <a:ext uri="{FF2B5EF4-FFF2-40B4-BE49-F238E27FC236}">
                <a16:creationId xmlns:a16="http://schemas.microsoft.com/office/drawing/2014/main" id="{99222D8F-31C7-4D7B-B7E5-CE366F4B0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为什么需要工作流规划机制</a:t>
            </a:r>
          </a:p>
        </p:txBody>
      </p:sp>
      <p:sp>
        <p:nvSpPr>
          <p:cNvPr id="299" name="矩形">
            <a:extLst xmlns:a="http://schemas.openxmlformats.org/drawingml/2006/main">
              <a:ext uri="{FF2B5EF4-FFF2-40B4-BE49-F238E27FC236}">
                <a16:creationId xmlns:a16="http://schemas.microsoft.com/office/drawing/2014/main" id="{5853707C-4903-4D5C-8750-4847D86C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300" name="PROBLEM">
            <a:extLst xmlns:a="http://schemas.openxmlformats.org/drawingml/2006/main">
              <a:ext uri="{FF2B5EF4-FFF2-40B4-BE49-F238E27FC236}">
                <a16:creationId xmlns:a16="http://schemas.microsoft.com/office/drawing/2014/main" id="{D47F2C80-6B48-4B21-A637-9067D02A7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PROBLEM</a:t>
            </a:r>
          </a:p>
        </p:txBody>
      </p:sp>
      <p:sp>
        <p:nvSpPr>
          <p:cNvPr id="301" name="矩形">
            <a:extLst xmlns:a="http://schemas.openxmlformats.org/drawingml/2006/main">
              <a:ext uri="{FF2B5EF4-FFF2-40B4-BE49-F238E27FC236}">
                <a16:creationId xmlns:a16="http://schemas.microsoft.com/office/drawing/2014/main" id="{8E1F0B31-0C3C-42A1-9C1D-5764C5D4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303" name="矩形">
            <a:extLst xmlns:a="http://schemas.openxmlformats.org/drawingml/2006/main">
              <a:ext uri="{FF2B5EF4-FFF2-40B4-BE49-F238E27FC236}">
                <a16:creationId xmlns:a16="http://schemas.microsoft.com/office/drawing/2014/main" id="{680BCD07-8FE1-49C5-905D-2D65FB27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28699"/>
            <a:ext cx="10572750" cy="3810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04" name="蛋白质设计工具链不是一次模型调用，而是由生成、结构预测、质量门禁、目标评分和汇总组成的长链路。">
            <a:extLst xmlns:a="http://schemas.openxmlformats.org/drawingml/2006/main">
              <a:ext uri="{FF2B5EF4-FFF2-40B4-BE49-F238E27FC236}">
                <a16:creationId xmlns:a16="http://schemas.microsoft.com/office/drawing/2014/main" id="{DE01A7A6-9F3D-4035-BAA5-853AB70D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28697"/>
            <a:ext cx="10572750" cy="266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蛋白质设计工具链不是一次模型调用，而是由生成、结构预测、质量门禁、目标评分和汇总组成的长链路。</a:t>
            </a:r>
          </a:p>
        </p:txBody>
      </p:sp>
      <p:sp>
        <p:nvSpPr>
          <p:cNvPr id="305" name="圆角矩形 986">
            <a:extLst xmlns:a="http://schemas.openxmlformats.org/drawingml/2006/main">
              <a:ext uri="{FF2B5EF4-FFF2-40B4-BE49-F238E27FC236}">
                <a16:creationId xmlns:a16="http://schemas.microsoft.com/office/drawing/2014/main" id="{8110D34C-5066-44ED-AA34-2BC392CF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23336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306" name="矩形 987">
            <a:extLst xmlns:a="http://schemas.openxmlformats.org/drawingml/2006/main">
              <a:ext uri="{FF2B5EF4-FFF2-40B4-BE49-F238E27FC236}">
                <a16:creationId xmlns:a16="http://schemas.microsoft.com/office/drawing/2014/main" id="{AF37DBE9-3FC0-4454-9822-F7EEB9E7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3175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307" name="矩形">
            <a:extLst xmlns:a="http://schemas.openxmlformats.org/drawingml/2006/main">
              <a:ext uri="{FF2B5EF4-FFF2-40B4-BE49-F238E27FC236}">
                <a16:creationId xmlns:a16="http://schemas.microsoft.com/office/drawing/2014/main" id="{EE7CFEEF-4CF6-4610-8420-3A085716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1990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08" name="接口异构">
            <a:extLst xmlns:a="http://schemas.openxmlformats.org/drawingml/2006/main">
              <a:ext uri="{FF2B5EF4-FFF2-40B4-BE49-F238E27FC236}">
                <a16:creationId xmlns:a16="http://schemas.microsoft.com/office/drawing/2014/main" id="{DECB243B-D12E-44A3-863F-40574FF4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199072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接口异构</a:t>
            </a:r>
          </a:p>
        </p:txBody>
      </p:sp>
      <p:sp>
        <p:nvSpPr>
          <p:cNvPr id="309" name="矩形">
            <a:extLst xmlns:a="http://schemas.openxmlformats.org/drawingml/2006/main">
              <a:ext uri="{FF2B5EF4-FFF2-40B4-BE49-F238E27FC236}">
                <a16:creationId xmlns:a16="http://schemas.microsoft.com/office/drawing/2014/main" id="{1DDFEBCD-5699-495A-845F-5FA928E9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899"/>
            <a:ext cx="1990725" cy="1009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10" name="序列、结构、评分工具的输入输出格式差异明显">
            <a:extLst xmlns:a="http://schemas.openxmlformats.org/drawingml/2006/main">
              <a:ext uri="{FF2B5EF4-FFF2-40B4-BE49-F238E27FC236}">
                <a16:creationId xmlns:a16="http://schemas.microsoft.com/office/drawing/2014/main" id="{02F00763-8CB5-41A9-85D4-C16FDA96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898"/>
            <a:ext cx="1990725" cy="406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序列、结构、评分工具的输入输出格式差异明显</a:t>
            </a:r>
          </a:p>
        </p:txBody>
      </p:sp>
      <p:sp>
        <p:nvSpPr>
          <p:cNvPr id="311" name="圆角矩形 990">
            <a:extLst xmlns:a="http://schemas.openxmlformats.org/drawingml/2006/main">
              <a:ext uri="{FF2B5EF4-FFF2-40B4-BE49-F238E27FC236}">
                <a16:creationId xmlns:a16="http://schemas.microsoft.com/office/drawing/2014/main" id="{7C60F734-AB4E-4C4C-B3D9-9CDB616F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23336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9A12A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312" name="矩形 991">
            <a:extLst xmlns:a="http://schemas.openxmlformats.org/drawingml/2006/main">
              <a:ext uri="{FF2B5EF4-FFF2-40B4-BE49-F238E27FC236}">
                <a16:creationId xmlns:a16="http://schemas.microsoft.com/office/drawing/2014/main" id="{0DEEE0E1-5306-4EC2-95BA-9D93543A6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80975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12A"/>
          </a:solidFill>
          <a:ln xmlns:a="http://schemas.openxmlformats.org/drawingml/2006/main" w="3175">
            <a:solidFill>
              <a:srgbClr val="D9A12A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313" name="矩形">
            <a:extLst xmlns:a="http://schemas.openxmlformats.org/drawingml/2006/main">
              <a:ext uri="{FF2B5EF4-FFF2-40B4-BE49-F238E27FC236}">
                <a16:creationId xmlns:a16="http://schemas.microsoft.com/office/drawing/2014/main" id="{31BB76BF-9F4C-402D-8D60-F35D452E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943100"/>
            <a:ext cx="1990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14" name="高代价调用">
            <a:extLst xmlns:a="http://schemas.openxmlformats.org/drawingml/2006/main">
              <a:ext uri="{FF2B5EF4-FFF2-40B4-BE49-F238E27FC236}">
                <a16:creationId xmlns:a16="http://schemas.microsoft.com/office/drawing/2014/main" id="{ADF62DAC-1BFC-49BB-B3E4-61BAB67F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943100"/>
            <a:ext cx="199072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高代价调用</a:t>
            </a:r>
          </a:p>
        </p:txBody>
      </p:sp>
      <p:sp>
        <p:nvSpPr>
          <p:cNvPr id="315" name="矩形">
            <a:extLst xmlns:a="http://schemas.openxmlformats.org/drawingml/2006/main">
              <a:ext uri="{FF2B5EF4-FFF2-40B4-BE49-F238E27FC236}">
                <a16:creationId xmlns:a16="http://schemas.microsoft.com/office/drawing/2014/main" id="{1103741B-AA94-41F0-807B-7E3E8D5B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47899"/>
            <a:ext cx="1990725" cy="1009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16" name="结构预测与重型打分不宜在证据不足时盲目执行">
            <a:extLst xmlns:a="http://schemas.openxmlformats.org/drawingml/2006/main">
              <a:ext uri="{FF2B5EF4-FFF2-40B4-BE49-F238E27FC236}">
                <a16:creationId xmlns:a16="http://schemas.microsoft.com/office/drawing/2014/main" id="{3551B0FD-F72B-4468-A222-3612C9E9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47898"/>
            <a:ext cx="1990725" cy="406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结构预测与重型打分不宜在证据不足时盲目执行</a:t>
            </a:r>
          </a:p>
        </p:txBody>
      </p:sp>
      <p:sp>
        <p:nvSpPr>
          <p:cNvPr id="317" name="圆角矩形 994">
            <a:extLst xmlns:a="http://schemas.openxmlformats.org/drawingml/2006/main">
              <a:ext uri="{FF2B5EF4-FFF2-40B4-BE49-F238E27FC236}">
                <a16:creationId xmlns:a16="http://schemas.microsoft.com/office/drawing/2014/main" id="{A524BF2F-A8A5-4035-BAA8-F0CA94B2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23336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2F9D6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318" name="矩形 995">
            <a:extLst xmlns:a="http://schemas.openxmlformats.org/drawingml/2006/main">
              <a:ext uri="{FF2B5EF4-FFF2-40B4-BE49-F238E27FC236}">
                <a16:creationId xmlns:a16="http://schemas.microsoft.com/office/drawing/2014/main" id="{B14AFFC1-80A2-43D6-BF95-3AF1BA92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9D68"/>
          </a:solidFill>
          <a:ln xmlns:a="http://schemas.openxmlformats.org/drawingml/2006/main" w="3175">
            <a:solidFill>
              <a:srgbClr val="2F9D6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319" name="矩形">
            <a:extLst xmlns:a="http://schemas.openxmlformats.org/drawingml/2006/main">
              <a:ext uri="{FF2B5EF4-FFF2-40B4-BE49-F238E27FC236}">
                <a16:creationId xmlns:a16="http://schemas.microsoft.com/office/drawing/2014/main" id="{54CE3863-243C-4168-8EE9-BD5D33B73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43100"/>
            <a:ext cx="1990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20" name="失败可恢复">
            <a:extLst xmlns:a="http://schemas.openxmlformats.org/drawingml/2006/main">
              <a:ext uri="{FF2B5EF4-FFF2-40B4-BE49-F238E27FC236}">
                <a16:creationId xmlns:a16="http://schemas.microsoft.com/office/drawing/2014/main" id="{E4ABA1D6-CE0E-4F7C-8323-373C382F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43100"/>
            <a:ext cx="199072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失败可恢复</a:t>
            </a:r>
          </a:p>
        </p:txBody>
      </p:sp>
      <p:sp>
        <p:nvSpPr>
          <p:cNvPr id="321" name="矩形">
            <a:extLst xmlns:a="http://schemas.openxmlformats.org/drawingml/2006/main">
              <a:ext uri="{FF2B5EF4-FFF2-40B4-BE49-F238E27FC236}">
                <a16:creationId xmlns:a16="http://schemas.microsoft.com/office/drawing/2014/main" id="{2B37DF30-4698-4E20-AB25-AEA6A1E8B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47899"/>
            <a:ext cx="1990725" cy="1009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22" name="参数错误、I/O 缺失、质量门禁失败不应直接终止">
            <a:extLst xmlns:a="http://schemas.openxmlformats.org/drawingml/2006/main">
              <a:ext uri="{FF2B5EF4-FFF2-40B4-BE49-F238E27FC236}">
                <a16:creationId xmlns:a16="http://schemas.microsoft.com/office/drawing/2014/main" id="{5329871F-7004-4EB6-91EE-EB0078D9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47898"/>
            <a:ext cx="1990725" cy="406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参数错误、I/O 缺失、质量门禁失败不应直接终止</a:t>
            </a:r>
          </a:p>
        </p:txBody>
      </p:sp>
      <p:sp>
        <p:nvSpPr>
          <p:cNvPr id="323" name="圆角矩形 998">
            <a:extLst xmlns:a="http://schemas.openxmlformats.org/drawingml/2006/main">
              <a:ext uri="{FF2B5EF4-FFF2-40B4-BE49-F238E27FC236}">
                <a16:creationId xmlns:a16="http://schemas.microsoft.com/office/drawing/2014/main" id="{1CBA6B78-726F-4C9E-B6AB-D8804268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09750"/>
            <a:ext cx="2333625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324" name="矩形 999">
            <a:extLst xmlns:a="http://schemas.openxmlformats.org/drawingml/2006/main">
              <a:ext uri="{FF2B5EF4-FFF2-40B4-BE49-F238E27FC236}">
                <a16:creationId xmlns:a16="http://schemas.microsoft.com/office/drawing/2014/main" id="{89479F9C-1876-4151-BBD9-00E3CD5F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09750"/>
            <a:ext cx="571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3175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325" name="矩形">
            <a:extLst xmlns:a="http://schemas.openxmlformats.org/drawingml/2006/main">
              <a:ext uri="{FF2B5EF4-FFF2-40B4-BE49-F238E27FC236}">
                <a16:creationId xmlns:a16="http://schemas.microsoft.com/office/drawing/2014/main" id="{6EE7BD41-4C04-4DE1-BE3F-9FC51725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43100"/>
            <a:ext cx="1990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26" name="决策需审查">
            <a:extLst xmlns:a="http://schemas.openxmlformats.org/drawingml/2006/main">
              <a:ext uri="{FF2B5EF4-FFF2-40B4-BE49-F238E27FC236}">
                <a16:creationId xmlns:a16="http://schemas.microsoft.com/office/drawing/2014/main" id="{40375134-897E-4F1D-8E6C-951E35F4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43100"/>
            <a:ext cx="199072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决策需审查</a:t>
            </a:r>
          </a:p>
        </p:txBody>
      </p:sp>
      <p:sp>
        <p:nvSpPr>
          <p:cNvPr id="327" name="矩形">
            <a:extLst xmlns:a="http://schemas.openxmlformats.org/drawingml/2006/main">
              <a:ext uri="{FF2B5EF4-FFF2-40B4-BE49-F238E27FC236}">
                <a16:creationId xmlns:a16="http://schemas.microsoft.com/office/drawing/2014/main" id="{E524E516-6FBD-45FF-AAE5-62E6FEEB0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899"/>
            <a:ext cx="1990725" cy="1009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28" name="高风险、高成本、不确定场景需要人工确认">
            <a:extLst xmlns:a="http://schemas.openxmlformats.org/drawingml/2006/main">
              <a:ext uri="{FF2B5EF4-FFF2-40B4-BE49-F238E27FC236}">
                <a16:creationId xmlns:a16="http://schemas.microsoft.com/office/drawing/2014/main" id="{1BB285BC-2AEE-489D-BB22-44F1157B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898"/>
            <a:ext cx="1990725" cy="406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高风险、高成本、不确定场景需要人工确认</a:t>
            </a:r>
          </a:p>
        </p:txBody>
      </p:sp>
      <p:sp>
        <p:nvSpPr>
          <p:cNvPr id="329" name="圆角矩形 1002">
            <a:extLst xmlns:a="http://schemas.openxmlformats.org/drawingml/2006/main">
              <a:ext uri="{FF2B5EF4-FFF2-40B4-BE49-F238E27FC236}">
                <a16:creationId xmlns:a16="http://schemas.microsoft.com/office/drawing/2014/main" id="{013E1855-1F8A-4251-B550-0839B685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905250"/>
            <a:ext cx="4381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330" name="矩形">
            <a:extLst xmlns:a="http://schemas.openxmlformats.org/drawingml/2006/main">
              <a:ext uri="{FF2B5EF4-FFF2-40B4-BE49-F238E27FC236}">
                <a16:creationId xmlns:a16="http://schemas.microsoft.com/office/drawing/2014/main" id="{3EA0D600-471D-4E61-B14F-BFF2BACB7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038600"/>
            <a:ext cx="403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31" name="研究边界">
            <a:extLst xmlns:a="http://schemas.openxmlformats.org/drawingml/2006/main">
              <a:ext uri="{FF2B5EF4-FFF2-40B4-BE49-F238E27FC236}">
                <a16:creationId xmlns:a16="http://schemas.microsoft.com/office/drawing/2014/main" id="{7237AD01-E1DA-4126-9068-473C1F0C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038600"/>
            <a:ext cx="40386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研究边界</a:t>
            </a:r>
          </a:p>
        </p:txBody>
      </p:sp>
      <p:sp>
        <p:nvSpPr>
          <p:cNvPr id="332" name="矩形">
            <a:extLst xmlns:a="http://schemas.openxmlformats.org/drawingml/2006/main">
              <a:ext uri="{FF2B5EF4-FFF2-40B4-BE49-F238E27FC236}">
                <a16:creationId xmlns:a16="http://schemas.microsoft.com/office/drawing/2014/main" id="{91BABCDF-5516-46EE-9FE7-93BDD987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292598"/>
            <a:ext cx="4038600" cy="485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33" name="不训练新的蛋白质生成模型…">
            <a:extLst xmlns:a="http://schemas.openxmlformats.org/drawingml/2006/main">
              <a:ext uri="{FF2B5EF4-FFF2-40B4-BE49-F238E27FC236}">
                <a16:creationId xmlns:a16="http://schemas.microsoft.com/office/drawing/2014/main" id="{3A81FA82-09F4-473E-AFC0-615B61B4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4292598"/>
            <a:ext cx="4038600" cy="6096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不训练新的蛋白质生成模型</a:t>
            </a:r>
          </a:p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不宣称湿实验验证</a:t>
            </a:r>
          </a:p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不替代 AlphaFold / ESMFold 等底层工具</a:t>
            </a:r>
          </a:p>
        </p:txBody>
      </p:sp>
      <p:sp>
        <p:nvSpPr>
          <p:cNvPr id="334" name="圆角矩形 1005">
            <a:extLst xmlns:a="http://schemas.openxmlformats.org/drawingml/2006/main">
              <a:ext uri="{FF2B5EF4-FFF2-40B4-BE49-F238E27FC236}">
                <a16:creationId xmlns:a16="http://schemas.microsoft.com/office/drawing/2014/main" id="{9269E27F-C3BC-475B-8C86-721E6549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905250"/>
            <a:ext cx="4381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335" name="矩形">
            <a:extLst xmlns:a="http://schemas.openxmlformats.org/drawingml/2006/main">
              <a:ext uri="{FF2B5EF4-FFF2-40B4-BE49-F238E27FC236}">
                <a16:creationId xmlns:a16="http://schemas.microsoft.com/office/drawing/2014/main" id="{6812BE8C-A29B-4AA8-BEC2-B33F089B3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038600"/>
            <a:ext cx="403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36" name="本文切入点">
            <a:extLst xmlns:a="http://schemas.openxmlformats.org/drawingml/2006/main">
              <a:ext uri="{FF2B5EF4-FFF2-40B4-BE49-F238E27FC236}">
                <a16:creationId xmlns:a16="http://schemas.microsoft.com/office/drawing/2014/main" id="{FC29D972-B878-4A3C-9B94-471F2285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038600"/>
            <a:ext cx="40386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本文切入点</a:t>
            </a:r>
          </a:p>
        </p:txBody>
      </p:sp>
      <p:sp>
        <p:nvSpPr>
          <p:cNvPr id="337" name="矩形">
            <a:extLst xmlns:a="http://schemas.openxmlformats.org/drawingml/2006/main">
              <a:ext uri="{FF2B5EF4-FFF2-40B4-BE49-F238E27FC236}">
                <a16:creationId xmlns:a16="http://schemas.microsoft.com/office/drawing/2014/main" id="{9FC3D91F-8135-4408-A3DF-A0ED12CBC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343398"/>
            <a:ext cx="4038600" cy="485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338" name="在已有工具之上实现工作流控制层：候选规划、硬过滤、运行时状态、恢复动作与审计证据链。">
            <a:extLst xmlns:a="http://schemas.openxmlformats.org/drawingml/2006/main">
              <a:ext uri="{FF2B5EF4-FFF2-40B4-BE49-F238E27FC236}">
                <a16:creationId xmlns:a16="http://schemas.microsoft.com/office/drawing/2014/main" id="{298CA8B3-44B0-4834-8A96-7205305B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343398"/>
            <a:ext cx="4038600" cy="431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在已有工具之上实现工作流控制层：候选规划、硬过滤、运行时状态、恢复动作与审计证据链。</a:t>
            </a:r>
          </a:p>
        </p:txBody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DE1986CE-F2A4-47A0-B899-E402E147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5424635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0" name="矩形">
            <a:extLst xmlns:a="http://schemas.openxmlformats.org/drawingml/2006/main">
              <a:ext uri="{FF2B5EF4-FFF2-40B4-BE49-F238E27FC236}">
                <a16:creationId xmlns:a16="http://schemas.microsoft.com/office/drawing/2014/main" id="{C1CE3AE9-FCB8-480E-B35D-DF2D68AB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341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81cad7bd742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342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dc99b01c7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343" name="矩形">
            <a:extLst xmlns:a="http://schemas.openxmlformats.org/drawingml/2006/main">
              <a:ext uri="{FF2B5EF4-FFF2-40B4-BE49-F238E27FC236}">
                <a16:creationId xmlns:a16="http://schemas.microsoft.com/office/drawing/2014/main" id="{42380D8B-0370-4C1F-98A3-6EE7BEA6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44" name="矩形">
            <a:extLst xmlns:a="http://schemas.openxmlformats.org/drawingml/2006/main">
              <a:ext uri="{FF2B5EF4-FFF2-40B4-BE49-F238E27FC236}">
                <a16:creationId xmlns:a16="http://schemas.microsoft.com/office/drawing/2014/main" id="{7D6CFE7A-044E-4390-B3B4-E4593468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45" name="矩形">
            <a:extLst xmlns:a="http://schemas.openxmlformats.org/drawingml/2006/main">
              <a:ext uri="{FF2B5EF4-FFF2-40B4-BE49-F238E27FC236}">
                <a16:creationId xmlns:a16="http://schemas.microsoft.com/office/drawing/2014/main" id="{3C8DFE94-ED5C-4ECD-98FD-985937AC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46" name="矩形">
            <a:extLst xmlns:a="http://schemas.openxmlformats.org/drawingml/2006/main">
              <a:ext uri="{FF2B5EF4-FFF2-40B4-BE49-F238E27FC236}">
                <a16:creationId xmlns:a16="http://schemas.microsoft.com/office/drawing/2014/main" id="{91CFD8CE-0A0F-41B2-B423-7A056128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47" name="矩形">
            <a:extLst xmlns:a="http://schemas.openxmlformats.org/drawingml/2006/main">
              <a:ext uri="{FF2B5EF4-FFF2-40B4-BE49-F238E27FC236}">
                <a16:creationId xmlns:a16="http://schemas.microsoft.com/office/drawing/2014/main" id="{AE7B4D86-EA34-446D-A865-3274E9E6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48" name="矩形">
            <a:extLst xmlns:a="http://schemas.openxmlformats.org/drawingml/2006/main">
              <a:ext uri="{FF2B5EF4-FFF2-40B4-BE49-F238E27FC236}">
                <a16:creationId xmlns:a16="http://schemas.microsoft.com/office/drawing/2014/main" id="{1019D9B6-AE4E-4BA8-BA10-B5050675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49" name="矩形">
            <a:extLst xmlns:a="http://schemas.openxmlformats.org/drawingml/2006/main">
              <a:ext uri="{FF2B5EF4-FFF2-40B4-BE49-F238E27FC236}">
                <a16:creationId xmlns:a16="http://schemas.microsoft.com/office/drawing/2014/main" id="{5084D1CB-5733-41EB-B0A0-23C8F714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0" name="矩形">
            <a:extLst xmlns:a="http://schemas.openxmlformats.org/drawingml/2006/main">
              <a:ext uri="{FF2B5EF4-FFF2-40B4-BE49-F238E27FC236}">
                <a16:creationId xmlns:a16="http://schemas.microsoft.com/office/drawing/2014/main" id="{4DE7CF0C-8B5D-4598-B764-9D3483DB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1" name="矩形">
            <a:extLst xmlns:a="http://schemas.openxmlformats.org/drawingml/2006/main">
              <a:ext uri="{FF2B5EF4-FFF2-40B4-BE49-F238E27FC236}">
                <a16:creationId xmlns:a16="http://schemas.microsoft.com/office/drawing/2014/main" id="{8DCF1B1C-DA90-4E4E-A573-AF9FDDD1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2" name="矩形">
            <a:extLst xmlns:a="http://schemas.openxmlformats.org/drawingml/2006/main">
              <a:ext uri="{FF2B5EF4-FFF2-40B4-BE49-F238E27FC236}">
                <a16:creationId xmlns:a16="http://schemas.microsoft.com/office/drawing/2014/main" id="{666C6B32-28D7-4FDF-89C7-29A4E347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3" name="矩形">
            <a:extLst xmlns:a="http://schemas.openxmlformats.org/drawingml/2006/main">
              <a:ext uri="{FF2B5EF4-FFF2-40B4-BE49-F238E27FC236}">
                <a16:creationId xmlns:a16="http://schemas.microsoft.com/office/drawing/2014/main" id="{AA43D74E-9BC9-4B32-97E4-DB0A6149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4" name="矩形">
            <a:extLst xmlns:a="http://schemas.openxmlformats.org/drawingml/2006/main">
              <a:ext uri="{FF2B5EF4-FFF2-40B4-BE49-F238E27FC236}">
                <a16:creationId xmlns:a16="http://schemas.microsoft.com/office/drawing/2014/main" id="{B6DCAB1C-201C-4425-8E58-9E079989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5" name="矩形">
            <a:extLst xmlns:a="http://schemas.openxmlformats.org/drawingml/2006/main">
              <a:ext uri="{FF2B5EF4-FFF2-40B4-BE49-F238E27FC236}">
                <a16:creationId xmlns:a16="http://schemas.microsoft.com/office/drawing/2014/main" id="{97F5E419-9376-441B-AD34-76611695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6" name="矩形">
            <a:extLst xmlns:a="http://schemas.openxmlformats.org/drawingml/2006/main">
              <a:ext uri="{FF2B5EF4-FFF2-40B4-BE49-F238E27FC236}">
                <a16:creationId xmlns:a16="http://schemas.microsoft.com/office/drawing/2014/main" id="{E2E0F2F0-67A8-4402-8176-A1064282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7" name="矩形">
            <a:extLst xmlns:a="http://schemas.openxmlformats.org/drawingml/2006/main">
              <a:ext uri="{FF2B5EF4-FFF2-40B4-BE49-F238E27FC236}">
                <a16:creationId xmlns:a16="http://schemas.microsoft.com/office/drawing/2014/main" id="{C5DB4900-7321-4B8C-AF2E-908F0A10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8" name="矩形">
            <a:extLst xmlns:a="http://schemas.openxmlformats.org/drawingml/2006/main">
              <a:ext uri="{FF2B5EF4-FFF2-40B4-BE49-F238E27FC236}">
                <a16:creationId xmlns:a16="http://schemas.microsoft.com/office/drawing/2014/main" id="{5A86EC97-A06F-405A-90F3-D6F64B67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59" name="矩形">
            <a:extLst xmlns:a="http://schemas.openxmlformats.org/drawingml/2006/main">
              <a:ext uri="{FF2B5EF4-FFF2-40B4-BE49-F238E27FC236}">
                <a16:creationId xmlns:a16="http://schemas.microsoft.com/office/drawing/2014/main" id="{F0DAD3AE-D8F7-409C-BB7C-EFAE1E4F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0" name="矩形">
            <a:extLst xmlns:a="http://schemas.openxmlformats.org/drawingml/2006/main">
              <a:ext uri="{FF2B5EF4-FFF2-40B4-BE49-F238E27FC236}">
                <a16:creationId xmlns:a16="http://schemas.microsoft.com/office/drawing/2014/main" id="{4A05489C-6974-46AB-8B1A-0B2C1745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1" name="矩形">
            <a:extLst xmlns:a="http://schemas.openxmlformats.org/drawingml/2006/main">
              <a:ext uri="{FF2B5EF4-FFF2-40B4-BE49-F238E27FC236}">
                <a16:creationId xmlns:a16="http://schemas.microsoft.com/office/drawing/2014/main" id="{419FF08A-1D08-4D0F-990C-FE6F8B92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2" name="矩形">
            <a:extLst xmlns:a="http://schemas.openxmlformats.org/drawingml/2006/main">
              <a:ext uri="{FF2B5EF4-FFF2-40B4-BE49-F238E27FC236}">
                <a16:creationId xmlns:a16="http://schemas.microsoft.com/office/drawing/2014/main" id="{F1A5706B-F2B1-472E-8896-FD99ECE9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3" name="矩形">
            <a:extLst xmlns:a="http://schemas.openxmlformats.org/drawingml/2006/main">
              <a:ext uri="{FF2B5EF4-FFF2-40B4-BE49-F238E27FC236}">
                <a16:creationId xmlns:a16="http://schemas.microsoft.com/office/drawing/2014/main" id="{CDCACC9B-C123-4A63-91BA-8AFED05B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4" name="矩形">
            <a:extLst xmlns:a="http://schemas.openxmlformats.org/drawingml/2006/main">
              <a:ext uri="{FF2B5EF4-FFF2-40B4-BE49-F238E27FC236}">
                <a16:creationId xmlns:a16="http://schemas.microsoft.com/office/drawing/2014/main" id="{B9F17A32-648F-4EFE-9352-4B33BAC9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5" name="矩形">
            <a:extLst xmlns:a="http://schemas.openxmlformats.org/drawingml/2006/main">
              <a:ext uri="{FF2B5EF4-FFF2-40B4-BE49-F238E27FC236}">
                <a16:creationId xmlns:a16="http://schemas.microsoft.com/office/drawing/2014/main" id="{3CCB60ED-BCF7-4DCA-819C-16712FF83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6" name="矩形">
            <a:extLst xmlns:a="http://schemas.openxmlformats.org/drawingml/2006/main">
              <a:ext uri="{FF2B5EF4-FFF2-40B4-BE49-F238E27FC236}">
                <a16:creationId xmlns:a16="http://schemas.microsoft.com/office/drawing/2014/main" id="{30293169-4817-420D-BFD5-985CA020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7" name="矩形">
            <a:extLst xmlns:a="http://schemas.openxmlformats.org/drawingml/2006/main">
              <a:ext uri="{FF2B5EF4-FFF2-40B4-BE49-F238E27FC236}">
                <a16:creationId xmlns:a16="http://schemas.microsoft.com/office/drawing/2014/main" id="{729DE2BF-A749-4985-9C15-90D22801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8" name="矩形">
            <a:extLst xmlns:a="http://schemas.openxmlformats.org/drawingml/2006/main">
              <a:ext uri="{FF2B5EF4-FFF2-40B4-BE49-F238E27FC236}">
                <a16:creationId xmlns:a16="http://schemas.microsoft.com/office/drawing/2014/main" id="{127B3F42-812A-4F36-AE52-7852CB25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69" name="矩形">
            <a:extLst xmlns:a="http://schemas.openxmlformats.org/drawingml/2006/main">
              <a:ext uri="{FF2B5EF4-FFF2-40B4-BE49-F238E27FC236}">
                <a16:creationId xmlns:a16="http://schemas.microsoft.com/office/drawing/2014/main" id="{E1C756A2-4EE7-41AF-ADE8-FFCC9B25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0" name="矩形">
            <a:extLst xmlns:a="http://schemas.openxmlformats.org/drawingml/2006/main">
              <a:ext uri="{FF2B5EF4-FFF2-40B4-BE49-F238E27FC236}">
                <a16:creationId xmlns:a16="http://schemas.microsoft.com/office/drawing/2014/main" id="{763CC922-CAD3-4303-81B8-2B71D024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1" name="矩形">
            <a:extLst xmlns:a="http://schemas.openxmlformats.org/drawingml/2006/main">
              <a:ext uri="{FF2B5EF4-FFF2-40B4-BE49-F238E27FC236}">
                <a16:creationId xmlns:a16="http://schemas.microsoft.com/office/drawing/2014/main" id="{9CF339CB-4552-4A16-8710-4C43A550B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2" name="矩形">
            <a:extLst xmlns:a="http://schemas.openxmlformats.org/drawingml/2006/main">
              <a:ext uri="{FF2B5EF4-FFF2-40B4-BE49-F238E27FC236}">
                <a16:creationId xmlns:a16="http://schemas.microsoft.com/office/drawing/2014/main" id="{D6B7F03C-A314-411F-845A-695B1DD1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3" name="矩形">
            <a:extLst xmlns:a="http://schemas.openxmlformats.org/drawingml/2006/main">
              <a:ext uri="{FF2B5EF4-FFF2-40B4-BE49-F238E27FC236}">
                <a16:creationId xmlns:a16="http://schemas.microsoft.com/office/drawing/2014/main" id="{5E6BC7F5-5FC8-4CE1-B803-EE6AA982E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4" name="矩形">
            <a:extLst xmlns:a="http://schemas.openxmlformats.org/drawingml/2006/main">
              <a:ext uri="{FF2B5EF4-FFF2-40B4-BE49-F238E27FC236}">
                <a16:creationId xmlns:a16="http://schemas.microsoft.com/office/drawing/2014/main" id="{A7687B89-2AAB-4279-8E74-10ABED9D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5" name="矩形">
            <a:extLst xmlns:a="http://schemas.openxmlformats.org/drawingml/2006/main">
              <a:ext uri="{FF2B5EF4-FFF2-40B4-BE49-F238E27FC236}">
                <a16:creationId xmlns:a16="http://schemas.microsoft.com/office/drawing/2014/main" id="{05B9A0D1-4F6E-4B7E-9191-3F150C01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6" name="矩形">
            <a:extLst xmlns:a="http://schemas.openxmlformats.org/drawingml/2006/main">
              <a:ext uri="{FF2B5EF4-FFF2-40B4-BE49-F238E27FC236}">
                <a16:creationId xmlns:a16="http://schemas.microsoft.com/office/drawing/2014/main" id="{339756A3-F311-45F3-B19E-1B4337BD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7" name="矩形">
            <a:extLst xmlns:a="http://schemas.openxmlformats.org/drawingml/2006/main">
              <a:ext uri="{FF2B5EF4-FFF2-40B4-BE49-F238E27FC236}">
                <a16:creationId xmlns:a16="http://schemas.microsoft.com/office/drawing/2014/main" id="{74FB299F-EC69-4889-93EF-3D05D9F2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8" name="矩形">
            <a:extLst xmlns:a="http://schemas.openxmlformats.org/drawingml/2006/main">
              <a:ext uri="{FF2B5EF4-FFF2-40B4-BE49-F238E27FC236}">
                <a16:creationId xmlns:a16="http://schemas.microsoft.com/office/drawing/2014/main" id="{6214F6D1-3D3D-45AF-9E92-8D6B9167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79" name="矩形">
            <a:extLst xmlns:a="http://schemas.openxmlformats.org/drawingml/2006/main">
              <a:ext uri="{FF2B5EF4-FFF2-40B4-BE49-F238E27FC236}">
                <a16:creationId xmlns:a16="http://schemas.microsoft.com/office/drawing/2014/main" id="{329A2C7F-6553-4F4D-BDC6-E782F32E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0" name="矩形">
            <a:extLst xmlns:a="http://schemas.openxmlformats.org/drawingml/2006/main">
              <a:ext uri="{FF2B5EF4-FFF2-40B4-BE49-F238E27FC236}">
                <a16:creationId xmlns:a16="http://schemas.microsoft.com/office/drawing/2014/main" id="{88FE680E-02DE-424D-9E08-5349A86F0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1" name="矩形">
            <a:extLst xmlns:a="http://schemas.openxmlformats.org/drawingml/2006/main">
              <a:ext uri="{FF2B5EF4-FFF2-40B4-BE49-F238E27FC236}">
                <a16:creationId xmlns:a16="http://schemas.microsoft.com/office/drawing/2014/main" id="{9F9602C0-11D7-45AB-97DC-E9C82C20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2" name="矩形">
            <a:extLst xmlns:a="http://schemas.openxmlformats.org/drawingml/2006/main">
              <a:ext uri="{FF2B5EF4-FFF2-40B4-BE49-F238E27FC236}">
                <a16:creationId xmlns:a16="http://schemas.microsoft.com/office/drawing/2014/main" id="{89A27F07-7679-403E-A381-C37A2985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3" name="矩形">
            <a:extLst xmlns:a="http://schemas.openxmlformats.org/drawingml/2006/main">
              <a:ext uri="{FF2B5EF4-FFF2-40B4-BE49-F238E27FC236}">
                <a16:creationId xmlns:a16="http://schemas.microsoft.com/office/drawing/2014/main" id="{42F21E58-80A1-4B02-B03A-FE6BFC43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4" name="矩形">
            <a:extLst xmlns:a="http://schemas.openxmlformats.org/drawingml/2006/main">
              <a:ext uri="{FF2B5EF4-FFF2-40B4-BE49-F238E27FC236}">
                <a16:creationId xmlns:a16="http://schemas.microsoft.com/office/drawing/2014/main" id="{8BECC8BD-45B9-439B-93CB-38595899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5" name="矩形">
            <a:extLst xmlns:a="http://schemas.openxmlformats.org/drawingml/2006/main">
              <a:ext uri="{FF2B5EF4-FFF2-40B4-BE49-F238E27FC236}">
                <a16:creationId xmlns:a16="http://schemas.microsoft.com/office/drawing/2014/main" id="{C187F7EE-06EB-46FB-A496-5B660E48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6" name="矩形">
            <a:extLst xmlns:a="http://schemas.openxmlformats.org/drawingml/2006/main">
              <a:ext uri="{FF2B5EF4-FFF2-40B4-BE49-F238E27FC236}">
                <a16:creationId xmlns:a16="http://schemas.microsoft.com/office/drawing/2014/main" id="{39DCF00D-6949-44B0-B2F3-FCB58C9D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7" name="矩形">
            <a:extLst xmlns:a="http://schemas.openxmlformats.org/drawingml/2006/main">
              <a:ext uri="{FF2B5EF4-FFF2-40B4-BE49-F238E27FC236}">
                <a16:creationId xmlns:a16="http://schemas.microsoft.com/office/drawing/2014/main" id="{040D85F1-E62B-4B72-A3D0-AD29CF87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8" name="矩形">
            <a:extLst xmlns:a="http://schemas.openxmlformats.org/drawingml/2006/main">
              <a:ext uri="{FF2B5EF4-FFF2-40B4-BE49-F238E27FC236}">
                <a16:creationId xmlns:a16="http://schemas.microsoft.com/office/drawing/2014/main" id="{249C5724-B172-4BAF-99F4-E06C9ABF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89" name="矩形">
            <a:extLst xmlns:a="http://schemas.openxmlformats.org/drawingml/2006/main">
              <a:ext uri="{FF2B5EF4-FFF2-40B4-BE49-F238E27FC236}">
                <a16:creationId xmlns:a16="http://schemas.microsoft.com/office/drawing/2014/main" id="{EAFD26FE-D09A-4826-8BDE-9554E784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0" name="矩形">
            <a:extLst xmlns:a="http://schemas.openxmlformats.org/drawingml/2006/main">
              <a:ext uri="{FF2B5EF4-FFF2-40B4-BE49-F238E27FC236}">
                <a16:creationId xmlns:a16="http://schemas.microsoft.com/office/drawing/2014/main" id="{F53230EB-49C9-474B-B5B4-69128957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1" name="矩形">
            <a:extLst xmlns:a="http://schemas.openxmlformats.org/drawingml/2006/main">
              <a:ext uri="{FF2B5EF4-FFF2-40B4-BE49-F238E27FC236}">
                <a16:creationId xmlns:a16="http://schemas.microsoft.com/office/drawing/2014/main" id="{DAC3DE24-6168-4EC0-A167-597E1EBB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2" name="矩形">
            <a:extLst xmlns:a="http://schemas.openxmlformats.org/drawingml/2006/main">
              <a:ext uri="{FF2B5EF4-FFF2-40B4-BE49-F238E27FC236}">
                <a16:creationId xmlns:a16="http://schemas.microsoft.com/office/drawing/2014/main" id="{5BD778E2-3F6B-475E-9684-F8D3CA86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3" name="矩形">
            <a:extLst xmlns:a="http://schemas.openxmlformats.org/drawingml/2006/main">
              <a:ext uri="{FF2B5EF4-FFF2-40B4-BE49-F238E27FC236}">
                <a16:creationId xmlns:a16="http://schemas.microsoft.com/office/drawing/2014/main" id="{9987D265-25E6-4D2A-9591-752F98BA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4" name="矩形">
            <a:extLst xmlns:a="http://schemas.openxmlformats.org/drawingml/2006/main">
              <a:ext uri="{FF2B5EF4-FFF2-40B4-BE49-F238E27FC236}">
                <a16:creationId xmlns:a16="http://schemas.microsoft.com/office/drawing/2014/main" id="{55CA54AA-FC05-4C8D-AC44-727ECE5D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5" name="矩形">
            <a:extLst xmlns:a="http://schemas.openxmlformats.org/drawingml/2006/main">
              <a:ext uri="{FF2B5EF4-FFF2-40B4-BE49-F238E27FC236}">
                <a16:creationId xmlns:a16="http://schemas.microsoft.com/office/drawing/2014/main" id="{0CF45CB1-794C-4528-98A1-2B7BF4C6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6" name="矩形">
            <a:extLst xmlns:a="http://schemas.openxmlformats.org/drawingml/2006/main">
              <a:ext uri="{FF2B5EF4-FFF2-40B4-BE49-F238E27FC236}">
                <a16:creationId xmlns:a16="http://schemas.microsoft.com/office/drawing/2014/main" id="{C209EF2C-88D1-4750-ADDC-C2056E17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7" name="矩形">
            <a:extLst xmlns:a="http://schemas.openxmlformats.org/drawingml/2006/main">
              <a:ext uri="{FF2B5EF4-FFF2-40B4-BE49-F238E27FC236}">
                <a16:creationId xmlns:a16="http://schemas.microsoft.com/office/drawing/2014/main" id="{3307B92B-A195-4BBC-8E16-B083DDC9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8" name="矩形">
            <a:extLst xmlns:a="http://schemas.openxmlformats.org/drawingml/2006/main">
              <a:ext uri="{FF2B5EF4-FFF2-40B4-BE49-F238E27FC236}">
                <a16:creationId xmlns:a16="http://schemas.microsoft.com/office/drawing/2014/main" id="{26CC5F4B-58B0-4D3C-B62C-7AF7C3F5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399" name="矩形">
            <a:extLst xmlns:a="http://schemas.openxmlformats.org/drawingml/2006/main">
              <a:ext uri="{FF2B5EF4-FFF2-40B4-BE49-F238E27FC236}">
                <a16:creationId xmlns:a16="http://schemas.microsoft.com/office/drawing/2014/main" id="{580AD361-AC39-45CA-8581-59566813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0" name="矩形">
            <a:extLst xmlns:a="http://schemas.openxmlformats.org/drawingml/2006/main">
              <a:ext uri="{FF2B5EF4-FFF2-40B4-BE49-F238E27FC236}">
                <a16:creationId xmlns:a16="http://schemas.microsoft.com/office/drawing/2014/main" id="{51C16329-7771-4537-8A25-55F9E4C3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1" name="矩形">
            <a:extLst xmlns:a="http://schemas.openxmlformats.org/drawingml/2006/main">
              <a:ext uri="{FF2B5EF4-FFF2-40B4-BE49-F238E27FC236}">
                <a16:creationId xmlns:a16="http://schemas.microsoft.com/office/drawing/2014/main" id="{86A5B6C3-37D5-4931-9520-A40A801E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2" name="矩形">
            <a:extLst xmlns:a="http://schemas.openxmlformats.org/drawingml/2006/main">
              <a:ext uri="{FF2B5EF4-FFF2-40B4-BE49-F238E27FC236}">
                <a16:creationId xmlns:a16="http://schemas.microsoft.com/office/drawing/2014/main" id="{76EDB87B-96A0-4EA8-AC6A-39C5C6C3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3" name="矩形">
            <a:extLst xmlns:a="http://schemas.openxmlformats.org/drawingml/2006/main">
              <a:ext uri="{FF2B5EF4-FFF2-40B4-BE49-F238E27FC236}">
                <a16:creationId xmlns:a16="http://schemas.microsoft.com/office/drawing/2014/main" id="{F8425066-0C62-4D74-8F88-8835FEE7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4" name="矩形">
            <a:extLst xmlns:a="http://schemas.openxmlformats.org/drawingml/2006/main">
              <a:ext uri="{FF2B5EF4-FFF2-40B4-BE49-F238E27FC236}">
                <a16:creationId xmlns:a16="http://schemas.microsoft.com/office/drawing/2014/main" id="{96A18329-B786-4748-BEEA-A8959953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5" name="矩形">
            <a:extLst xmlns:a="http://schemas.openxmlformats.org/drawingml/2006/main">
              <a:ext uri="{FF2B5EF4-FFF2-40B4-BE49-F238E27FC236}">
                <a16:creationId xmlns:a16="http://schemas.microsoft.com/office/drawing/2014/main" id="{75FDC156-3C76-42F2-97F6-EF366185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6" name="矩形">
            <a:extLst xmlns:a="http://schemas.openxmlformats.org/drawingml/2006/main">
              <a:ext uri="{FF2B5EF4-FFF2-40B4-BE49-F238E27FC236}">
                <a16:creationId xmlns:a16="http://schemas.microsoft.com/office/drawing/2014/main" id="{87D87CE8-3E78-4B96-8CC5-14C04FB6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7" name="矩形">
            <a:extLst xmlns:a="http://schemas.openxmlformats.org/drawingml/2006/main">
              <a:ext uri="{FF2B5EF4-FFF2-40B4-BE49-F238E27FC236}">
                <a16:creationId xmlns:a16="http://schemas.microsoft.com/office/drawing/2014/main" id="{5020BBF8-17AA-4DC5-9215-03C866CA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8" name="矩形">
            <a:extLst xmlns:a="http://schemas.openxmlformats.org/drawingml/2006/main">
              <a:ext uri="{FF2B5EF4-FFF2-40B4-BE49-F238E27FC236}">
                <a16:creationId xmlns:a16="http://schemas.microsoft.com/office/drawing/2014/main" id="{58659F49-E42A-44A8-85CB-EB44DD7E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09" name="矩形">
            <a:extLst xmlns:a="http://schemas.openxmlformats.org/drawingml/2006/main">
              <a:ext uri="{FF2B5EF4-FFF2-40B4-BE49-F238E27FC236}">
                <a16:creationId xmlns:a16="http://schemas.microsoft.com/office/drawing/2014/main" id="{E0D3F940-4BA5-4FE6-9F41-AD9022C8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10" name="矩形">
            <a:extLst xmlns:a="http://schemas.openxmlformats.org/drawingml/2006/main">
              <a:ext uri="{FF2B5EF4-FFF2-40B4-BE49-F238E27FC236}">
                <a16:creationId xmlns:a16="http://schemas.microsoft.com/office/drawing/2014/main" id="{9642AC26-EAC6-469B-8276-EFDDDAA3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11" name="矩形">
            <a:extLst xmlns:a="http://schemas.openxmlformats.org/drawingml/2006/main">
              <a:ext uri="{FF2B5EF4-FFF2-40B4-BE49-F238E27FC236}">
                <a16:creationId xmlns:a16="http://schemas.microsoft.com/office/drawing/2014/main" id="{D44BED2E-8CB5-401F-8B84-C045BFF0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412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1290d751474e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413" name="矩形">
            <a:extLst xmlns:a="http://schemas.openxmlformats.org/drawingml/2006/main">
              <a:ext uri="{FF2B5EF4-FFF2-40B4-BE49-F238E27FC236}">
                <a16:creationId xmlns:a16="http://schemas.microsoft.com/office/drawing/2014/main" id="{B3A76173-B8D1-4FB8-B7CB-C02893F3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414" name="系统架构如何支撑算法落地">
            <a:extLst xmlns:a="http://schemas.openxmlformats.org/drawingml/2006/main">
              <a:ext uri="{FF2B5EF4-FFF2-40B4-BE49-F238E27FC236}">
                <a16:creationId xmlns:a16="http://schemas.microsoft.com/office/drawing/2014/main" id="{226B9D20-4165-489D-9493-6AC1238C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系统架构如何支撑算法落地</a:t>
            </a:r>
          </a:p>
        </p:txBody>
      </p:sp>
      <p:sp>
        <p:nvSpPr>
          <p:cNvPr id="415" name="矩形">
            <a:extLst xmlns:a="http://schemas.openxmlformats.org/drawingml/2006/main">
              <a:ext uri="{FF2B5EF4-FFF2-40B4-BE49-F238E27FC236}">
                <a16:creationId xmlns:a16="http://schemas.microsoft.com/office/drawing/2014/main" id="{D62F4452-23EE-4FD1-9307-5C11336D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416" name="ARCHITECTURE">
            <a:extLst xmlns:a="http://schemas.openxmlformats.org/drawingml/2006/main">
              <a:ext uri="{FF2B5EF4-FFF2-40B4-BE49-F238E27FC236}">
                <a16:creationId xmlns:a16="http://schemas.microsoft.com/office/drawing/2014/main" id="{4B80A5E5-3302-4606-BEF3-EABAB7A5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ARCHITECTURE</a:t>
            </a:r>
          </a:p>
        </p:txBody>
      </p:sp>
      <p:sp>
        <p:nvSpPr>
          <p:cNvPr id="417" name="矩形">
            <a:extLst xmlns:a="http://schemas.openxmlformats.org/drawingml/2006/main">
              <a:ext uri="{FF2B5EF4-FFF2-40B4-BE49-F238E27FC236}">
                <a16:creationId xmlns:a16="http://schemas.microsoft.com/office/drawing/2014/main" id="{D29B0E03-BFF9-495C-90C4-8A8F2E06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419" name="矩形 985">
            <a:extLst xmlns:a="http://schemas.openxmlformats.org/drawingml/2006/main">
              <a:ext uri="{FF2B5EF4-FFF2-40B4-BE49-F238E27FC236}">
                <a16:creationId xmlns:a16="http://schemas.microsoft.com/office/drawing/2014/main" id="{C6F9E59E-DC7A-4C5E-9761-C4586542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114425"/>
            <a:ext cx="7591425" cy="3781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pic>
        <p:nvPicPr>
          <p:cNvPr id="420" name="图片 98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88add0824a4ddb"/>
          <a:srcRect xmlns:a="http://schemas.openxmlformats.org/drawingml/2006/main" l="0" t="8386" r="0" b="83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96192" y="1123948"/>
            <a:ext cx="6751591" cy="3762380"/>
          </a:xfrm>
          <a:prstGeom xmlns:a="http://schemas.openxmlformats.org/drawingml/2006/main" prst="rect">
            <a:avLst/>
          </a:prstGeom>
        </p:spPr>
      </p:pic>
      <p:sp>
        <p:nvSpPr>
          <p:cNvPr id="421" name="矩形 987">
            <a:extLst xmlns:a="http://schemas.openxmlformats.org/drawingml/2006/main">
              <a:ext uri="{FF2B5EF4-FFF2-40B4-BE49-F238E27FC236}">
                <a16:creationId xmlns:a16="http://schemas.microsoft.com/office/drawing/2014/main" id="{65F369D8-317E-42D7-A9D4-BF76259B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114425"/>
            <a:ext cx="7591425" cy="3781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422" name="圆角矩形 988">
            <a:extLst xmlns:a="http://schemas.openxmlformats.org/drawingml/2006/main">
              <a:ext uri="{FF2B5EF4-FFF2-40B4-BE49-F238E27FC236}">
                <a16:creationId xmlns:a16="http://schemas.microsoft.com/office/drawing/2014/main" id="{5AFADBD6-0D09-4089-901C-6D118C6D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1200150"/>
            <a:ext cx="2571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423" name="矩形">
            <a:extLst xmlns:a="http://schemas.openxmlformats.org/drawingml/2006/main">
              <a:ext uri="{FF2B5EF4-FFF2-40B4-BE49-F238E27FC236}">
                <a16:creationId xmlns:a16="http://schemas.microsoft.com/office/drawing/2014/main" id="{A9BC1FD1-E71C-4213-85B0-E45979F1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333500"/>
            <a:ext cx="2228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424" name="算法位置">
            <a:extLst xmlns:a="http://schemas.openxmlformats.org/drawingml/2006/main">
              <a:ext uri="{FF2B5EF4-FFF2-40B4-BE49-F238E27FC236}">
                <a16:creationId xmlns:a16="http://schemas.microsoft.com/office/drawing/2014/main" id="{56BD4A98-4C68-4F1A-A8A0-4D2F140A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333500"/>
            <a:ext cx="222885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算法位置</a:t>
            </a:r>
          </a:p>
        </p:txBody>
      </p:sp>
      <p:sp>
        <p:nvSpPr>
          <p:cNvPr id="425" name="矩形">
            <a:extLst xmlns:a="http://schemas.openxmlformats.org/drawingml/2006/main">
              <a:ext uri="{FF2B5EF4-FFF2-40B4-BE49-F238E27FC236}">
                <a16:creationId xmlns:a16="http://schemas.microsoft.com/office/drawing/2014/main" id="{BB6D7488-2AF3-4EE9-BBDE-DFC5FBD7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638299"/>
            <a:ext cx="2228850" cy="5524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426" name="PlannerAgent 内生成候选计划；…">
            <a:extLst xmlns:a="http://schemas.openxmlformats.org/drawingml/2006/main">
              <a:ext uri="{FF2B5EF4-FFF2-40B4-BE49-F238E27FC236}">
                <a16:creationId xmlns:a16="http://schemas.microsoft.com/office/drawing/2014/main" id="{FFB22232-824D-4CA4-A3F1-EEC8DF27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638298"/>
            <a:ext cx="2228850" cy="533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PlannerAgent 内生成候选计划；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CEBRA-WP 做约束过滤与运行时重排。</a:t>
            </a:r>
          </a:p>
        </p:txBody>
      </p:sp>
      <p:sp>
        <p:nvSpPr>
          <p:cNvPr id="427" name="圆角矩形 991">
            <a:extLst xmlns:a="http://schemas.openxmlformats.org/drawingml/2006/main">
              <a:ext uri="{FF2B5EF4-FFF2-40B4-BE49-F238E27FC236}">
                <a16:creationId xmlns:a16="http://schemas.microsoft.com/office/drawing/2014/main" id="{940D60FA-B24D-4E90-A5A4-25EB257E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571750"/>
            <a:ext cx="2571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428" name="矩形">
            <a:extLst xmlns:a="http://schemas.openxmlformats.org/drawingml/2006/main">
              <a:ext uri="{FF2B5EF4-FFF2-40B4-BE49-F238E27FC236}">
                <a16:creationId xmlns:a16="http://schemas.microsoft.com/office/drawing/2014/main" id="{CC6FCD19-3102-4B42-A310-992C3F0CE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705100"/>
            <a:ext cx="2228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429" name="架构约束">
            <a:extLst xmlns:a="http://schemas.openxmlformats.org/drawingml/2006/main">
              <a:ext uri="{FF2B5EF4-FFF2-40B4-BE49-F238E27FC236}">
                <a16:creationId xmlns:a16="http://schemas.microsoft.com/office/drawing/2014/main" id="{115DB2C1-D4E0-4B2A-86B5-EE166EBB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705100"/>
            <a:ext cx="222885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架构约束</a:t>
            </a:r>
          </a:p>
        </p:txBody>
      </p:sp>
      <p:sp>
        <p:nvSpPr>
          <p:cNvPr id="430" name="矩形">
            <a:extLst xmlns:a="http://schemas.openxmlformats.org/drawingml/2006/main">
              <a:ext uri="{FF2B5EF4-FFF2-40B4-BE49-F238E27FC236}">
                <a16:creationId xmlns:a16="http://schemas.microsoft.com/office/drawing/2014/main" id="{A2AF9D11-9BD9-4355-96D4-AC00B0665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009899"/>
            <a:ext cx="2228850" cy="971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431" name="规划不执行工具…">
            <a:extLst xmlns:a="http://schemas.openxmlformats.org/drawingml/2006/main">
              <a:ext uri="{FF2B5EF4-FFF2-40B4-BE49-F238E27FC236}">
                <a16:creationId xmlns:a16="http://schemas.microsoft.com/office/drawing/2014/main" id="{93889AB7-2ADA-4A91-BE96-82B6B904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009898"/>
            <a:ext cx="2228850" cy="8636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规划不执行工具</a:t>
            </a:r>
          </a:p>
          <a:p xmlns:a="http://schemas.openxmlformats.org/drawingml/2006/main"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执行不越过 FSM</a:t>
            </a:r>
          </a:p>
          <a:p xmlns:a="http://schemas.openxmlformats.org/drawingml/2006/main"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安全不改计划</a:t>
            </a:r>
          </a:p>
          <a:p xmlns:a="http://schemas.openxmlformats.org/drawingml/2006/main"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汇总不重新计算</a:t>
            </a:r>
          </a:p>
        </p:txBody>
      </p:sp>
      <p:sp>
        <p:nvSpPr>
          <p:cNvPr id="432" name="矩形">
            <a:extLst xmlns:a="http://schemas.openxmlformats.org/drawingml/2006/main">
              <a:ext uri="{FF2B5EF4-FFF2-40B4-BE49-F238E27FC236}">
                <a16:creationId xmlns:a16="http://schemas.microsoft.com/office/drawing/2014/main" id="{857B1D10-83D6-4583-A652-202983E7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62548"/>
            <a:ext cx="9906000" cy="3238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433" name="CEBRA-WP 的输出不会直接调用工具，而是经过工作流执行层、FSM/HITL 和证据层约束。">
            <a:extLst xmlns:a="http://schemas.openxmlformats.org/drawingml/2006/main">
              <a:ext uri="{FF2B5EF4-FFF2-40B4-BE49-F238E27FC236}">
                <a16:creationId xmlns:a16="http://schemas.microsoft.com/office/drawing/2014/main" id="{10729A31-9DEF-44EF-A71A-93852D8B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62548"/>
            <a:ext cx="9906000" cy="2286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CEBRA-WP 的输出不会直接调用工具，而是经过工作流执行层、FSM/HITL 和证据层约束。</a:t>
            </a:r>
          </a:p>
        </p:txBody>
      </p:sp>
      <p:sp>
        <p:nvSpPr>
          <p:cNvPr id="438" name="">
            <a:extLst xmlns:a="http://schemas.openxmlformats.org/drawingml/2006/main">
              <a:ext uri="{FF2B5EF4-FFF2-40B4-BE49-F238E27FC236}">
                <a16:creationId xmlns:a16="http://schemas.microsoft.com/office/drawing/2014/main" id="{93D2CD23-4F13-4A8B-BD03-D052B648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6297480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5" name="矩形">
            <a:extLst xmlns:a="http://schemas.openxmlformats.org/drawingml/2006/main">
              <a:ext uri="{FF2B5EF4-FFF2-40B4-BE49-F238E27FC236}">
                <a16:creationId xmlns:a16="http://schemas.microsoft.com/office/drawing/2014/main" id="{2B83805D-4571-4671-8C6F-2FDBFF87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436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0673493ebe4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437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bfcf2e1dd342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438" name="矩形">
            <a:extLst xmlns:a="http://schemas.openxmlformats.org/drawingml/2006/main">
              <a:ext uri="{FF2B5EF4-FFF2-40B4-BE49-F238E27FC236}">
                <a16:creationId xmlns:a16="http://schemas.microsoft.com/office/drawing/2014/main" id="{55B17A7A-9450-430C-AE4C-BFA1D507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39" name="矩形">
            <a:extLst xmlns:a="http://schemas.openxmlformats.org/drawingml/2006/main">
              <a:ext uri="{FF2B5EF4-FFF2-40B4-BE49-F238E27FC236}">
                <a16:creationId xmlns:a16="http://schemas.microsoft.com/office/drawing/2014/main" id="{A9982DBC-7089-4A8D-8145-14D31A47A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0" name="矩形">
            <a:extLst xmlns:a="http://schemas.openxmlformats.org/drawingml/2006/main">
              <a:ext uri="{FF2B5EF4-FFF2-40B4-BE49-F238E27FC236}">
                <a16:creationId xmlns:a16="http://schemas.microsoft.com/office/drawing/2014/main" id="{BD3C3603-9A58-43BE-8387-C97CA21A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1" name="矩形">
            <a:extLst xmlns:a="http://schemas.openxmlformats.org/drawingml/2006/main">
              <a:ext uri="{FF2B5EF4-FFF2-40B4-BE49-F238E27FC236}">
                <a16:creationId xmlns:a16="http://schemas.microsoft.com/office/drawing/2014/main" id="{A23A6C7A-17DB-4A63-8428-624FA1E2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2" name="矩形">
            <a:extLst xmlns:a="http://schemas.openxmlformats.org/drawingml/2006/main">
              <a:ext uri="{FF2B5EF4-FFF2-40B4-BE49-F238E27FC236}">
                <a16:creationId xmlns:a16="http://schemas.microsoft.com/office/drawing/2014/main" id="{7D4F3309-CF05-419C-AEE7-5C783963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3" name="矩形">
            <a:extLst xmlns:a="http://schemas.openxmlformats.org/drawingml/2006/main">
              <a:ext uri="{FF2B5EF4-FFF2-40B4-BE49-F238E27FC236}">
                <a16:creationId xmlns:a16="http://schemas.microsoft.com/office/drawing/2014/main" id="{A5C96C29-E399-4B8D-9524-B95A2357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4" name="矩形">
            <a:extLst xmlns:a="http://schemas.openxmlformats.org/drawingml/2006/main">
              <a:ext uri="{FF2B5EF4-FFF2-40B4-BE49-F238E27FC236}">
                <a16:creationId xmlns:a16="http://schemas.microsoft.com/office/drawing/2014/main" id="{91F67FA7-09E0-4018-AC27-BE4A0B559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5" name="矩形">
            <a:extLst xmlns:a="http://schemas.openxmlformats.org/drawingml/2006/main">
              <a:ext uri="{FF2B5EF4-FFF2-40B4-BE49-F238E27FC236}">
                <a16:creationId xmlns:a16="http://schemas.microsoft.com/office/drawing/2014/main" id="{E7362D97-6D54-4353-9B0A-171942F4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6" name="矩形">
            <a:extLst xmlns:a="http://schemas.openxmlformats.org/drawingml/2006/main">
              <a:ext uri="{FF2B5EF4-FFF2-40B4-BE49-F238E27FC236}">
                <a16:creationId xmlns:a16="http://schemas.microsoft.com/office/drawing/2014/main" id="{DCAC439D-D3BF-4F6D-9910-2A764E2C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7" name="矩形">
            <a:extLst xmlns:a="http://schemas.openxmlformats.org/drawingml/2006/main">
              <a:ext uri="{FF2B5EF4-FFF2-40B4-BE49-F238E27FC236}">
                <a16:creationId xmlns:a16="http://schemas.microsoft.com/office/drawing/2014/main" id="{DFAEE5F8-31B2-448E-9E1A-817288A7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8" name="矩形">
            <a:extLst xmlns:a="http://schemas.openxmlformats.org/drawingml/2006/main">
              <a:ext uri="{FF2B5EF4-FFF2-40B4-BE49-F238E27FC236}">
                <a16:creationId xmlns:a16="http://schemas.microsoft.com/office/drawing/2014/main" id="{E0BEC20D-8C09-4DF6-9FFA-69E01FB1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49" name="矩形">
            <a:extLst xmlns:a="http://schemas.openxmlformats.org/drawingml/2006/main">
              <a:ext uri="{FF2B5EF4-FFF2-40B4-BE49-F238E27FC236}">
                <a16:creationId xmlns:a16="http://schemas.microsoft.com/office/drawing/2014/main" id="{336A5C9C-FA8F-44B4-A879-77A4CA6E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0" name="矩形">
            <a:extLst xmlns:a="http://schemas.openxmlformats.org/drawingml/2006/main">
              <a:ext uri="{FF2B5EF4-FFF2-40B4-BE49-F238E27FC236}">
                <a16:creationId xmlns:a16="http://schemas.microsoft.com/office/drawing/2014/main" id="{B4D163C5-3771-41FB-8AE7-BA3EBFF2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1" name="矩形">
            <a:extLst xmlns:a="http://schemas.openxmlformats.org/drawingml/2006/main">
              <a:ext uri="{FF2B5EF4-FFF2-40B4-BE49-F238E27FC236}">
                <a16:creationId xmlns:a16="http://schemas.microsoft.com/office/drawing/2014/main" id="{CFAD8DC5-E46B-48B7-B24E-6CBC1C1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2" name="矩形">
            <a:extLst xmlns:a="http://schemas.openxmlformats.org/drawingml/2006/main">
              <a:ext uri="{FF2B5EF4-FFF2-40B4-BE49-F238E27FC236}">
                <a16:creationId xmlns:a16="http://schemas.microsoft.com/office/drawing/2014/main" id="{BA0F40F8-F12F-4503-8980-2F621C91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3" name="矩形">
            <a:extLst xmlns:a="http://schemas.openxmlformats.org/drawingml/2006/main">
              <a:ext uri="{FF2B5EF4-FFF2-40B4-BE49-F238E27FC236}">
                <a16:creationId xmlns:a16="http://schemas.microsoft.com/office/drawing/2014/main" id="{B0F1813F-012A-40CC-957A-F2FD8D29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4" name="矩形">
            <a:extLst xmlns:a="http://schemas.openxmlformats.org/drawingml/2006/main">
              <a:ext uri="{FF2B5EF4-FFF2-40B4-BE49-F238E27FC236}">
                <a16:creationId xmlns:a16="http://schemas.microsoft.com/office/drawing/2014/main" id="{684335CD-AEE0-4523-88B7-2AB502BA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5" name="矩形">
            <a:extLst xmlns:a="http://schemas.openxmlformats.org/drawingml/2006/main">
              <a:ext uri="{FF2B5EF4-FFF2-40B4-BE49-F238E27FC236}">
                <a16:creationId xmlns:a16="http://schemas.microsoft.com/office/drawing/2014/main" id="{C0D835CF-081D-47C7-875F-1D520678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6" name="矩形">
            <a:extLst xmlns:a="http://schemas.openxmlformats.org/drawingml/2006/main">
              <a:ext uri="{FF2B5EF4-FFF2-40B4-BE49-F238E27FC236}">
                <a16:creationId xmlns:a16="http://schemas.microsoft.com/office/drawing/2014/main" id="{BA146C43-0EE3-4D76-8E0B-5F0C968F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7" name="矩形">
            <a:extLst xmlns:a="http://schemas.openxmlformats.org/drawingml/2006/main">
              <a:ext uri="{FF2B5EF4-FFF2-40B4-BE49-F238E27FC236}">
                <a16:creationId xmlns:a16="http://schemas.microsoft.com/office/drawing/2014/main" id="{7B3C65EE-8C88-4C6F-B6BC-4084F951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8" name="矩形">
            <a:extLst xmlns:a="http://schemas.openxmlformats.org/drawingml/2006/main">
              <a:ext uri="{FF2B5EF4-FFF2-40B4-BE49-F238E27FC236}">
                <a16:creationId xmlns:a16="http://schemas.microsoft.com/office/drawing/2014/main" id="{548CAEFF-F903-4566-8F21-D7D33ECD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59" name="矩形">
            <a:extLst xmlns:a="http://schemas.openxmlformats.org/drawingml/2006/main">
              <a:ext uri="{FF2B5EF4-FFF2-40B4-BE49-F238E27FC236}">
                <a16:creationId xmlns:a16="http://schemas.microsoft.com/office/drawing/2014/main" id="{AB096274-8564-4404-8B6F-ED083D29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0" name="矩形">
            <a:extLst xmlns:a="http://schemas.openxmlformats.org/drawingml/2006/main">
              <a:ext uri="{FF2B5EF4-FFF2-40B4-BE49-F238E27FC236}">
                <a16:creationId xmlns:a16="http://schemas.microsoft.com/office/drawing/2014/main" id="{63F39D10-F0C0-4A86-A33C-98447099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1" name="矩形">
            <a:extLst xmlns:a="http://schemas.openxmlformats.org/drawingml/2006/main">
              <a:ext uri="{FF2B5EF4-FFF2-40B4-BE49-F238E27FC236}">
                <a16:creationId xmlns:a16="http://schemas.microsoft.com/office/drawing/2014/main" id="{C7BD4F9A-C85B-4266-8757-D9F5E4BE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2" name="矩形">
            <a:extLst xmlns:a="http://schemas.openxmlformats.org/drawingml/2006/main">
              <a:ext uri="{FF2B5EF4-FFF2-40B4-BE49-F238E27FC236}">
                <a16:creationId xmlns:a16="http://schemas.microsoft.com/office/drawing/2014/main" id="{1728ADBE-4CBA-4676-A41E-6A42B3AC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3" name="矩形">
            <a:extLst xmlns:a="http://schemas.openxmlformats.org/drawingml/2006/main">
              <a:ext uri="{FF2B5EF4-FFF2-40B4-BE49-F238E27FC236}">
                <a16:creationId xmlns:a16="http://schemas.microsoft.com/office/drawing/2014/main" id="{74507BC9-2A41-4388-85E8-91EACD74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4" name="矩形">
            <a:extLst xmlns:a="http://schemas.openxmlformats.org/drawingml/2006/main">
              <a:ext uri="{FF2B5EF4-FFF2-40B4-BE49-F238E27FC236}">
                <a16:creationId xmlns:a16="http://schemas.microsoft.com/office/drawing/2014/main" id="{0959CD66-640C-41FF-B593-7B644AB1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5" name="矩形">
            <a:extLst xmlns:a="http://schemas.openxmlformats.org/drawingml/2006/main">
              <a:ext uri="{FF2B5EF4-FFF2-40B4-BE49-F238E27FC236}">
                <a16:creationId xmlns:a16="http://schemas.microsoft.com/office/drawing/2014/main" id="{F8F847A9-067E-4778-8798-115C8343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6" name="矩形">
            <a:extLst xmlns:a="http://schemas.openxmlformats.org/drawingml/2006/main">
              <a:ext uri="{FF2B5EF4-FFF2-40B4-BE49-F238E27FC236}">
                <a16:creationId xmlns:a16="http://schemas.microsoft.com/office/drawing/2014/main" id="{BBCFFEB2-5A2F-49EA-935B-ECD28B8C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7" name="矩形">
            <a:extLst xmlns:a="http://schemas.openxmlformats.org/drawingml/2006/main">
              <a:ext uri="{FF2B5EF4-FFF2-40B4-BE49-F238E27FC236}">
                <a16:creationId xmlns:a16="http://schemas.microsoft.com/office/drawing/2014/main" id="{1EA441C1-25AA-412F-915C-FAA79199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8" name="矩形">
            <a:extLst xmlns:a="http://schemas.openxmlformats.org/drawingml/2006/main">
              <a:ext uri="{FF2B5EF4-FFF2-40B4-BE49-F238E27FC236}">
                <a16:creationId xmlns:a16="http://schemas.microsoft.com/office/drawing/2014/main" id="{C1C856BE-5DA9-45F2-9CE7-0CE93426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69" name="矩形">
            <a:extLst xmlns:a="http://schemas.openxmlformats.org/drawingml/2006/main">
              <a:ext uri="{FF2B5EF4-FFF2-40B4-BE49-F238E27FC236}">
                <a16:creationId xmlns:a16="http://schemas.microsoft.com/office/drawing/2014/main" id="{1B586948-62F9-48D9-AA8E-A4E546D8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0" name="矩形">
            <a:extLst xmlns:a="http://schemas.openxmlformats.org/drawingml/2006/main">
              <a:ext uri="{FF2B5EF4-FFF2-40B4-BE49-F238E27FC236}">
                <a16:creationId xmlns:a16="http://schemas.microsoft.com/office/drawing/2014/main" id="{B55B95C9-BE93-4A3F-A198-5BFC58C7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1" name="矩形">
            <a:extLst xmlns:a="http://schemas.openxmlformats.org/drawingml/2006/main">
              <a:ext uri="{FF2B5EF4-FFF2-40B4-BE49-F238E27FC236}">
                <a16:creationId xmlns:a16="http://schemas.microsoft.com/office/drawing/2014/main" id="{AAD58BC0-70CC-46FD-A239-7CFFD278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2" name="矩形">
            <a:extLst xmlns:a="http://schemas.openxmlformats.org/drawingml/2006/main">
              <a:ext uri="{FF2B5EF4-FFF2-40B4-BE49-F238E27FC236}">
                <a16:creationId xmlns:a16="http://schemas.microsoft.com/office/drawing/2014/main" id="{E56322B3-89D8-4B15-A51F-0A48B942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3" name="矩形">
            <a:extLst xmlns:a="http://schemas.openxmlformats.org/drawingml/2006/main">
              <a:ext uri="{FF2B5EF4-FFF2-40B4-BE49-F238E27FC236}">
                <a16:creationId xmlns:a16="http://schemas.microsoft.com/office/drawing/2014/main" id="{ACE50D1C-A33B-423E-BD43-D7CBFCA3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4" name="矩形">
            <a:extLst xmlns:a="http://schemas.openxmlformats.org/drawingml/2006/main">
              <a:ext uri="{FF2B5EF4-FFF2-40B4-BE49-F238E27FC236}">
                <a16:creationId xmlns:a16="http://schemas.microsoft.com/office/drawing/2014/main" id="{04EF8C4F-011C-4F82-8759-256F1D9E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5" name="矩形">
            <a:extLst xmlns:a="http://schemas.openxmlformats.org/drawingml/2006/main">
              <a:ext uri="{FF2B5EF4-FFF2-40B4-BE49-F238E27FC236}">
                <a16:creationId xmlns:a16="http://schemas.microsoft.com/office/drawing/2014/main" id="{682E6483-58C4-4B29-B519-1CE7E733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6" name="矩形">
            <a:extLst xmlns:a="http://schemas.openxmlformats.org/drawingml/2006/main">
              <a:ext uri="{FF2B5EF4-FFF2-40B4-BE49-F238E27FC236}">
                <a16:creationId xmlns:a16="http://schemas.microsoft.com/office/drawing/2014/main" id="{9B030423-B754-4B4B-86CF-9158183A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7" name="矩形">
            <a:extLst xmlns:a="http://schemas.openxmlformats.org/drawingml/2006/main">
              <a:ext uri="{FF2B5EF4-FFF2-40B4-BE49-F238E27FC236}">
                <a16:creationId xmlns:a16="http://schemas.microsoft.com/office/drawing/2014/main" id="{581E0F6B-F1F8-43CD-9A3B-58DA48BF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8" name="矩形">
            <a:extLst xmlns:a="http://schemas.openxmlformats.org/drawingml/2006/main">
              <a:ext uri="{FF2B5EF4-FFF2-40B4-BE49-F238E27FC236}">
                <a16:creationId xmlns:a16="http://schemas.microsoft.com/office/drawing/2014/main" id="{5D5A21EE-FAD8-4D27-B157-4CC2281D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79" name="矩形">
            <a:extLst xmlns:a="http://schemas.openxmlformats.org/drawingml/2006/main">
              <a:ext uri="{FF2B5EF4-FFF2-40B4-BE49-F238E27FC236}">
                <a16:creationId xmlns:a16="http://schemas.microsoft.com/office/drawing/2014/main" id="{AAEDA13C-FA30-4578-B46B-FB2AB326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0" name="矩形">
            <a:extLst xmlns:a="http://schemas.openxmlformats.org/drawingml/2006/main">
              <a:ext uri="{FF2B5EF4-FFF2-40B4-BE49-F238E27FC236}">
                <a16:creationId xmlns:a16="http://schemas.microsoft.com/office/drawing/2014/main" id="{7480AA02-7378-461F-AAB5-B8B1A39F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1" name="矩形">
            <a:extLst xmlns:a="http://schemas.openxmlformats.org/drawingml/2006/main">
              <a:ext uri="{FF2B5EF4-FFF2-40B4-BE49-F238E27FC236}">
                <a16:creationId xmlns:a16="http://schemas.microsoft.com/office/drawing/2014/main" id="{DAFE6798-8794-4D2A-80B2-0A18500A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2" name="矩形">
            <a:extLst xmlns:a="http://schemas.openxmlformats.org/drawingml/2006/main">
              <a:ext uri="{FF2B5EF4-FFF2-40B4-BE49-F238E27FC236}">
                <a16:creationId xmlns:a16="http://schemas.microsoft.com/office/drawing/2014/main" id="{D1FCCC7C-8727-4A71-9F3C-04863AFE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3" name="矩形">
            <a:extLst xmlns:a="http://schemas.openxmlformats.org/drawingml/2006/main">
              <a:ext uri="{FF2B5EF4-FFF2-40B4-BE49-F238E27FC236}">
                <a16:creationId xmlns:a16="http://schemas.microsoft.com/office/drawing/2014/main" id="{2E071949-3D64-4D72-A850-73FB3A99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4" name="矩形">
            <a:extLst xmlns:a="http://schemas.openxmlformats.org/drawingml/2006/main">
              <a:ext uri="{FF2B5EF4-FFF2-40B4-BE49-F238E27FC236}">
                <a16:creationId xmlns:a16="http://schemas.microsoft.com/office/drawing/2014/main" id="{818CB0AE-8FAD-45B4-8358-176FB986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5" name="矩形">
            <a:extLst xmlns:a="http://schemas.openxmlformats.org/drawingml/2006/main">
              <a:ext uri="{FF2B5EF4-FFF2-40B4-BE49-F238E27FC236}">
                <a16:creationId xmlns:a16="http://schemas.microsoft.com/office/drawing/2014/main" id="{2CA3BC65-D758-40C3-BFE0-A8316F7F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6" name="矩形">
            <a:extLst xmlns:a="http://schemas.openxmlformats.org/drawingml/2006/main">
              <a:ext uri="{FF2B5EF4-FFF2-40B4-BE49-F238E27FC236}">
                <a16:creationId xmlns:a16="http://schemas.microsoft.com/office/drawing/2014/main" id="{5766FC89-7BFF-4B58-B0F9-9F9F2DB02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7" name="矩形">
            <a:extLst xmlns:a="http://schemas.openxmlformats.org/drawingml/2006/main">
              <a:ext uri="{FF2B5EF4-FFF2-40B4-BE49-F238E27FC236}">
                <a16:creationId xmlns:a16="http://schemas.microsoft.com/office/drawing/2014/main" id="{EBC97AE7-BEFA-47CD-9F02-0185DB39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8" name="矩形">
            <a:extLst xmlns:a="http://schemas.openxmlformats.org/drawingml/2006/main">
              <a:ext uri="{FF2B5EF4-FFF2-40B4-BE49-F238E27FC236}">
                <a16:creationId xmlns:a16="http://schemas.microsoft.com/office/drawing/2014/main" id="{A9222D17-CCC9-4AE1-81ED-8E6D2387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89" name="矩形">
            <a:extLst xmlns:a="http://schemas.openxmlformats.org/drawingml/2006/main">
              <a:ext uri="{FF2B5EF4-FFF2-40B4-BE49-F238E27FC236}">
                <a16:creationId xmlns:a16="http://schemas.microsoft.com/office/drawing/2014/main" id="{D80766D4-A69E-4C07-9021-669470F9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0" name="矩形">
            <a:extLst xmlns:a="http://schemas.openxmlformats.org/drawingml/2006/main">
              <a:ext uri="{FF2B5EF4-FFF2-40B4-BE49-F238E27FC236}">
                <a16:creationId xmlns:a16="http://schemas.microsoft.com/office/drawing/2014/main" id="{07C69569-0295-4ACA-BE87-4705B7D7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1" name="矩形">
            <a:extLst xmlns:a="http://schemas.openxmlformats.org/drawingml/2006/main">
              <a:ext uri="{FF2B5EF4-FFF2-40B4-BE49-F238E27FC236}">
                <a16:creationId xmlns:a16="http://schemas.microsoft.com/office/drawing/2014/main" id="{5C1E9957-F381-4701-A8FF-7E5332A4A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2" name="矩形">
            <a:extLst xmlns:a="http://schemas.openxmlformats.org/drawingml/2006/main">
              <a:ext uri="{FF2B5EF4-FFF2-40B4-BE49-F238E27FC236}">
                <a16:creationId xmlns:a16="http://schemas.microsoft.com/office/drawing/2014/main" id="{EBDAF0E3-446F-4DE7-8099-264BD49C9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3" name="矩形">
            <a:extLst xmlns:a="http://schemas.openxmlformats.org/drawingml/2006/main">
              <a:ext uri="{FF2B5EF4-FFF2-40B4-BE49-F238E27FC236}">
                <a16:creationId xmlns:a16="http://schemas.microsoft.com/office/drawing/2014/main" id="{1B52AEC4-3F31-424F-A629-2B7B8B4A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4" name="矩形">
            <a:extLst xmlns:a="http://schemas.openxmlformats.org/drawingml/2006/main">
              <a:ext uri="{FF2B5EF4-FFF2-40B4-BE49-F238E27FC236}">
                <a16:creationId xmlns:a16="http://schemas.microsoft.com/office/drawing/2014/main" id="{A0FFEEA6-8AF5-4789-8CAA-4FF090CD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5" name="矩形">
            <a:extLst xmlns:a="http://schemas.openxmlformats.org/drawingml/2006/main">
              <a:ext uri="{FF2B5EF4-FFF2-40B4-BE49-F238E27FC236}">
                <a16:creationId xmlns:a16="http://schemas.microsoft.com/office/drawing/2014/main" id="{D162A57A-5C1B-435E-B474-B82DB095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6" name="矩形">
            <a:extLst xmlns:a="http://schemas.openxmlformats.org/drawingml/2006/main">
              <a:ext uri="{FF2B5EF4-FFF2-40B4-BE49-F238E27FC236}">
                <a16:creationId xmlns:a16="http://schemas.microsoft.com/office/drawing/2014/main" id="{948B9194-FFCD-452F-AC97-24C8C1B13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7" name="矩形">
            <a:extLst xmlns:a="http://schemas.openxmlformats.org/drawingml/2006/main">
              <a:ext uri="{FF2B5EF4-FFF2-40B4-BE49-F238E27FC236}">
                <a16:creationId xmlns:a16="http://schemas.microsoft.com/office/drawing/2014/main" id="{3E1F2AF7-30B8-4402-88C6-1CFD3471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8" name="矩形">
            <a:extLst xmlns:a="http://schemas.openxmlformats.org/drawingml/2006/main">
              <a:ext uri="{FF2B5EF4-FFF2-40B4-BE49-F238E27FC236}">
                <a16:creationId xmlns:a16="http://schemas.microsoft.com/office/drawing/2014/main" id="{3619AA9D-580D-4645-95FA-98C7F106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499" name="矩形">
            <a:extLst xmlns:a="http://schemas.openxmlformats.org/drawingml/2006/main">
              <a:ext uri="{FF2B5EF4-FFF2-40B4-BE49-F238E27FC236}">
                <a16:creationId xmlns:a16="http://schemas.microsoft.com/office/drawing/2014/main" id="{C138AAD3-AF15-4D34-B48E-BF789748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00" name="矩形">
            <a:extLst xmlns:a="http://schemas.openxmlformats.org/drawingml/2006/main">
              <a:ext uri="{FF2B5EF4-FFF2-40B4-BE49-F238E27FC236}">
                <a16:creationId xmlns:a16="http://schemas.microsoft.com/office/drawing/2014/main" id="{E28D3203-24D3-4FB7-841A-F4B01130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01" name="矩形">
            <a:extLst xmlns:a="http://schemas.openxmlformats.org/drawingml/2006/main">
              <a:ext uri="{FF2B5EF4-FFF2-40B4-BE49-F238E27FC236}">
                <a16:creationId xmlns:a16="http://schemas.microsoft.com/office/drawing/2014/main" id="{FCA50B1E-4436-4B21-8FEC-973EB8AC9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02" name="矩形">
            <a:extLst xmlns:a="http://schemas.openxmlformats.org/drawingml/2006/main">
              <a:ext uri="{FF2B5EF4-FFF2-40B4-BE49-F238E27FC236}">
                <a16:creationId xmlns:a16="http://schemas.microsoft.com/office/drawing/2014/main" id="{7687263D-C0DA-433C-8136-86558BC2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03" name="矩形">
            <a:extLst xmlns:a="http://schemas.openxmlformats.org/drawingml/2006/main">
              <a:ext uri="{FF2B5EF4-FFF2-40B4-BE49-F238E27FC236}">
                <a16:creationId xmlns:a16="http://schemas.microsoft.com/office/drawing/2014/main" id="{98203CEA-A5A2-4FB6-8655-6F0DAB71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04" name="矩形">
            <a:extLst xmlns:a="http://schemas.openxmlformats.org/drawingml/2006/main">
              <a:ext uri="{FF2B5EF4-FFF2-40B4-BE49-F238E27FC236}">
                <a16:creationId xmlns:a16="http://schemas.microsoft.com/office/drawing/2014/main" id="{BD239BBE-C800-4FB2-83B4-D313BE4E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05" name="矩形">
            <a:extLst xmlns:a="http://schemas.openxmlformats.org/drawingml/2006/main">
              <a:ext uri="{FF2B5EF4-FFF2-40B4-BE49-F238E27FC236}">
                <a16:creationId xmlns:a16="http://schemas.microsoft.com/office/drawing/2014/main" id="{9DEDE137-204E-4F0F-B67A-8C2BE5B8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06" name="矩形">
            <a:extLst xmlns:a="http://schemas.openxmlformats.org/drawingml/2006/main">
              <a:ext uri="{FF2B5EF4-FFF2-40B4-BE49-F238E27FC236}">
                <a16:creationId xmlns:a16="http://schemas.microsoft.com/office/drawing/2014/main" id="{92B159B7-5198-4569-945F-87A3670D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507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50096124640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508" name="矩形">
            <a:extLst xmlns:a="http://schemas.openxmlformats.org/drawingml/2006/main">
              <a:ext uri="{FF2B5EF4-FFF2-40B4-BE49-F238E27FC236}">
                <a16:creationId xmlns:a16="http://schemas.microsoft.com/office/drawing/2014/main" id="{AED5012B-DCCE-4183-9932-79A58CE8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09" name="算法接口链：模块之间传递什么">
            <a:extLst xmlns:a="http://schemas.openxmlformats.org/drawingml/2006/main">
              <a:ext uri="{FF2B5EF4-FFF2-40B4-BE49-F238E27FC236}">
                <a16:creationId xmlns:a16="http://schemas.microsoft.com/office/drawing/2014/main" id="{C6507A46-65B6-4DAC-B8FD-7AD2EF86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算法接口链：模块之间传递什么</a:t>
            </a:r>
          </a:p>
        </p:txBody>
      </p:sp>
      <p:sp>
        <p:nvSpPr>
          <p:cNvPr id="510" name="矩形">
            <a:extLst xmlns:a="http://schemas.openxmlformats.org/drawingml/2006/main">
              <a:ext uri="{FF2B5EF4-FFF2-40B4-BE49-F238E27FC236}">
                <a16:creationId xmlns:a16="http://schemas.microsoft.com/office/drawing/2014/main" id="{98D9E16E-1C04-45B3-92B5-82BE84F82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11" name="CONTRACTS">
            <a:extLst xmlns:a="http://schemas.openxmlformats.org/drawingml/2006/main">
              <a:ext uri="{FF2B5EF4-FFF2-40B4-BE49-F238E27FC236}">
                <a16:creationId xmlns:a16="http://schemas.microsoft.com/office/drawing/2014/main" id="{C6BCA3D9-A620-4464-A6B1-99F35501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CONTRACTS</a:t>
            </a:r>
          </a:p>
        </p:txBody>
      </p:sp>
      <p:sp>
        <p:nvSpPr>
          <p:cNvPr id="512" name="矩形">
            <a:extLst xmlns:a="http://schemas.openxmlformats.org/drawingml/2006/main">
              <a:ext uri="{FF2B5EF4-FFF2-40B4-BE49-F238E27FC236}">
                <a16:creationId xmlns:a16="http://schemas.microsoft.com/office/drawing/2014/main" id="{37AE1B82-D584-4EC7-B3F6-B77AEE4E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14" name="圆角矩形 985">
            <a:extLst xmlns:a="http://schemas.openxmlformats.org/drawingml/2006/main">
              <a:ext uri="{FF2B5EF4-FFF2-40B4-BE49-F238E27FC236}">
                <a16:creationId xmlns:a16="http://schemas.microsoft.com/office/drawing/2014/main" id="{390C2E15-6239-40FF-95BD-803C0276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17621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515" name="矩形">
            <a:extLst xmlns:a="http://schemas.openxmlformats.org/drawingml/2006/main">
              <a:ext uri="{FF2B5EF4-FFF2-40B4-BE49-F238E27FC236}">
                <a16:creationId xmlns:a16="http://schemas.microsoft.com/office/drawing/2014/main" id="{520961E2-ABC5-4429-9742-739D1C8F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19224"/>
            <a:ext cx="1419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16" name="TaskSpec">
            <a:extLst xmlns:a="http://schemas.openxmlformats.org/drawingml/2006/main">
              <a:ext uri="{FF2B5EF4-FFF2-40B4-BE49-F238E27FC236}">
                <a16:creationId xmlns:a16="http://schemas.microsoft.com/office/drawing/2014/main" id="{3784232B-7B16-4D0A-927D-DDAE4532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19222"/>
            <a:ext cx="14192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TaskSpec</a:t>
            </a:r>
          </a:p>
        </p:txBody>
      </p:sp>
      <p:sp>
        <p:nvSpPr>
          <p:cNvPr id="517" name="矩形">
            <a:extLst xmlns:a="http://schemas.openxmlformats.org/drawingml/2006/main">
              <a:ext uri="{FF2B5EF4-FFF2-40B4-BE49-F238E27FC236}">
                <a16:creationId xmlns:a16="http://schemas.microsoft.com/office/drawing/2014/main" id="{74959CF7-9DC5-40E2-A8ED-A79626A7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24024"/>
            <a:ext cx="1419225" cy="342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18" name="目标 / 约束 / 预算">
            <a:extLst xmlns:a="http://schemas.openxmlformats.org/drawingml/2006/main">
              <a:ext uri="{FF2B5EF4-FFF2-40B4-BE49-F238E27FC236}">
                <a16:creationId xmlns:a16="http://schemas.microsoft.com/office/drawing/2014/main" id="{867D9FDE-7EC3-47C8-BCEC-E9C45F3F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24023"/>
            <a:ext cx="1419225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目标 / 约束 / 预算</a:t>
            </a:r>
          </a:p>
        </p:txBody>
      </p:sp>
      <p:sp>
        <p:nvSpPr>
          <p:cNvPr id="519" name="矩形">
            <a:extLst xmlns:a="http://schemas.openxmlformats.org/drawingml/2006/main">
              <a:ext uri="{FF2B5EF4-FFF2-40B4-BE49-F238E27FC236}">
                <a16:creationId xmlns:a16="http://schemas.microsoft.com/office/drawing/2014/main" id="{64835D94-AEF9-4304-BF2B-D04A2A8B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81150"/>
            <a:ext cx="333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20" name="→">
            <a:extLst xmlns:a="http://schemas.openxmlformats.org/drawingml/2006/main">
              <a:ext uri="{FF2B5EF4-FFF2-40B4-BE49-F238E27FC236}">
                <a16:creationId xmlns:a16="http://schemas.microsoft.com/office/drawing/2014/main" id="{CFA87FA8-B21E-46E6-A572-B21350C5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81150"/>
            <a:ext cx="333375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521" name="圆角矩形 989">
            <a:extLst xmlns:a="http://schemas.openxmlformats.org/drawingml/2006/main">
              <a:ext uri="{FF2B5EF4-FFF2-40B4-BE49-F238E27FC236}">
                <a16:creationId xmlns:a16="http://schemas.microsoft.com/office/drawing/2014/main" id="{C11BEF63-B024-4A0A-854C-5EC2B254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285875"/>
            <a:ext cx="17621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522" name="矩形">
            <a:extLst xmlns:a="http://schemas.openxmlformats.org/drawingml/2006/main">
              <a:ext uri="{FF2B5EF4-FFF2-40B4-BE49-F238E27FC236}">
                <a16:creationId xmlns:a16="http://schemas.microsoft.com/office/drawing/2014/main" id="{F3E077AA-D7CC-4CFA-A9D8-606CFD2A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419224"/>
            <a:ext cx="1419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23" name="CandidateSet">
            <a:extLst xmlns:a="http://schemas.openxmlformats.org/drawingml/2006/main">
              <a:ext uri="{FF2B5EF4-FFF2-40B4-BE49-F238E27FC236}">
                <a16:creationId xmlns:a16="http://schemas.microsoft.com/office/drawing/2014/main" id="{4F0C49F4-5552-4D63-9179-DB0E23C6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419222"/>
            <a:ext cx="14192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CandidateSet</a:t>
            </a:r>
          </a:p>
        </p:txBody>
      </p:sp>
      <p:sp>
        <p:nvSpPr>
          <p:cNvPr id="524" name="矩形">
            <a:extLst xmlns:a="http://schemas.openxmlformats.org/drawingml/2006/main">
              <a:ext uri="{FF2B5EF4-FFF2-40B4-BE49-F238E27FC236}">
                <a16:creationId xmlns:a16="http://schemas.microsoft.com/office/drawing/2014/main" id="{652EAFAC-F45D-4112-86CF-D7A7612B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24024"/>
            <a:ext cx="1419225" cy="342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25" name="Plan / Patch / Replan">
            <a:extLst xmlns:a="http://schemas.openxmlformats.org/drawingml/2006/main">
              <a:ext uri="{FF2B5EF4-FFF2-40B4-BE49-F238E27FC236}">
                <a16:creationId xmlns:a16="http://schemas.microsoft.com/office/drawing/2014/main" id="{5FB654A1-279C-4BBF-9BCA-A86F8141D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24023"/>
            <a:ext cx="141922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Plan / Patch / Replan</a:t>
            </a:r>
          </a:p>
        </p:txBody>
      </p:sp>
      <p:sp>
        <p:nvSpPr>
          <p:cNvPr id="526" name="矩形">
            <a:extLst xmlns:a="http://schemas.openxmlformats.org/drawingml/2006/main">
              <a:ext uri="{FF2B5EF4-FFF2-40B4-BE49-F238E27FC236}">
                <a16:creationId xmlns:a16="http://schemas.microsoft.com/office/drawing/2014/main" id="{1EE6CBD7-803A-4B51-B8DD-D3DDCFD4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581150"/>
            <a:ext cx="333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27" name="→">
            <a:extLst xmlns:a="http://schemas.openxmlformats.org/drawingml/2006/main">
              <a:ext uri="{FF2B5EF4-FFF2-40B4-BE49-F238E27FC236}">
                <a16:creationId xmlns:a16="http://schemas.microsoft.com/office/drawing/2014/main" id="{721B39D8-A9F1-4F4D-ABFA-160584F20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1581150"/>
            <a:ext cx="333375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528" name="圆角矩形 993">
            <a:extLst xmlns:a="http://schemas.openxmlformats.org/drawingml/2006/main">
              <a:ext uri="{FF2B5EF4-FFF2-40B4-BE49-F238E27FC236}">
                <a16:creationId xmlns:a16="http://schemas.microsoft.com/office/drawing/2014/main" id="{86AFD0BB-4588-462C-BF49-15DF263D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285875"/>
            <a:ext cx="17621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529" name="矩形">
            <a:extLst xmlns:a="http://schemas.openxmlformats.org/drawingml/2006/main">
              <a:ext uri="{FF2B5EF4-FFF2-40B4-BE49-F238E27FC236}">
                <a16:creationId xmlns:a16="http://schemas.microsoft.com/office/drawing/2014/main" id="{95C43DA9-1809-45F1-818A-D7A5EA3D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419224"/>
            <a:ext cx="1419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30" name="Feasibility">
            <a:extLst xmlns:a="http://schemas.openxmlformats.org/drawingml/2006/main">
              <a:ext uri="{FF2B5EF4-FFF2-40B4-BE49-F238E27FC236}">
                <a16:creationId xmlns:a16="http://schemas.microsoft.com/office/drawing/2014/main" id="{7001EAF9-EAE4-4DCC-ABCB-8B2C37BE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419222"/>
            <a:ext cx="14192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Feasibility</a:t>
            </a:r>
          </a:p>
        </p:txBody>
      </p:sp>
      <p:sp>
        <p:nvSpPr>
          <p:cNvPr id="531" name="矩形">
            <a:extLst xmlns:a="http://schemas.openxmlformats.org/drawingml/2006/main">
              <a:ext uri="{FF2B5EF4-FFF2-40B4-BE49-F238E27FC236}">
                <a16:creationId xmlns:a16="http://schemas.microsoft.com/office/drawing/2014/main" id="{4531B875-E09C-477E-81F4-3467A7EE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724024"/>
            <a:ext cx="1419225" cy="342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32" name="Score + blocked_by…">
            <a:extLst xmlns:a="http://schemas.openxmlformats.org/drawingml/2006/main">
              <a:ext uri="{FF2B5EF4-FFF2-40B4-BE49-F238E27FC236}">
                <a16:creationId xmlns:a16="http://schemas.microsoft.com/office/drawing/2014/main" id="{99981093-EAD9-4F42-9FA9-B1EB1EBB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724023"/>
            <a:ext cx="1419225" cy="279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Score + blocked_by</a:t>
            </a:r>
          </a:p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score_breakdown</a:t>
            </a:r>
          </a:p>
        </p:txBody>
      </p:sp>
      <p:sp>
        <p:nvSpPr>
          <p:cNvPr id="533" name="矩形">
            <a:extLst xmlns:a="http://schemas.openxmlformats.org/drawingml/2006/main">
              <a:ext uri="{FF2B5EF4-FFF2-40B4-BE49-F238E27FC236}">
                <a16:creationId xmlns:a16="http://schemas.microsoft.com/office/drawing/2014/main" id="{9BDBA957-6F13-4291-934E-F8ED40B3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81150"/>
            <a:ext cx="333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34" name="→">
            <a:extLst xmlns:a="http://schemas.openxmlformats.org/drawingml/2006/main">
              <a:ext uri="{FF2B5EF4-FFF2-40B4-BE49-F238E27FC236}">
                <a16:creationId xmlns:a16="http://schemas.microsoft.com/office/drawing/2014/main" id="{726B4A29-C0F5-4C41-A2B2-165A8996D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581150"/>
            <a:ext cx="333375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535" name="圆角矩形 997">
            <a:extLst xmlns:a="http://schemas.openxmlformats.org/drawingml/2006/main">
              <a:ext uri="{FF2B5EF4-FFF2-40B4-BE49-F238E27FC236}">
                <a16:creationId xmlns:a16="http://schemas.microsoft.com/office/drawing/2014/main" id="{A8538604-5DBF-44A2-9F81-0ECB1C85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285875"/>
            <a:ext cx="17621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536" name="矩形">
            <a:extLst xmlns:a="http://schemas.openxmlformats.org/drawingml/2006/main">
              <a:ext uri="{FF2B5EF4-FFF2-40B4-BE49-F238E27FC236}">
                <a16:creationId xmlns:a16="http://schemas.microsoft.com/office/drawing/2014/main" id="{758F5F40-4AC1-4CCF-ACEA-B3FD3E2A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419224"/>
            <a:ext cx="1419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37" name="PendingAction">
            <a:extLst xmlns:a="http://schemas.openxmlformats.org/drawingml/2006/main">
              <a:ext uri="{FF2B5EF4-FFF2-40B4-BE49-F238E27FC236}">
                <a16:creationId xmlns:a16="http://schemas.microsoft.com/office/drawing/2014/main" id="{97454FA7-9593-4B82-A57C-F14139B9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419222"/>
            <a:ext cx="14192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PendingAction</a:t>
            </a:r>
          </a:p>
        </p:txBody>
      </p:sp>
      <p:sp>
        <p:nvSpPr>
          <p:cNvPr id="538" name="矩形">
            <a:extLst xmlns:a="http://schemas.openxmlformats.org/drawingml/2006/main">
              <a:ext uri="{FF2B5EF4-FFF2-40B4-BE49-F238E27FC236}">
                <a16:creationId xmlns:a16="http://schemas.microsoft.com/office/drawing/2014/main" id="{340FB564-722B-4C97-B55D-28F44EB1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24024"/>
            <a:ext cx="1419225" cy="342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39" name="候选等待确认">
            <a:extLst xmlns:a="http://schemas.openxmlformats.org/drawingml/2006/main">
              <a:ext uri="{FF2B5EF4-FFF2-40B4-BE49-F238E27FC236}">
                <a16:creationId xmlns:a16="http://schemas.microsoft.com/office/drawing/2014/main" id="{84318331-85EC-4592-AA16-171CBF37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24023"/>
            <a:ext cx="1419225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候选等待确认</a:t>
            </a:r>
          </a:p>
        </p:txBody>
      </p:sp>
      <p:sp>
        <p:nvSpPr>
          <p:cNvPr id="540" name="矩形">
            <a:extLst xmlns:a="http://schemas.openxmlformats.org/drawingml/2006/main">
              <a:ext uri="{FF2B5EF4-FFF2-40B4-BE49-F238E27FC236}">
                <a16:creationId xmlns:a16="http://schemas.microsoft.com/office/drawing/2014/main" id="{4F2E0FC0-6B36-4FDF-802A-47799937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1581150"/>
            <a:ext cx="333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41" name="→">
            <a:extLst xmlns:a="http://schemas.openxmlformats.org/drawingml/2006/main">
              <a:ext uri="{FF2B5EF4-FFF2-40B4-BE49-F238E27FC236}">
                <a16:creationId xmlns:a16="http://schemas.microsoft.com/office/drawing/2014/main" id="{FECAA84C-AE1D-4F1A-B0E0-CBA7BF3D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1581150"/>
            <a:ext cx="333375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542" name="圆角矩形 1001">
            <a:extLst xmlns:a="http://schemas.openxmlformats.org/drawingml/2006/main">
              <a:ext uri="{FF2B5EF4-FFF2-40B4-BE49-F238E27FC236}">
                <a16:creationId xmlns:a16="http://schemas.microsoft.com/office/drawing/2014/main" id="{2995AD54-5D1D-45C5-B74D-8261C804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285875"/>
            <a:ext cx="17621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543" name="矩形">
            <a:extLst xmlns:a="http://schemas.openxmlformats.org/drawingml/2006/main">
              <a:ext uri="{FF2B5EF4-FFF2-40B4-BE49-F238E27FC236}">
                <a16:creationId xmlns:a16="http://schemas.microsoft.com/office/drawing/2014/main" id="{9539399D-79A6-4050-8363-822180F0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419224"/>
            <a:ext cx="1419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44" name="Decision">
            <a:extLst xmlns:a="http://schemas.openxmlformats.org/drawingml/2006/main">
              <a:ext uri="{FF2B5EF4-FFF2-40B4-BE49-F238E27FC236}">
                <a16:creationId xmlns:a16="http://schemas.microsoft.com/office/drawing/2014/main" id="{F60EADD5-4C7A-4578-AF7B-10363D66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419222"/>
            <a:ext cx="14192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Decision</a:t>
            </a:r>
          </a:p>
        </p:txBody>
      </p:sp>
      <p:sp>
        <p:nvSpPr>
          <p:cNvPr id="545" name="矩形">
            <a:extLst xmlns:a="http://schemas.openxmlformats.org/drawingml/2006/main">
              <a:ext uri="{FF2B5EF4-FFF2-40B4-BE49-F238E27FC236}">
                <a16:creationId xmlns:a16="http://schemas.microsoft.com/office/drawing/2014/main" id="{334D41BF-1B3C-40BC-AF8A-2A99A69D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724024"/>
            <a:ext cx="1419225" cy="3429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46" name="接受 / 拒绝 / 修改">
            <a:extLst xmlns:a="http://schemas.openxmlformats.org/drawingml/2006/main">
              <a:ext uri="{FF2B5EF4-FFF2-40B4-BE49-F238E27FC236}">
                <a16:creationId xmlns:a16="http://schemas.microsoft.com/office/drawing/2014/main" id="{8CAE69DC-1213-4BBE-A8EF-32BF4D915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724023"/>
            <a:ext cx="1419225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接受 / 拒绝 / 修改</a:t>
            </a:r>
          </a:p>
        </p:txBody>
      </p:sp>
      <p:sp>
        <p:nvSpPr>
          <p:cNvPr id="547" name="圆角矩形 1004">
            <a:extLst xmlns:a="http://schemas.openxmlformats.org/drawingml/2006/main">
              <a:ext uri="{FF2B5EF4-FFF2-40B4-BE49-F238E27FC236}">
                <a16:creationId xmlns:a16="http://schemas.microsoft.com/office/drawing/2014/main" id="{DC562F01-EBEC-48EC-AD94-6A99E300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17621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548" name="矩形">
            <a:extLst xmlns:a="http://schemas.openxmlformats.org/drawingml/2006/main">
              <a:ext uri="{FF2B5EF4-FFF2-40B4-BE49-F238E27FC236}">
                <a16:creationId xmlns:a16="http://schemas.microsoft.com/office/drawing/2014/main" id="{4E40C2F1-1447-4EAF-BF44-C492C64C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598"/>
            <a:ext cx="1419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49" name="StepResult">
            <a:extLst xmlns:a="http://schemas.openxmlformats.org/drawingml/2006/main">
              <a:ext uri="{FF2B5EF4-FFF2-40B4-BE49-F238E27FC236}">
                <a16:creationId xmlns:a16="http://schemas.microsoft.com/office/drawing/2014/main" id="{18E1F0BE-A203-4213-B068-E859B622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76598"/>
            <a:ext cx="14192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StepResult</a:t>
            </a:r>
          </a:p>
        </p:txBody>
      </p:sp>
      <p:sp>
        <p:nvSpPr>
          <p:cNvPr id="550" name="矩形">
            <a:extLst xmlns:a="http://schemas.openxmlformats.org/drawingml/2006/main">
              <a:ext uri="{FF2B5EF4-FFF2-40B4-BE49-F238E27FC236}">
                <a16:creationId xmlns:a16="http://schemas.microsoft.com/office/drawing/2014/main" id="{1DC94BC8-6126-4CFB-A587-5DC72A47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398"/>
            <a:ext cx="1419225" cy="4000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51" name="outputs / metrics / errors">
            <a:extLst xmlns:a="http://schemas.openxmlformats.org/drawingml/2006/main">
              <a:ext uri="{FF2B5EF4-FFF2-40B4-BE49-F238E27FC236}">
                <a16:creationId xmlns:a16="http://schemas.microsoft.com/office/drawing/2014/main" id="{70D45E1E-B3EF-4E5E-9EAD-7A97758C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398"/>
            <a:ext cx="141922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outputs / metrics / errors</a:t>
            </a:r>
          </a:p>
        </p:txBody>
      </p:sp>
      <p:sp>
        <p:nvSpPr>
          <p:cNvPr id="552" name="矩形">
            <a:extLst xmlns:a="http://schemas.openxmlformats.org/drawingml/2006/main">
              <a:ext uri="{FF2B5EF4-FFF2-40B4-BE49-F238E27FC236}">
                <a16:creationId xmlns:a16="http://schemas.microsoft.com/office/drawing/2014/main" id="{3FE7EAC5-0823-4F8B-986E-43F5A3B1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76625"/>
            <a:ext cx="333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53" name="→">
            <a:extLst xmlns:a="http://schemas.openxmlformats.org/drawingml/2006/main">
              <a:ext uri="{FF2B5EF4-FFF2-40B4-BE49-F238E27FC236}">
                <a16:creationId xmlns:a16="http://schemas.microsoft.com/office/drawing/2014/main" id="{CDC4A031-F360-4198-82F3-EE137433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76625"/>
            <a:ext cx="333375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554" name="圆角矩形 1008">
            <a:extLst xmlns:a="http://schemas.openxmlformats.org/drawingml/2006/main">
              <a:ext uri="{FF2B5EF4-FFF2-40B4-BE49-F238E27FC236}">
                <a16:creationId xmlns:a16="http://schemas.microsoft.com/office/drawing/2014/main" id="{3598615C-D7D7-4F2E-90F3-DA7FE5FC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43250"/>
            <a:ext cx="17621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555" name="矩形">
            <a:extLst xmlns:a="http://schemas.openxmlformats.org/drawingml/2006/main">
              <a:ext uri="{FF2B5EF4-FFF2-40B4-BE49-F238E27FC236}">
                <a16:creationId xmlns:a16="http://schemas.microsoft.com/office/drawing/2014/main" id="{D2F8CA1F-87A1-47BA-8754-8480D097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276598"/>
            <a:ext cx="1419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56" name="SafetyResult">
            <a:extLst xmlns:a="http://schemas.openxmlformats.org/drawingml/2006/main">
              <a:ext uri="{FF2B5EF4-FFF2-40B4-BE49-F238E27FC236}">
                <a16:creationId xmlns:a16="http://schemas.microsoft.com/office/drawing/2014/main" id="{D7EDB0B0-B6B3-478E-BE5D-3D6908FB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276598"/>
            <a:ext cx="14192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SafetyResult</a:t>
            </a:r>
          </a:p>
        </p:txBody>
      </p:sp>
      <p:sp>
        <p:nvSpPr>
          <p:cNvPr id="557" name="矩形">
            <a:extLst xmlns:a="http://schemas.openxmlformats.org/drawingml/2006/main">
              <a:ext uri="{FF2B5EF4-FFF2-40B4-BE49-F238E27FC236}">
                <a16:creationId xmlns:a16="http://schemas.microsoft.com/office/drawing/2014/main" id="{1C244CB3-EBD8-494D-9D9D-4E263965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81398"/>
            <a:ext cx="1419225" cy="4000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58" name="risk_flags / action">
            <a:extLst xmlns:a="http://schemas.openxmlformats.org/drawingml/2006/main">
              <a:ext uri="{FF2B5EF4-FFF2-40B4-BE49-F238E27FC236}">
                <a16:creationId xmlns:a16="http://schemas.microsoft.com/office/drawing/2014/main" id="{A9381093-4CF1-4033-966E-6FB4DBD0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81398"/>
            <a:ext cx="141922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risk_flags / action</a:t>
            </a:r>
          </a:p>
        </p:txBody>
      </p:sp>
      <p:sp>
        <p:nvSpPr>
          <p:cNvPr id="559" name="矩形">
            <a:extLst xmlns:a="http://schemas.openxmlformats.org/drawingml/2006/main">
              <a:ext uri="{FF2B5EF4-FFF2-40B4-BE49-F238E27FC236}">
                <a16:creationId xmlns:a16="http://schemas.microsoft.com/office/drawing/2014/main" id="{67BD19C3-ED86-4BE8-BED9-5A78B29C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76625"/>
            <a:ext cx="333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60" name="→">
            <a:extLst xmlns:a="http://schemas.openxmlformats.org/drawingml/2006/main">
              <a:ext uri="{FF2B5EF4-FFF2-40B4-BE49-F238E27FC236}">
                <a16:creationId xmlns:a16="http://schemas.microsoft.com/office/drawing/2014/main" id="{BCACF783-FD8F-4663-A777-4AFD686F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76625"/>
            <a:ext cx="333375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561" name="圆角矩形 1012">
            <a:extLst xmlns:a="http://schemas.openxmlformats.org/drawingml/2006/main">
              <a:ext uri="{FF2B5EF4-FFF2-40B4-BE49-F238E27FC236}">
                <a16:creationId xmlns:a16="http://schemas.microsoft.com/office/drawing/2014/main" id="{7E482B3B-9DCE-472E-BD9A-0CE5C25C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43250"/>
            <a:ext cx="17621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0052A5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562" name="矩形">
            <a:extLst xmlns:a="http://schemas.openxmlformats.org/drawingml/2006/main">
              <a:ext uri="{FF2B5EF4-FFF2-40B4-BE49-F238E27FC236}">
                <a16:creationId xmlns:a16="http://schemas.microsoft.com/office/drawing/2014/main" id="{73588A3C-3D02-47E3-B464-0030C4D2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76598"/>
            <a:ext cx="1419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63" name="RuntimeState">
            <a:extLst xmlns:a="http://schemas.openxmlformats.org/drawingml/2006/main">
              <a:ext uri="{FF2B5EF4-FFF2-40B4-BE49-F238E27FC236}">
                <a16:creationId xmlns:a16="http://schemas.microsoft.com/office/drawing/2014/main" id="{1533C104-62B4-49BE-BC1D-73CCEC6C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76598"/>
            <a:ext cx="14192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RuntimeState</a:t>
            </a:r>
          </a:p>
        </p:txBody>
      </p:sp>
      <p:sp>
        <p:nvSpPr>
          <p:cNvPr id="564" name="矩形">
            <a:extLst xmlns:a="http://schemas.openxmlformats.org/drawingml/2006/main">
              <a:ext uri="{FF2B5EF4-FFF2-40B4-BE49-F238E27FC236}">
                <a16:creationId xmlns:a16="http://schemas.microsoft.com/office/drawing/2014/main" id="{42334769-29EB-4B75-8FB8-041ADD77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581398"/>
            <a:ext cx="1419225" cy="4000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65" name="p_success / cost / evidence">
            <a:extLst xmlns:a="http://schemas.openxmlformats.org/drawingml/2006/main">
              <a:ext uri="{FF2B5EF4-FFF2-40B4-BE49-F238E27FC236}">
                <a16:creationId xmlns:a16="http://schemas.microsoft.com/office/drawing/2014/main" id="{A1CA1F6E-2C7B-4D2D-8EFB-A401445A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581398"/>
            <a:ext cx="141922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p_success / cost / evidence</a:t>
            </a:r>
          </a:p>
        </p:txBody>
      </p:sp>
      <p:sp>
        <p:nvSpPr>
          <p:cNvPr id="566" name="矩形">
            <a:extLst xmlns:a="http://schemas.openxmlformats.org/drawingml/2006/main">
              <a:ext uri="{FF2B5EF4-FFF2-40B4-BE49-F238E27FC236}">
                <a16:creationId xmlns:a16="http://schemas.microsoft.com/office/drawing/2014/main" id="{60278ABA-D484-49B5-8C72-B41110C7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76625"/>
            <a:ext cx="333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67" name="→">
            <a:extLst xmlns:a="http://schemas.openxmlformats.org/drawingml/2006/main">
              <a:ext uri="{FF2B5EF4-FFF2-40B4-BE49-F238E27FC236}">
                <a16:creationId xmlns:a16="http://schemas.microsoft.com/office/drawing/2014/main" id="{DC672182-6A38-435B-8E2D-D1F6F10A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76625"/>
            <a:ext cx="333375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568" name="圆角矩形 1016">
            <a:extLst xmlns:a="http://schemas.openxmlformats.org/drawingml/2006/main">
              <a:ext uri="{FF2B5EF4-FFF2-40B4-BE49-F238E27FC236}">
                <a16:creationId xmlns:a16="http://schemas.microsoft.com/office/drawing/2014/main" id="{3A326D50-8955-4E28-B700-6F1204BC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17621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569" name="矩形">
            <a:extLst xmlns:a="http://schemas.openxmlformats.org/drawingml/2006/main">
              <a:ext uri="{FF2B5EF4-FFF2-40B4-BE49-F238E27FC236}">
                <a16:creationId xmlns:a16="http://schemas.microsoft.com/office/drawing/2014/main" id="{0A0E31E4-EC17-4C6B-A0D8-E3523334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276598"/>
            <a:ext cx="1419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70" name="RecoveryAction">
            <a:extLst xmlns:a="http://schemas.openxmlformats.org/drawingml/2006/main">
              <a:ext uri="{FF2B5EF4-FFF2-40B4-BE49-F238E27FC236}">
                <a16:creationId xmlns:a16="http://schemas.microsoft.com/office/drawing/2014/main" id="{C63371E7-160D-435B-AB2F-3553AC90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276598"/>
            <a:ext cx="14192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RecoveryAction</a:t>
            </a:r>
          </a:p>
        </p:txBody>
      </p:sp>
      <p:sp>
        <p:nvSpPr>
          <p:cNvPr id="571" name="矩形">
            <a:extLst xmlns:a="http://schemas.openxmlformats.org/drawingml/2006/main">
              <a:ext uri="{FF2B5EF4-FFF2-40B4-BE49-F238E27FC236}">
                <a16:creationId xmlns:a16="http://schemas.microsoft.com/office/drawing/2014/main" id="{FE182D38-84F6-45C4-ACA7-F3CC0AD43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581398"/>
            <a:ext cx="1419225" cy="4000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72" name="continue / patch / replan / stop">
            <a:extLst xmlns:a="http://schemas.openxmlformats.org/drawingml/2006/main">
              <a:ext uri="{FF2B5EF4-FFF2-40B4-BE49-F238E27FC236}">
                <a16:creationId xmlns:a16="http://schemas.microsoft.com/office/drawing/2014/main" id="{E8D7C63E-AA6B-45FE-A07B-4D6FC2FF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581398"/>
            <a:ext cx="1419225" cy="279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continue / patch / replan / stop</a:t>
            </a:r>
          </a:p>
        </p:txBody>
      </p:sp>
      <p:sp>
        <p:nvSpPr>
          <p:cNvPr id="573" name="矩形">
            <a:extLst xmlns:a="http://schemas.openxmlformats.org/drawingml/2006/main">
              <a:ext uri="{FF2B5EF4-FFF2-40B4-BE49-F238E27FC236}">
                <a16:creationId xmlns:a16="http://schemas.microsoft.com/office/drawing/2014/main" id="{48B0D502-AA7D-4665-89B2-64492059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476625"/>
            <a:ext cx="333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574" name="→">
            <a:extLst xmlns:a="http://schemas.openxmlformats.org/drawingml/2006/main">
              <a:ext uri="{FF2B5EF4-FFF2-40B4-BE49-F238E27FC236}">
                <a16:creationId xmlns:a16="http://schemas.microsoft.com/office/drawing/2014/main" id="{4635E29C-1E4C-4D61-B251-A01B067A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476625"/>
            <a:ext cx="333375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575" name="圆角矩形 1020">
            <a:extLst xmlns:a="http://schemas.openxmlformats.org/drawingml/2006/main">
              <a:ext uri="{FF2B5EF4-FFF2-40B4-BE49-F238E27FC236}">
                <a16:creationId xmlns:a16="http://schemas.microsoft.com/office/drawing/2014/main" id="{11E38F18-FB2A-43FF-A151-2B98D67D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43250"/>
            <a:ext cx="17621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576" name="矩形">
            <a:extLst xmlns:a="http://schemas.openxmlformats.org/drawingml/2006/main">
              <a:ext uri="{FF2B5EF4-FFF2-40B4-BE49-F238E27FC236}">
                <a16:creationId xmlns:a16="http://schemas.microsoft.com/office/drawing/2014/main" id="{C7D78F9D-7717-4ABA-9CF2-22EC617C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76598"/>
            <a:ext cx="1419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77" name="EventLog">
            <a:extLst xmlns:a="http://schemas.openxmlformats.org/drawingml/2006/main">
              <a:ext uri="{FF2B5EF4-FFF2-40B4-BE49-F238E27FC236}">
                <a16:creationId xmlns:a16="http://schemas.microsoft.com/office/drawing/2014/main" id="{727F1F59-BF04-4AE0-924E-01DC4219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76598"/>
            <a:ext cx="14192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EventLog</a:t>
            </a:r>
          </a:p>
        </p:txBody>
      </p:sp>
      <p:sp>
        <p:nvSpPr>
          <p:cNvPr id="578" name="矩形">
            <a:extLst xmlns:a="http://schemas.openxmlformats.org/drawingml/2006/main">
              <a:ext uri="{FF2B5EF4-FFF2-40B4-BE49-F238E27FC236}">
                <a16:creationId xmlns:a16="http://schemas.microsoft.com/office/drawing/2014/main" id="{A43FBFE2-0B00-41EA-8D99-1C861CB3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581398"/>
            <a:ext cx="1419225" cy="4000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79" name="Snapshot / 审计恢复">
            <a:extLst xmlns:a="http://schemas.openxmlformats.org/drawingml/2006/main">
              <a:ext uri="{FF2B5EF4-FFF2-40B4-BE49-F238E27FC236}">
                <a16:creationId xmlns:a16="http://schemas.microsoft.com/office/drawing/2014/main" id="{E320C8CA-E4C8-4FD6-84C6-CCC62FCD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581398"/>
            <a:ext cx="1419225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Snapshot / 审计恢复</a:t>
            </a:r>
          </a:p>
        </p:txBody>
      </p:sp>
      <p:sp>
        <p:nvSpPr>
          <p:cNvPr id="580" name="矩形">
            <a:extLst xmlns:a="http://schemas.openxmlformats.org/drawingml/2006/main">
              <a:ext uri="{FF2B5EF4-FFF2-40B4-BE49-F238E27FC236}">
                <a16:creationId xmlns:a16="http://schemas.microsoft.com/office/drawing/2014/main" id="{96EC86A9-C3A5-4718-B7F4-DEDA8DD5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95848"/>
            <a:ext cx="8953500" cy="3238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581" name="算法依赖的是结构化对象流转，而不是 Agent 间直接传递自然语言计划。">
            <a:extLst xmlns:a="http://schemas.openxmlformats.org/drawingml/2006/main">
              <a:ext uri="{FF2B5EF4-FFF2-40B4-BE49-F238E27FC236}">
                <a16:creationId xmlns:a16="http://schemas.microsoft.com/office/drawing/2014/main" id="{833224ED-FA41-4E14-A014-0810F6ED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95848"/>
            <a:ext cx="8953500" cy="266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算法依赖的是结构化对象流转，而不是 Agent 间直接传递自然语言计划。</a:t>
            </a:r>
          </a:p>
        </p:txBody>
      </p:sp>
      <p:sp>
        <p:nvSpPr>
          <p:cNvPr id="585" name="">
            <a:extLst xmlns:a="http://schemas.openxmlformats.org/drawingml/2006/main">
              <a:ext uri="{FF2B5EF4-FFF2-40B4-BE49-F238E27FC236}">
                <a16:creationId xmlns:a16="http://schemas.microsoft.com/office/drawing/2014/main" id="{B05F3770-FAB6-4A66-8140-9E133405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463118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3" name="矩形">
            <a:extLst xmlns:a="http://schemas.openxmlformats.org/drawingml/2006/main">
              <a:ext uri="{FF2B5EF4-FFF2-40B4-BE49-F238E27FC236}">
                <a16:creationId xmlns:a16="http://schemas.microsoft.com/office/drawing/2014/main" id="{B66B9BEC-C2AB-4F55-822D-8F8C965F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584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6750fdbe334f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585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38f6c91c447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586" name="矩形">
            <a:extLst xmlns:a="http://schemas.openxmlformats.org/drawingml/2006/main">
              <a:ext uri="{FF2B5EF4-FFF2-40B4-BE49-F238E27FC236}">
                <a16:creationId xmlns:a16="http://schemas.microsoft.com/office/drawing/2014/main" id="{EDF9EC63-0F69-47AD-80E0-5BD50613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87" name="矩形">
            <a:extLst xmlns:a="http://schemas.openxmlformats.org/drawingml/2006/main">
              <a:ext uri="{FF2B5EF4-FFF2-40B4-BE49-F238E27FC236}">
                <a16:creationId xmlns:a16="http://schemas.microsoft.com/office/drawing/2014/main" id="{AE69172F-23BC-427E-A2F2-4BEB94E2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88" name="矩形">
            <a:extLst xmlns:a="http://schemas.openxmlformats.org/drawingml/2006/main">
              <a:ext uri="{FF2B5EF4-FFF2-40B4-BE49-F238E27FC236}">
                <a16:creationId xmlns:a16="http://schemas.microsoft.com/office/drawing/2014/main" id="{FB3B6844-D2F5-4A00-815A-C827C163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89" name="矩形">
            <a:extLst xmlns:a="http://schemas.openxmlformats.org/drawingml/2006/main">
              <a:ext uri="{FF2B5EF4-FFF2-40B4-BE49-F238E27FC236}">
                <a16:creationId xmlns:a16="http://schemas.microsoft.com/office/drawing/2014/main" id="{B9F90C82-5F73-43DB-81DD-E17B106D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0" name="矩形">
            <a:extLst xmlns:a="http://schemas.openxmlformats.org/drawingml/2006/main">
              <a:ext uri="{FF2B5EF4-FFF2-40B4-BE49-F238E27FC236}">
                <a16:creationId xmlns:a16="http://schemas.microsoft.com/office/drawing/2014/main" id="{C2A19C54-9542-477E-A742-E56B233E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1" name="矩形">
            <a:extLst xmlns:a="http://schemas.openxmlformats.org/drawingml/2006/main">
              <a:ext uri="{FF2B5EF4-FFF2-40B4-BE49-F238E27FC236}">
                <a16:creationId xmlns:a16="http://schemas.microsoft.com/office/drawing/2014/main" id="{E3B2C531-E51B-49CF-AC2E-C63116F6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2" name="矩形">
            <a:extLst xmlns:a="http://schemas.openxmlformats.org/drawingml/2006/main">
              <a:ext uri="{FF2B5EF4-FFF2-40B4-BE49-F238E27FC236}">
                <a16:creationId xmlns:a16="http://schemas.microsoft.com/office/drawing/2014/main" id="{32496A37-561D-4F65-B775-5E20BD47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3" name="矩形">
            <a:extLst xmlns:a="http://schemas.openxmlformats.org/drawingml/2006/main">
              <a:ext uri="{FF2B5EF4-FFF2-40B4-BE49-F238E27FC236}">
                <a16:creationId xmlns:a16="http://schemas.microsoft.com/office/drawing/2014/main" id="{1E57308B-CB37-473F-B708-B0B4703A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4" name="矩形">
            <a:extLst xmlns:a="http://schemas.openxmlformats.org/drawingml/2006/main">
              <a:ext uri="{FF2B5EF4-FFF2-40B4-BE49-F238E27FC236}">
                <a16:creationId xmlns:a16="http://schemas.microsoft.com/office/drawing/2014/main" id="{BF905A0D-3596-421D-9541-C2364F1C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5" name="矩形">
            <a:extLst xmlns:a="http://schemas.openxmlformats.org/drawingml/2006/main">
              <a:ext uri="{FF2B5EF4-FFF2-40B4-BE49-F238E27FC236}">
                <a16:creationId xmlns:a16="http://schemas.microsoft.com/office/drawing/2014/main" id="{00E4C48B-1DB7-4685-9960-29BF6D12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6" name="矩形">
            <a:extLst xmlns:a="http://schemas.openxmlformats.org/drawingml/2006/main">
              <a:ext uri="{FF2B5EF4-FFF2-40B4-BE49-F238E27FC236}">
                <a16:creationId xmlns:a16="http://schemas.microsoft.com/office/drawing/2014/main" id="{12BCF4D3-F384-4E8A-92B0-E33BBDC9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7" name="矩形">
            <a:extLst xmlns:a="http://schemas.openxmlformats.org/drawingml/2006/main">
              <a:ext uri="{FF2B5EF4-FFF2-40B4-BE49-F238E27FC236}">
                <a16:creationId xmlns:a16="http://schemas.microsoft.com/office/drawing/2014/main" id="{4B327B98-3FF3-4DAD-97BF-10CFEC53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8" name="矩形">
            <a:extLst xmlns:a="http://schemas.openxmlformats.org/drawingml/2006/main">
              <a:ext uri="{FF2B5EF4-FFF2-40B4-BE49-F238E27FC236}">
                <a16:creationId xmlns:a16="http://schemas.microsoft.com/office/drawing/2014/main" id="{F1C8A14C-21F3-4528-8D49-E0A3739A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599" name="矩形">
            <a:extLst xmlns:a="http://schemas.openxmlformats.org/drawingml/2006/main">
              <a:ext uri="{FF2B5EF4-FFF2-40B4-BE49-F238E27FC236}">
                <a16:creationId xmlns:a16="http://schemas.microsoft.com/office/drawing/2014/main" id="{43E538B8-23FA-476C-8B11-8C9D0A7C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0" name="矩形">
            <a:extLst xmlns:a="http://schemas.openxmlformats.org/drawingml/2006/main">
              <a:ext uri="{FF2B5EF4-FFF2-40B4-BE49-F238E27FC236}">
                <a16:creationId xmlns:a16="http://schemas.microsoft.com/office/drawing/2014/main" id="{D626B43A-207E-4023-845B-88BB2841B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1" name="矩形">
            <a:extLst xmlns:a="http://schemas.openxmlformats.org/drawingml/2006/main">
              <a:ext uri="{FF2B5EF4-FFF2-40B4-BE49-F238E27FC236}">
                <a16:creationId xmlns:a16="http://schemas.microsoft.com/office/drawing/2014/main" id="{84200E0D-9B9D-40AD-90F1-006C703B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2" name="矩形">
            <a:extLst xmlns:a="http://schemas.openxmlformats.org/drawingml/2006/main">
              <a:ext uri="{FF2B5EF4-FFF2-40B4-BE49-F238E27FC236}">
                <a16:creationId xmlns:a16="http://schemas.microsoft.com/office/drawing/2014/main" id="{3585E344-D7E2-40DE-91EB-CCD12773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3" name="矩形">
            <a:extLst xmlns:a="http://schemas.openxmlformats.org/drawingml/2006/main">
              <a:ext uri="{FF2B5EF4-FFF2-40B4-BE49-F238E27FC236}">
                <a16:creationId xmlns:a16="http://schemas.microsoft.com/office/drawing/2014/main" id="{B301AA69-22F1-4EB5-A314-75E5DE413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4" name="矩形">
            <a:extLst xmlns:a="http://schemas.openxmlformats.org/drawingml/2006/main">
              <a:ext uri="{FF2B5EF4-FFF2-40B4-BE49-F238E27FC236}">
                <a16:creationId xmlns:a16="http://schemas.microsoft.com/office/drawing/2014/main" id="{93B3476D-5902-41CB-A0AB-5B2A55A2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5" name="矩形">
            <a:extLst xmlns:a="http://schemas.openxmlformats.org/drawingml/2006/main">
              <a:ext uri="{FF2B5EF4-FFF2-40B4-BE49-F238E27FC236}">
                <a16:creationId xmlns:a16="http://schemas.microsoft.com/office/drawing/2014/main" id="{FED4139C-D669-4353-9E22-9FC8C5CD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6" name="矩形">
            <a:extLst xmlns:a="http://schemas.openxmlformats.org/drawingml/2006/main">
              <a:ext uri="{FF2B5EF4-FFF2-40B4-BE49-F238E27FC236}">
                <a16:creationId xmlns:a16="http://schemas.microsoft.com/office/drawing/2014/main" id="{452AE635-5F8E-4D1F-AA31-DA837771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7" name="矩形">
            <a:extLst xmlns:a="http://schemas.openxmlformats.org/drawingml/2006/main">
              <a:ext uri="{FF2B5EF4-FFF2-40B4-BE49-F238E27FC236}">
                <a16:creationId xmlns:a16="http://schemas.microsoft.com/office/drawing/2014/main" id="{1FE8E15B-90FE-49AB-8E5D-F4CD1AF5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8" name="矩形">
            <a:extLst xmlns:a="http://schemas.openxmlformats.org/drawingml/2006/main">
              <a:ext uri="{FF2B5EF4-FFF2-40B4-BE49-F238E27FC236}">
                <a16:creationId xmlns:a16="http://schemas.microsoft.com/office/drawing/2014/main" id="{B31EB758-A68B-4BA3-B3B9-58100EDC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09" name="矩形">
            <a:extLst xmlns:a="http://schemas.openxmlformats.org/drawingml/2006/main">
              <a:ext uri="{FF2B5EF4-FFF2-40B4-BE49-F238E27FC236}">
                <a16:creationId xmlns:a16="http://schemas.microsoft.com/office/drawing/2014/main" id="{83AEDB62-95F2-4E02-9BBF-21181B5DB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0" name="矩形">
            <a:extLst xmlns:a="http://schemas.openxmlformats.org/drawingml/2006/main">
              <a:ext uri="{FF2B5EF4-FFF2-40B4-BE49-F238E27FC236}">
                <a16:creationId xmlns:a16="http://schemas.microsoft.com/office/drawing/2014/main" id="{B0A36AC6-2F20-47B1-B8DC-92AC47A6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1" name="矩形">
            <a:extLst xmlns:a="http://schemas.openxmlformats.org/drawingml/2006/main">
              <a:ext uri="{FF2B5EF4-FFF2-40B4-BE49-F238E27FC236}">
                <a16:creationId xmlns:a16="http://schemas.microsoft.com/office/drawing/2014/main" id="{EF956E42-9A64-49C9-8842-226D454A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2" name="矩形">
            <a:extLst xmlns:a="http://schemas.openxmlformats.org/drawingml/2006/main">
              <a:ext uri="{FF2B5EF4-FFF2-40B4-BE49-F238E27FC236}">
                <a16:creationId xmlns:a16="http://schemas.microsoft.com/office/drawing/2014/main" id="{F514F34D-B42F-40D1-88D3-2162274C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3" name="矩形">
            <a:extLst xmlns:a="http://schemas.openxmlformats.org/drawingml/2006/main">
              <a:ext uri="{FF2B5EF4-FFF2-40B4-BE49-F238E27FC236}">
                <a16:creationId xmlns:a16="http://schemas.microsoft.com/office/drawing/2014/main" id="{4EC37A79-C249-4BD1-88ED-C16BAA7E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4" name="矩形">
            <a:extLst xmlns:a="http://schemas.openxmlformats.org/drawingml/2006/main">
              <a:ext uri="{FF2B5EF4-FFF2-40B4-BE49-F238E27FC236}">
                <a16:creationId xmlns:a16="http://schemas.microsoft.com/office/drawing/2014/main" id="{10E30B3C-4552-4A29-BC2A-1867BF6A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5" name="矩形">
            <a:extLst xmlns:a="http://schemas.openxmlformats.org/drawingml/2006/main">
              <a:ext uri="{FF2B5EF4-FFF2-40B4-BE49-F238E27FC236}">
                <a16:creationId xmlns:a16="http://schemas.microsoft.com/office/drawing/2014/main" id="{961F9A70-DB64-447F-B88A-AF7B42F5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6" name="矩形">
            <a:extLst xmlns:a="http://schemas.openxmlformats.org/drawingml/2006/main">
              <a:ext uri="{FF2B5EF4-FFF2-40B4-BE49-F238E27FC236}">
                <a16:creationId xmlns:a16="http://schemas.microsoft.com/office/drawing/2014/main" id="{8564F2D1-74B5-4C63-B095-EFA79DDF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7" name="矩形">
            <a:extLst xmlns:a="http://schemas.openxmlformats.org/drawingml/2006/main">
              <a:ext uri="{FF2B5EF4-FFF2-40B4-BE49-F238E27FC236}">
                <a16:creationId xmlns:a16="http://schemas.microsoft.com/office/drawing/2014/main" id="{EF327CB2-EB01-4240-BEC3-096A76AD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8" name="矩形">
            <a:extLst xmlns:a="http://schemas.openxmlformats.org/drawingml/2006/main">
              <a:ext uri="{FF2B5EF4-FFF2-40B4-BE49-F238E27FC236}">
                <a16:creationId xmlns:a16="http://schemas.microsoft.com/office/drawing/2014/main" id="{BD83E123-F1DF-438D-A723-C00E0F05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19" name="矩形">
            <a:extLst xmlns:a="http://schemas.openxmlformats.org/drawingml/2006/main">
              <a:ext uri="{FF2B5EF4-FFF2-40B4-BE49-F238E27FC236}">
                <a16:creationId xmlns:a16="http://schemas.microsoft.com/office/drawing/2014/main" id="{6BF77AB2-726D-42D5-938F-B9706697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0" name="矩形">
            <a:extLst xmlns:a="http://schemas.openxmlformats.org/drawingml/2006/main">
              <a:ext uri="{FF2B5EF4-FFF2-40B4-BE49-F238E27FC236}">
                <a16:creationId xmlns:a16="http://schemas.microsoft.com/office/drawing/2014/main" id="{D503857D-56C1-4E06-ABCA-CEAF79AA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1" name="矩形">
            <a:extLst xmlns:a="http://schemas.openxmlformats.org/drawingml/2006/main">
              <a:ext uri="{FF2B5EF4-FFF2-40B4-BE49-F238E27FC236}">
                <a16:creationId xmlns:a16="http://schemas.microsoft.com/office/drawing/2014/main" id="{DB33881E-0B3F-4CF0-A7CD-92B793658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2" name="矩形">
            <a:extLst xmlns:a="http://schemas.openxmlformats.org/drawingml/2006/main">
              <a:ext uri="{FF2B5EF4-FFF2-40B4-BE49-F238E27FC236}">
                <a16:creationId xmlns:a16="http://schemas.microsoft.com/office/drawing/2014/main" id="{2283CF72-CB2E-4189-98A9-8D99E420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3" name="矩形">
            <a:extLst xmlns:a="http://schemas.openxmlformats.org/drawingml/2006/main">
              <a:ext uri="{FF2B5EF4-FFF2-40B4-BE49-F238E27FC236}">
                <a16:creationId xmlns:a16="http://schemas.microsoft.com/office/drawing/2014/main" id="{C7700010-D7C9-48D0-8C44-70CCCD2A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4" name="矩形">
            <a:extLst xmlns:a="http://schemas.openxmlformats.org/drawingml/2006/main">
              <a:ext uri="{FF2B5EF4-FFF2-40B4-BE49-F238E27FC236}">
                <a16:creationId xmlns:a16="http://schemas.microsoft.com/office/drawing/2014/main" id="{2868E9BB-EF2C-4D8A-8E5F-D4902D31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5" name="矩形">
            <a:extLst xmlns:a="http://schemas.openxmlformats.org/drawingml/2006/main">
              <a:ext uri="{FF2B5EF4-FFF2-40B4-BE49-F238E27FC236}">
                <a16:creationId xmlns:a16="http://schemas.microsoft.com/office/drawing/2014/main" id="{D4439C16-7F56-4341-BBB2-9E509F42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6" name="矩形">
            <a:extLst xmlns:a="http://schemas.openxmlformats.org/drawingml/2006/main">
              <a:ext uri="{FF2B5EF4-FFF2-40B4-BE49-F238E27FC236}">
                <a16:creationId xmlns:a16="http://schemas.microsoft.com/office/drawing/2014/main" id="{25419BC6-EF88-4EA5-B816-69909271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7" name="矩形">
            <a:extLst xmlns:a="http://schemas.openxmlformats.org/drawingml/2006/main">
              <a:ext uri="{FF2B5EF4-FFF2-40B4-BE49-F238E27FC236}">
                <a16:creationId xmlns:a16="http://schemas.microsoft.com/office/drawing/2014/main" id="{445D0610-A0C8-4604-9662-91D8D51E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8" name="矩形">
            <a:extLst xmlns:a="http://schemas.openxmlformats.org/drawingml/2006/main">
              <a:ext uri="{FF2B5EF4-FFF2-40B4-BE49-F238E27FC236}">
                <a16:creationId xmlns:a16="http://schemas.microsoft.com/office/drawing/2014/main" id="{1424C614-A54B-4773-BFEB-BF3DF190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29" name="矩形">
            <a:extLst xmlns:a="http://schemas.openxmlformats.org/drawingml/2006/main">
              <a:ext uri="{FF2B5EF4-FFF2-40B4-BE49-F238E27FC236}">
                <a16:creationId xmlns:a16="http://schemas.microsoft.com/office/drawing/2014/main" id="{7AC8A350-287C-4B1E-BC22-693224AAC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0" name="矩形">
            <a:extLst xmlns:a="http://schemas.openxmlformats.org/drawingml/2006/main">
              <a:ext uri="{FF2B5EF4-FFF2-40B4-BE49-F238E27FC236}">
                <a16:creationId xmlns:a16="http://schemas.microsoft.com/office/drawing/2014/main" id="{65F066F2-9439-4E1B-BB00-D10EC9D5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1" name="矩形">
            <a:extLst xmlns:a="http://schemas.openxmlformats.org/drawingml/2006/main">
              <a:ext uri="{FF2B5EF4-FFF2-40B4-BE49-F238E27FC236}">
                <a16:creationId xmlns:a16="http://schemas.microsoft.com/office/drawing/2014/main" id="{831F7BAF-6FB4-4294-BFB9-A311197C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2" name="矩形">
            <a:extLst xmlns:a="http://schemas.openxmlformats.org/drawingml/2006/main">
              <a:ext uri="{FF2B5EF4-FFF2-40B4-BE49-F238E27FC236}">
                <a16:creationId xmlns:a16="http://schemas.microsoft.com/office/drawing/2014/main" id="{040D066F-E78C-4C0B-9E21-35A204410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3" name="矩形">
            <a:extLst xmlns:a="http://schemas.openxmlformats.org/drawingml/2006/main">
              <a:ext uri="{FF2B5EF4-FFF2-40B4-BE49-F238E27FC236}">
                <a16:creationId xmlns:a16="http://schemas.microsoft.com/office/drawing/2014/main" id="{97DCE2CF-546E-4E57-96FE-0553DF7F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4" name="矩形">
            <a:extLst xmlns:a="http://schemas.openxmlformats.org/drawingml/2006/main">
              <a:ext uri="{FF2B5EF4-FFF2-40B4-BE49-F238E27FC236}">
                <a16:creationId xmlns:a16="http://schemas.microsoft.com/office/drawing/2014/main" id="{12B8C88B-DE55-4F32-909C-EC32A1CA7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5" name="矩形">
            <a:extLst xmlns:a="http://schemas.openxmlformats.org/drawingml/2006/main">
              <a:ext uri="{FF2B5EF4-FFF2-40B4-BE49-F238E27FC236}">
                <a16:creationId xmlns:a16="http://schemas.microsoft.com/office/drawing/2014/main" id="{E3D17144-2C5C-4CBC-B531-101B103E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6" name="矩形">
            <a:extLst xmlns:a="http://schemas.openxmlformats.org/drawingml/2006/main">
              <a:ext uri="{FF2B5EF4-FFF2-40B4-BE49-F238E27FC236}">
                <a16:creationId xmlns:a16="http://schemas.microsoft.com/office/drawing/2014/main" id="{F39EFA51-9868-4767-AB91-EA1B8B5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7" name="矩形">
            <a:extLst xmlns:a="http://schemas.openxmlformats.org/drawingml/2006/main">
              <a:ext uri="{FF2B5EF4-FFF2-40B4-BE49-F238E27FC236}">
                <a16:creationId xmlns:a16="http://schemas.microsoft.com/office/drawing/2014/main" id="{8415AAB9-E6A9-4B4D-A5AD-00031E1D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8" name="矩形">
            <a:extLst xmlns:a="http://schemas.openxmlformats.org/drawingml/2006/main">
              <a:ext uri="{FF2B5EF4-FFF2-40B4-BE49-F238E27FC236}">
                <a16:creationId xmlns:a16="http://schemas.microsoft.com/office/drawing/2014/main" id="{975A5A04-4E64-4BB4-B381-7339FBFC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39" name="矩形">
            <a:extLst xmlns:a="http://schemas.openxmlformats.org/drawingml/2006/main">
              <a:ext uri="{FF2B5EF4-FFF2-40B4-BE49-F238E27FC236}">
                <a16:creationId xmlns:a16="http://schemas.microsoft.com/office/drawing/2014/main" id="{1A7194E9-B341-4D73-87F5-7E02185F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0" name="矩形">
            <a:extLst xmlns:a="http://schemas.openxmlformats.org/drawingml/2006/main">
              <a:ext uri="{FF2B5EF4-FFF2-40B4-BE49-F238E27FC236}">
                <a16:creationId xmlns:a16="http://schemas.microsoft.com/office/drawing/2014/main" id="{1AE10CE2-F530-4561-9F71-CCAB1AC9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1" name="矩形">
            <a:extLst xmlns:a="http://schemas.openxmlformats.org/drawingml/2006/main">
              <a:ext uri="{FF2B5EF4-FFF2-40B4-BE49-F238E27FC236}">
                <a16:creationId xmlns:a16="http://schemas.microsoft.com/office/drawing/2014/main" id="{668F65B8-39BA-4D41-AE55-1C63E4456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2" name="矩形">
            <a:extLst xmlns:a="http://schemas.openxmlformats.org/drawingml/2006/main">
              <a:ext uri="{FF2B5EF4-FFF2-40B4-BE49-F238E27FC236}">
                <a16:creationId xmlns:a16="http://schemas.microsoft.com/office/drawing/2014/main" id="{5AE4F700-4418-4A17-896F-59DAA7EC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3" name="矩形">
            <a:extLst xmlns:a="http://schemas.openxmlformats.org/drawingml/2006/main">
              <a:ext uri="{FF2B5EF4-FFF2-40B4-BE49-F238E27FC236}">
                <a16:creationId xmlns:a16="http://schemas.microsoft.com/office/drawing/2014/main" id="{59425516-B498-4354-8DFB-B89FCAC25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4" name="矩形">
            <a:extLst xmlns:a="http://schemas.openxmlformats.org/drawingml/2006/main">
              <a:ext uri="{FF2B5EF4-FFF2-40B4-BE49-F238E27FC236}">
                <a16:creationId xmlns:a16="http://schemas.microsoft.com/office/drawing/2014/main" id="{BC8BEE96-5F67-491E-8230-429AB622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5" name="矩形">
            <a:extLst xmlns:a="http://schemas.openxmlformats.org/drawingml/2006/main">
              <a:ext uri="{FF2B5EF4-FFF2-40B4-BE49-F238E27FC236}">
                <a16:creationId xmlns:a16="http://schemas.microsoft.com/office/drawing/2014/main" id="{D955D5BC-3363-4C21-AB2F-4493C15A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6" name="矩形">
            <a:extLst xmlns:a="http://schemas.openxmlformats.org/drawingml/2006/main">
              <a:ext uri="{FF2B5EF4-FFF2-40B4-BE49-F238E27FC236}">
                <a16:creationId xmlns:a16="http://schemas.microsoft.com/office/drawing/2014/main" id="{977C1877-0F51-4B7D-AB6C-4E13620F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7" name="矩形">
            <a:extLst xmlns:a="http://schemas.openxmlformats.org/drawingml/2006/main">
              <a:ext uri="{FF2B5EF4-FFF2-40B4-BE49-F238E27FC236}">
                <a16:creationId xmlns:a16="http://schemas.microsoft.com/office/drawing/2014/main" id="{5B043809-79AD-4974-98C2-57A01572F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8" name="矩形">
            <a:extLst xmlns:a="http://schemas.openxmlformats.org/drawingml/2006/main">
              <a:ext uri="{FF2B5EF4-FFF2-40B4-BE49-F238E27FC236}">
                <a16:creationId xmlns:a16="http://schemas.microsoft.com/office/drawing/2014/main" id="{67D1DAEF-943B-4C40-AEA4-8B4489AD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49" name="矩形">
            <a:extLst xmlns:a="http://schemas.openxmlformats.org/drawingml/2006/main">
              <a:ext uri="{FF2B5EF4-FFF2-40B4-BE49-F238E27FC236}">
                <a16:creationId xmlns:a16="http://schemas.microsoft.com/office/drawing/2014/main" id="{7EB2F5E9-60B0-4F39-BE32-8B6F234D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50" name="矩形">
            <a:extLst xmlns:a="http://schemas.openxmlformats.org/drawingml/2006/main">
              <a:ext uri="{FF2B5EF4-FFF2-40B4-BE49-F238E27FC236}">
                <a16:creationId xmlns:a16="http://schemas.microsoft.com/office/drawing/2014/main" id="{C0D5B659-9609-479F-A06E-5E05555B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51" name="矩形">
            <a:extLst xmlns:a="http://schemas.openxmlformats.org/drawingml/2006/main">
              <a:ext uri="{FF2B5EF4-FFF2-40B4-BE49-F238E27FC236}">
                <a16:creationId xmlns:a16="http://schemas.microsoft.com/office/drawing/2014/main" id="{47380D20-6B1C-4725-8450-997173F2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52" name="矩形">
            <a:extLst xmlns:a="http://schemas.openxmlformats.org/drawingml/2006/main">
              <a:ext uri="{FF2B5EF4-FFF2-40B4-BE49-F238E27FC236}">
                <a16:creationId xmlns:a16="http://schemas.microsoft.com/office/drawing/2014/main" id="{339570AD-D3E8-4FA4-B034-C5DA06B1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53" name="矩形">
            <a:extLst xmlns:a="http://schemas.openxmlformats.org/drawingml/2006/main">
              <a:ext uri="{FF2B5EF4-FFF2-40B4-BE49-F238E27FC236}">
                <a16:creationId xmlns:a16="http://schemas.microsoft.com/office/drawing/2014/main" id="{8B457AD3-1D38-4239-A06E-5B8BD9A92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54" name="矩形">
            <a:extLst xmlns:a="http://schemas.openxmlformats.org/drawingml/2006/main">
              <a:ext uri="{FF2B5EF4-FFF2-40B4-BE49-F238E27FC236}">
                <a16:creationId xmlns:a16="http://schemas.microsoft.com/office/drawing/2014/main" id="{E5B45709-55CE-4C8B-8A56-D578B7EF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655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5c9ee3de8145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656" name="矩形">
            <a:extLst xmlns:a="http://schemas.openxmlformats.org/drawingml/2006/main">
              <a:ext uri="{FF2B5EF4-FFF2-40B4-BE49-F238E27FC236}">
                <a16:creationId xmlns:a16="http://schemas.microsoft.com/office/drawing/2014/main" id="{FFAEBBD9-EEA7-4F31-944A-0C95C752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657" name="FSM/HITL：恢复动作如何被约束">
            <a:extLst xmlns:a="http://schemas.openxmlformats.org/drawingml/2006/main">
              <a:ext uri="{FF2B5EF4-FFF2-40B4-BE49-F238E27FC236}">
                <a16:creationId xmlns:a16="http://schemas.microsoft.com/office/drawing/2014/main" id="{AC05FDDE-CE9C-4684-BC38-129A5D2A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FSM/HITL：恢复动作如何被约束</a:t>
            </a:r>
          </a:p>
        </p:txBody>
      </p:sp>
      <p:sp>
        <p:nvSpPr>
          <p:cNvPr id="658" name="矩形">
            <a:extLst xmlns:a="http://schemas.openxmlformats.org/drawingml/2006/main">
              <a:ext uri="{FF2B5EF4-FFF2-40B4-BE49-F238E27FC236}">
                <a16:creationId xmlns:a16="http://schemas.microsoft.com/office/drawing/2014/main" id="{83CC72B6-E310-465F-B884-6552E669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59" name="FSM / HITL">
            <a:extLst xmlns:a="http://schemas.openxmlformats.org/drawingml/2006/main">
              <a:ext uri="{FF2B5EF4-FFF2-40B4-BE49-F238E27FC236}">
                <a16:creationId xmlns:a16="http://schemas.microsoft.com/office/drawing/2014/main" id="{046256D7-C884-4B53-820F-F699FE22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FSM / HITL</a:t>
            </a:r>
          </a:p>
        </p:txBody>
      </p:sp>
      <p:sp>
        <p:nvSpPr>
          <p:cNvPr id="660" name="矩形">
            <a:extLst xmlns:a="http://schemas.openxmlformats.org/drawingml/2006/main">
              <a:ext uri="{FF2B5EF4-FFF2-40B4-BE49-F238E27FC236}">
                <a16:creationId xmlns:a16="http://schemas.microsoft.com/office/drawing/2014/main" id="{053B3521-46A6-4E7A-AE41-67CE5A4F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662" name="矩形 985">
            <a:extLst xmlns:a="http://schemas.openxmlformats.org/drawingml/2006/main">
              <a:ext uri="{FF2B5EF4-FFF2-40B4-BE49-F238E27FC236}">
                <a16:creationId xmlns:a16="http://schemas.microsoft.com/office/drawing/2014/main" id="{35789295-DEBE-4B99-82C2-28F7A048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114425"/>
            <a:ext cx="72580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pic>
        <p:nvPicPr>
          <p:cNvPr id="663" name="图片 98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3f404972af4580"/>
          <a:srcRect xmlns:a="http://schemas.openxmlformats.org/drawingml/2006/main" l="0" t="8375" r="0" b="83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1123947"/>
            <a:ext cx="7239000" cy="3829055"/>
          </a:xfrm>
          <a:prstGeom xmlns:a="http://schemas.openxmlformats.org/drawingml/2006/main" prst="rect">
            <a:avLst/>
          </a:prstGeom>
        </p:spPr>
      </p:pic>
      <p:sp>
        <p:nvSpPr>
          <p:cNvPr id="664" name="矩形 987">
            <a:extLst xmlns:a="http://schemas.openxmlformats.org/drawingml/2006/main">
              <a:ext uri="{FF2B5EF4-FFF2-40B4-BE49-F238E27FC236}">
                <a16:creationId xmlns:a16="http://schemas.microsoft.com/office/drawing/2014/main" id="{AF83F416-2298-48A4-9DD3-794E0554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114425"/>
            <a:ext cx="72580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665" name="圆角矩形 988">
            <a:extLst xmlns:a="http://schemas.openxmlformats.org/drawingml/2006/main">
              <a:ext uri="{FF2B5EF4-FFF2-40B4-BE49-F238E27FC236}">
                <a16:creationId xmlns:a16="http://schemas.microsoft.com/office/drawing/2014/main" id="{44BA9E44-7196-49CB-8FEC-AD66BA2A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238250"/>
            <a:ext cx="2905125" cy="877888"/>
          </a:xfrm>
          <a:prstGeom xmlns:a="http://schemas.openxmlformats.org/drawingml/2006/main" prst="roundRect">
            <a:avLst>
              <a:gd name="adj" fmla="val 86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666" name="矩形">
            <a:extLst xmlns:a="http://schemas.openxmlformats.org/drawingml/2006/main">
              <a:ext uri="{FF2B5EF4-FFF2-40B4-BE49-F238E27FC236}">
                <a16:creationId xmlns:a16="http://schemas.microsoft.com/office/drawing/2014/main" id="{29BFF7A9-A68C-47FB-BA20-FC139E1E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371600"/>
            <a:ext cx="25622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667" name="等待态">
            <a:extLst xmlns:a="http://schemas.openxmlformats.org/drawingml/2006/main">
              <a:ext uri="{FF2B5EF4-FFF2-40B4-BE49-F238E27FC236}">
                <a16:creationId xmlns:a16="http://schemas.microsoft.com/office/drawing/2014/main" id="{EA67C57D-7676-4C00-A8B0-BD167A58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371600"/>
            <a:ext cx="256222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等待态</a:t>
            </a:r>
          </a:p>
        </p:txBody>
      </p:sp>
      <p:sp>
        <p:nvSpPr>
          <p:cNvPr id="668" name="矩形">
            <a:extLst xmlns:a="http://schemas.openxmlformats.org/drawingml/2006/main">
              <a:ext uri="{FF2B5EF4-FFF2-40B4-BE49-F238E27FC236}">
                <a16:creationId xmlns:a16="http://schemas.microsoft.com/office/drawing/2014/main" id="{60E0BE3A-5368-44D6-9B20-2CEFB997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676398"/>
            <a:ext cx="2562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669" name="PLAN / PATCH / REPLAN 三类确认态均通过 PendingAction 暴露。">
            <a:extLst xmlns:a="http://schemas.openxmlformats.org/drawingml/2006/main">
              <a:ext uri="{FF2B5EF4-FFF2-40B4-BE49-F238E27FC236}">
                <a16:creationId xmlns:a16="http://schemas.microsoft.com/office/drawing/2014/main" id="{11172535-C6BB-4617-AA29-46800B9F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676399"/>
            <a:ext cx="2562225" cy="330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PLAN / PATCH / REPLAN 三类确认态均通过 PendingAction 暴露。</a:t>
            </a:r>
          </a:p>
        </p:txBody>
      </p:sp>
      <p:sp>
        <p:nvSpPr>
          <p:cNvPr id="670" name="圆角矩形 991">
            <a:extLst xmlns:a="http://schemas.openxmlformats.org/drawingml/2006/main">
              <a:ext uri="{FF2B5EF4-FFF2-40B4-BE49-F238E27FC236}">
                <a16:creationId xmlns:a16="http://schemas.microsoft.com/office/drawing/2014/main" id="{FAD3C0D2-77FE-4DA1-BD8B-43B14D25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90750"/>
            <a:ext cx="2905125" cy="881063"/>
          </a:xfrm>
          <a:prstGeom xmlns:a="http://schemas.openxmlformats.org/drawingml/2006/main" prst="roundRect">
            <a:avLst>
              <a:gd name="adj" fmla="val 8648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671" name="矩形">
            <a:extLst xmlns:a="http://schemas.openxmlformats.org/drawingml/2006/main">
              <a:ext uri="{FF2B5EF4-FFF2-40B4-BE49-F238E27FC236}">
                <a16:creationId xmlns:a16="http://schemas.microsoft.com/office/drawing/2014/main" id="{7D0B7F39-E75D-4705-B1C9-797FC9A3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324100"/>
            <a:ext cx="25622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672" name="恢复动作">
            <a:extLst xmlns:a="http://schemas.openxmlformats.org/drawingml/2006/main">
              <a:ext uri="{FF2B5EF4-FFF2-40B4-BE49-F238E27FC236}">
                <a16:creationId xmlns:a16="http://schemas.microsoft.com/office/drawing/2014/main" id="{94514720-972F-4B56-86CB-5A8D214F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324100"/>
            <a:ext cx="256222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恢复动作</a:t>
            </a:r>
          </a:p>
        </p:txBody>
      </p:sp>
      <p:sp>
        <p:nvSpPr>
          <p:cNvPr id="673" name="矩形">
            <a:extLst xmlns:a="http://schemas.openxmlformats.org/drawingml/2006/main">
              <a:ext uri="{FF2B5EF4-FFF2-40B4-BE49-F238E27FC236}">
                <a16:creationId xmlns:a16="http://schemas.microsoft.com/office/drawing/2014/main" id="{ED22C499-DCD7-46AE-8C70-226AAA4E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628898"/>
            <a:ext cx="2562225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674" name="continue、patch_local、suffix_replan、stop 只改变状态机路径。">
            <a:extLst xmlns:a="http://schemas.openxmlformats.org/drawingml/2006/main">
              <a:ext uri="{FF2B5EF4-FFF2-40B4-BE49-F238E27FC236}">
                <a16:creationId xmlns:a16="http://schemas.microsoft.com/office/drawing/2014/main" id="{16FB1F8C-2EC6-4667-8660-A3250083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628899"/>
            <a:ext cx="2562225" cy="330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continue、patch_local、suffix_replan、stop 只改变状态机路径。</a:t>
            </a:r>
          </a:p>
        </p:txBody>
      </p:sp>
      <p:sp>
        <p:nvSpPr>
          <p:cNvPr id="675" name="圆角矩形 994">
            <a:extLst xmlns:a="http://schemas.openxmlformats.org/drawingml/2006/main">
              <a:ext uri="{FF2B5EF4-FFF2-40B4-BE49-F238E27FC236}">
                <a16:creationId xmlns:a16="http://schemas.microsoft.com/office/drawing/2014/main" id="{5EBFBFB2-0468-466C-A154-7F03C8D1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143250"/>
            <a:ext cx="2905125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676" name="矩形">
            <a:extLst xmlns:a="http://schemas.openxmlformats.org/drawingml/2006/main">
              <a:ext uri="{FF2B5EF4-FFF2-40B4-BE49-F238E27FC236}">
                <a16:creationId xmlns:a16="http://schemas.microsoft.com/office/drawing/2014/main" id="{691723D1-BD7B-4D4E-884D-F58AF707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276600"/>
            <a:ext cx="25622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677" name="约束方式">
            <a:extLst xmlns:a="http://schemas.openxmlformats.org/drawingml/2006/main">
              <a:ext uri="{FF2B5EF4-FFF2-40B4-BE49-F238E27FC236}">
                <a16:creationId xmlns:a16="http://schemas.microsoft.com/office/drawing/2014/main" id="{0C4FAE1A-B000-4606-8BB5-22A9D4C41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276600"/>
            <a:ext cx="256222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约束方式</a:t>
            </a:r>
          </a:p>
        </p:txBody>
      </p:sp>
      <p:sp>
        <p:nvSpPr>
          <p:cNvPr id="678" name="矩形">
            <a:extLst xmlns:a="http://schemas.openxmlformats.org/drawingml/2006/main">
              <a:ext uri="{FF2B5EF4-FFF2-40B4-BE49-F238E27FC236}">
                <a16:creationId xmlns:a16="http://schemas.microsoft.com/office/drawing/2014/main" id="{A084FE75-553F-42F8-A61E-44906275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581398"/>
            <a:ext cx="2562225" cy="4381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679" name="系统把算法建议转为 Decision、EventLog、Snapshot；等待态下 Executor 不继续调用工具。">
            <a:extLst xmlns:a="http://schemas.openxmlformats.org/drawingml/2006/main">
              <a:ext uri="{FF2B5EF4-FFF2-40B4-BE49-F238E27FC236}">
                <a16:creationId xmlns:a16="http://schemas.microsoft.com/office/drawing/2014/main" id="{5616AAD5-931A-484C-8A77-939AB270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581398"/>
            <a:ext cx="2562225" cy="330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系统把算法建议转为 Decision、EventLog、Snapshot；等待态下 Executor 不继续调用工具。</a:t>
            </a:r>
          </a:p>
        </p:txBody>
      </p:sp>
      <p:sp>
        <p:nvSpPr>
          <p:cNvPr id="680" name="矩形">
            <a:extLst xmlns:a="http://schemas.openxmlformats.org/drawingml/2006/main">
              <a:ext uri="{FF2B5EF4-FFF2-40B4-BE49-F238E27FC236}">
                <a16:creationId xmlns:a16="http://schemas.microsoft.com/office/drawing/2014/main" id="{34CBDE96-BCCD-410C-87D6-B9FFA307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81598"/>
            <a:ext cx="9525000" cy="2857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681" name="图中虚线区域对应人工确认边界，保证恢复动作可审查、可追溯。">
            <a:extLst xmlns:a="http://schemas.openxmlformats.org/drawingml/2006/main">
              <a:ext uri="{FF2B5EF4-FFF2-40B4-BE49-F238E27FC236}">
                <a16:creationId xmlns:a16="http://schemas.microsoft.com/office/drawing/2014/main" id="{18FE9B93-7565-49C0-9C99-B31E3802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81598"/>
            <a:ext cx="9525000" cy="2286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图中虚线区域对应人工确认边界，保证恢复动作可审查、可追溯。</a:t>
            </a:r>
          </a:p>
        </p:txBody>
      </p:sp>
      <p:sp>
        <p:nvSpPr>
          <p:cNvPr id="686" name="">
            <a:extLst xmlns:a="http://schemas.openxmlformats.org/drawingml/2006/main">
              <a:ext uri="{FF2B5EF4-FFF2-40B4-BE49-F238E27FC236}">
                <a16:creationId xmlns:a16="http://schemas.microsoft.com/office/drawing/2014/main" id="{B9912FCD-6603-41DA-8E3F-223D12E3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14527173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83" name="矩形">
            <a:extLst xmlns:a="http://schemas.openxmlformats.org/drawingml/2006/main">
              <a:ext uri="{FF2B5EF4-FFF2-40B4-BE49-F238E27FC236}">
                <a16:creationId xmlns:a16="http://schemas.microsoft.com/office/drawing/2014/main" id="{EA4FBB89-6116-4511-8D0E-54E2F7E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684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44b0fa328d4c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685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f453c2cd9445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686" name="矩形">
            <a:extLst xmlns:a="http://schemas.openxmlformats.org/drawingml/2006/main">
              <a:ext uri="{FF2B5EF4-FFF2-40B4-BE49-F238E27FC236}">
                <a16:creationId xmlns:a16="http://schemas.microsoft.com/office/drawing/2014/main" id="{097B95B6-DE65-4F95-9FC7-F24E88BC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87" name="矩形">
            <a:extLst xmlns:a="http://schemas.openxmlformats.org/drawingml/2006/main">
              <a:ext uri="{FF2B5EF4-FFF2-40B4-BE49-F238E27FC236}">
                <a16:creationId xmlns:a16="http://schemas.microsoft.com/office/drawing/2014/main" id="{A43E7177-A4BE-4403-B82F-8996F0E27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88" name="矩形">
            <a:extLst xmlns:a="http://schemas.openxmlformats.org/drawingml/2006/main">
              <a:ext uri="{FF2B5EF4-FFF2-40B4-BE49-F238E27FC236}">
                <a16:creationId xmlns:a16="http://schemas.microsoft.com/office/drawing/2014/main" id="{AB5F04F5-3466-443A-AE68-ACCD2775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89" name="矩形">
            <a:extLst xmlns:a="http://schemas.openxmlformats.org/drawingml/2006/main">
              <a:ext uri="{FF2B5EF4-FFF2-40B4-BE49-F238E27FC236}">
                <a16:creationId xmlns:a16="http://schemas.microsoft.com/office/drawing/2014/main" id="{98BA07FB-2277-4335-A8B2-379B29078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0" name="矩形">
            <a:extLst xmlns:a="http://schemas.openxmlformats.org/drawingml/2006/main">
              <a:ext uri="{FF2B5EF4-FFF2-40B4-BE49-F238E27FC236}">
                <a16:creationId xmlns:a16="http://schemas.microsoft.com/office/drawing/2014/main" id="{CD3C832F-A8B1-4831-893F-48ECC63B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1" name="矩形">
            <a:extLst xmlns:a="http://schemas.openxmlformats.org/drawingml/2006/main">
              <a:ext uri="{FF2B5EF4-FFF2-40B4-BE49-F238E27FC236}">
                <a16:creationId xmlns:a16="http://schemas.microsoft.com/office/drawing/2014/main" id="{4F3EE5BE-AB08-4591-A5DA-C47297E3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2" name="矩形">
            <a:extLst xmlns:a="http://schemas.openxmlformats.org/drawingml/2006/main">
              <a:ext uri="{FF2B5EF4-FFF2-40B4-BE49-F238E27FC236}">
                <a16:creationId xmlns:a16="http://schemas.microsoft.com/office/drawing/2014/main" id="{54BD9347-BB3B-4AC3-8C3B-E6E9B407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3" name="矩形">
            <a:extLst xmlns:a="http://schemas.openxmlformats.org/drawingml/2006/main">
              <a:ext uri="{FF2B5EF4-FFF2-40B4-BE49-F238E27FC236}">
                <a16:creationId xmlns:a16="http://schemas.microsoft.com/office/drawing/2014/main" id="{196F6280-BF7E-4635-B63A-98DF071D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4" name="矩形">
            <a:extLst xmlns:a="http://schemas.openxmlformats.org/drawingml/2006/main">
              <a:ext uri="{FF2B5EF4-FFF2-40B4-BE49-F238E27FC236}">
                <a16:creationId xmlns:a16="http://schemas.microsoft.com/office/drawing/2014/main" id="{3F6CC495-844F-44AA-B5DD-DFD93418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5" name="矩形">
            <a:extLst xmlns:a="http://schemas.openxmlformats.org/drawingml/2006/main">
              <a:ext uri="{FF2B5EF4-FFF2-40B4-BE49-F238E27FC236}">
                <a16:creationId xmlns:a16="http://schemas.microsoft.com/office/drawing/2014/main" id="{2D5B77FD-45EC-4FEA-A874-A371F60B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6" name="矩形">
            <a:extLst xmlns:a="http://schemas.openxmlformats.org/drawingml/2006/main">
              <a:ext uri="{FF2B5EF4-FFF2-40B4-BE49-F238E27FC236}">
                <a16:creationId xmlns:a16="http://schemas.microsoft.com/office/drawing/2014/main" id="{F1303545-2D53-4A28-8984-14489EB4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7" name="矩形">
            <a:extLst xmlns:a="http://schemas.openxmlformats.org/drawingml/2006/main">
              <a:ext uri="{FF2B5EF4-FFF2-40B4-BE49-F238E27FC236}">
                <a16:creationId xmlns:a16="http://schemas.microsoft.com/office/drawing/2014/main" id="{212C6360-E820-408E-8B46-E2BE5444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8" name="矩形">
            <a:extLst xmlns:a="http://schemas.openxmlformats.org/drawingml/2006/main">
              <a:ext uri="{FF2B5EF4-FFF2-40B4-BE49-F238E27FC236}">
                <a16:creationId xmlns:a16="http://schemas.microsoft.com/office/drawing/2014/main" id="{79702A5F-32EC-43BB-A8D9-08BFC0CF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699" name="矩形">
            <a:extLst xmlns:a="http://schemas.openxmlformats.org/drawingml/2006/main">
              <a:ext uri="{FF2B5EF4-FFF2-40B4-BE49-F238E27FC236}">
                <a16:creationId xmlns:a16="http://schemas.microsoft.com/office/drawing/2014/main" id="{9212D3F0-38B5-4848-8374-777EFEEF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0" name="矩形">
            <a:extLst xmlns:a="http://schemas.openxmlformats.org/drawingml/2006/main">
              <a:ext uri="{FF2B5EF4-FFF2-40B4-BE49-F238E27FC236}">
                <a16:creationId xmlns:a16="http://schemas.microsoft.com/office/drawing/2014/main" id="{05A41448-B94E-4FCD-85BF-8577684E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1" name="矩形">
            <a:extLst xmlns:a="http://schemas.openxmlformats.org/drawingml/2006/main">
              <a:ext uri="{FF2B5EF4-FFF2-40B4-BE49-F238E27FC236}">
                <a16:creationId xmlns:a16="http://schemas.microsoft.com/office/drawing/2014/main" id="{33EC6BC6-FDC8-4F73-8584-7C969B34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2" name="矩形">
            <a:extLst xmlns:a="http://schemas.openxmlformats.org/drawingml/2006/main">
              <a:ext uri="{FF2B5EF4-FFF2-40B4-BE49-F238E27FC236}">
                <a16:creationId xmlns:a16="http://schemas.microsoft.com/office/drawing/2014/main" id="{87603667-3177-4C8B-9A65-699B414C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3" name="矩形">
            <a:extLst xmlns:a="http://schemas.openxmlformats.org/drawingml/2006/main">
              <a:ext uri="{FF2B5EF4-FFF2-40B4-BE49-F238E27FC236}">
                <a16:creationId xmlns:a16="http://schemas.microsoft.com/office/drawing/2014/main" id="{4A5EA4B7-934C-4831-A4C6-B192C4DA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4" name="矩形">
            <a:extLst xmlns:a="http://schemas.openxmlformats.org/drawingml/2006/main">
              <a:ext uri="{FF2B5EF4-FFF2-40B4-BE49-F238E27FC236}">
                <a16:creationId xmlns:a16="http://schemas.microsoft.com/office/drawing/2014/main" id="{40E9DE72-F3C4-45F9-A671-0D84BF9B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5" name="矩形">
            <a:extLst xmlns:a="http://schemas.openxmlformats.org/drawingml/2006/main">
              <a:ext uri="{FF2B5EF4-FFF2-40B4-BE49-F238E27FC236}">
                <a16:creationId xmlns:a16="http://schemas.microsoft.com/office/drawing/2014/main" id="{21964BDC-5F4F-4B03-8BAE-DF3EDD1B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6" name="矩形">
            <a:extLst xmlns:a="http://schemas.openxmlformats.org/drawingml/2006/main">
              <a:ext uri="{FF2B5EF4-FFF2-40B4-BE49-F238E27FC236}">
                <a16:creationId xmlns:a16="http://schemas.microsoft.com/office/drawing/2014/main" id="{CFA003B1-25D6-4CD9-84FC-54BDD106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7" name="矩形">
            <a:extLst xmlns:a="http://schemas.openxmlformats.org/drawingml/2006/main">
              <a:ext uri="{FF2B5EF4-FFF2-40B4-BE49-F238E27FC236}">
                <a16:creationId xmlns:a16="http://schemas.microsoft.com/office/drawing/2014/main" id="{E6EA3E69-8791-4420-916B-0B5205F3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8" name="矩形">
            <a:extLst xmlns:a="http://schemas.openxmlformats.org/drawingml/2006/main">
              <a:ext uri="{FF2B5EF4-FFF2-40B4-BE49-F238E27FC236}">
                <a16:creationId xmlns:a16="http://schemas.microsoft.com/office/drawing/2014/main" id="{7796AF70-63B2-47D7-BD06-97BF5DEF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09" name="矩形">
            <a:extLst xmlns:a="http://schemas.openxmlformats.org/drawingml/2006/main">
              <a:ext uri="{FF2B5EF4-FFF2-40B4-BE49-F238E27FC236}">
                <a16:creationId xmlns:a16="http://schemas.microsoft.com/office/drawing/2014/main" id="{7A0FA25A-B77D-4349-92D7-2AEE24B9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0" name="矩形">
            <a:extLst xmlns:a="http://schemas.openxmlformats.org/drawingml/2006/main">
              <a:ext uri="{FF2B5EF4-FFF2-40B4-BE49-F238E27FC236}">
                <a16:creationId xmlns:a16="http://schemas.microsoft.com/office/drawing/2014/main" id="{B3A0325D-D871-408B-9752-17AAD05F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1" name="矩形">
            <a:extLst xmlns:a="http://schemas.openxmlformats.org/drawingml/2006/main">
              <a:ext uri="{FF2B5EF4-FFF2-40B4-BE49-F238E27FC236}">
                <a16:creationId xmlns:a16="http://schemas.microsoft.com/office/drawing/2014/main" id="{40BA9823-963A-47CF-BE50-5669E7F2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2" name="矩形">
            <a:extLst xmlns:a="http://schemas.openxmlformats.org/drawingml/2006/main">
              <a:ext uri="{FF2B5EF4-FFF2-40B4-BE49-F238E27FC236}">
                <a16:creationId xmlns:a16="http://schemas.microsoft.com/office/drawing/2014/main" id="{F3FECA7C-F102-4C63-8EB0-DE855F9C7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3" name="矩形">
            <a:extLst xmlns:a="http://schemas.openxmlformats.org/drawingml/2006/main">
              <a:ext uri="{FF2B5EF4-FFF2-40B4-BE49-F238E27FC236}">
                <a16:creationId xmlns:a16="http://schemas.microsoft.com/office/drawing/2014/main" id="{A997C1C7-FE7B-43B2-A05C-12DC4B4FB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4" name="矩形">
            <a:extLst xmlns:a="http://schemas.openxmlformats.org/drawingml/2006/main">
              <a:ext uri="{FF2B5EF4-FFF2-40B4-BE49-F238E27FC236}">
                <a16:creationId xmlns:a16="http://schemas.microsoft.com/office/drawing/2014/main" id="{6E759A55-777F-427A-9366-E5B0C37F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5" name="矩形">
            <a:extLst xmlns:a="http://schemas.openxmlformats.org/drawingml/2006/main">
              <a:ext uri="{FF2B5EF4-FFF2-40B4-BE49-F238E27FC236}">
                <a16:creationId xmlns:a16="http://schemas.microsoft.com/office/drawing/2014/main" id="{B3BE159C-6FDD-4962-B875-26B5DC20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6" name="矩形">
            <a:extLst xmlns:a="http://schemas.openxmlformats.org/drawingml/2006/main">
              <a:ext uri="{FF2B5EF4-FFF2-40B4-BE49-F238E27FC236}">
                <a16:creationId xmlns:a16="http://schemas.microsoft.com/office/drawing/2014/main" id="{285036AA-8DB6-423A-B9C2-29E78572E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7" name="矩形">
            <a:extLst xmlns:a="http://schemas.openxmlformats.org/drawingml/2006/main">
              <a:ext uri="{FF2B5EF4-FFF2-40B4-BE49-F238E27FC236}">
                <a16:creationId xmlns:a16="http://schemas.microsoft.com/office/drawing/2014/main" id="{A9B4D148-234B-4420-80E2-0DBCEF14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8" name="矩形">
            <a:extLst xmlns:a="http://schemas.openxmlformats.org/drawingml/2006/main">
              <a:ext uri="{FF2B5EF4-FFF2-40B4-BE49-F238E27FC236}">
                <a16:creationId xmlns:a16="http://schemas.microsoft.com/office/drawing/2014/main" id="{AE5AFD6B-C418-469D-83B0-DE9B22AC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19" name="矩形">
            <a:extLst xmlns:a="http://schemas.openxmlformats.org/drawingml/2006/main">
              <a:ext uri="{FF2B5EF4-FFF2-40B4-BE49-F238E27FC236}">
                <a16:creationId xmlns:a16="http://schemas.microsoft.com/office/drawing/2014/main" id="{1F89D7F2-8B96-4190-8948-6A8ED8F3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0" name="矩形">
            <a:extLst xmlns:a="http://schemas.openxmlformats.org/drawingml/2006/main">
              <a:ext uri="{FF2B5EF4-FFF2-40B4-BE49-F238E27FC236}">
                <a16:creationId xmlns:a16="http://schemas.microsoft.com/office/drawing/2014/main" id="{4D329F86-55A0-45E4-84CD-1401E593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1" name="矩形">
            <a:extLst xmlns:a="http://schemas.openxmlformats.org/drawingml/2006/main">
              <a:ext uri="{FF2B5EF4-FFF2-40B4-BE49-F238E27FC236}">
                <a16:creationId xmlns:a16="http://schemas.microsoft.com/office/drawing/2014/main" id="{487705C9-CEEB-4A77-AF8B-ACD03944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2" name="矩形">
            <a:extLst xmlns:a="http://schemas.openxmlformats.org/drawingml/2006/main">
              <a:ext uri="{FF2B5EF4-FFF2-40B4-BE49-F238E27FC236}">
                <a16:creationId xmlns:a16="http://schemas.microsoft.com/office/drawing/2014/main" id="{9CC38A2D-2C6A-4A6D-869D-199CDE50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3" name="矩形">
            <a:extLst xmlns:a="http://schemas.openxmlformats.org/drawingml/2006/main">
              <a:ext uri="{FF2B5EF4-FFF2-40B4-BE49-F238E27FC236}">
                <a16:creationId xmlns:a16="http://schemas.microsoft.com/office/drawing/2014/main" id="{186D4205-B9CF-4609-ACBA-B31226B2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4" name="矩形">
            <a:extLst xmlns:a="http://schemas.openxmlformats.org/drawingml/2006/main">
              <a:ext uri="{FF2B5EF4-FFF2-40B4-BE49-F238E27FC236}">
                <a16:creationId xmlns:a16="http://schemas.microsoft.com/office/drawing/2014/main" id="{6AB044C9-D9D1-4B3E-9C82-D83FA7D6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5" name="矩形">
            <a:extLst xmlns:a="http://schemas.openxmlformats.org/drawingml/2006/main">
              <a:ext uri="{FF2B5EF4-FFF2-40B4-BE49-F238E27FC236}">
                <a16:creationId xmlns:a16="http://schemas.microsoft.com/office/drawing/2014/main" id="{9D42C378-76B0-47BD-9CF8-5C0C1123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6" name="矩形">
            <a:extLst xmlns:a="http://schemas.openxmlformats.org/drawingml/2006/main">
              <a:ext uri="{FF2B5EF4-FFF2-40B4-BE49-F238E27FC236}">
                <a16:creationId xmlns:a16="http://schemas.microsoft.com/office/drawing/2014/main" id="{02F18AE2-57F1-4396-AC96-BC3772A3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7" name="矩形">
            <a:extLst xmlns:a="http://schemas.openxmlformats.org/drawingml/2006/main">
              <a:ext uri="{FF2B5EF4-FFF2-40B4-BE49-F238E27FC236}">
                <a16:creationId xmlns:a16="http://schemas.microsoft.com/office/drawing/2014/main" id="{0CFB6D10-16A3-4A73-9EAA-5123C114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8" name="矩形">
            <a:extLst xmlns:a="http://schemas.openxmlformats.org/drawingml/2006/main">
              <a:ext uri="{FF2B5EF4-FFF2-40B4-BE49-F238E27FC236}">
                <a16:creationId xmlns:a16="http://schemas.microsoft.com/office/drawing/2014/main" id="{BB83F601-CF4C-4DAC-870A-8E6DA965A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29" name="矩形">
            <a:extLst xmlns:a="http://schemas.openxmlformats.org/drawingml/2006/main">
              <a:ext uri="{FF2B5EF4-FFF2-40B4-BE49-F238E27FC236}">
                <a16:creationId xmlns:a16="http://schemas.microsoft.com/office/drawing/2014/main" id="{02B7B4B4-0637-47E4-8AEC-522E7119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0" name="矩形">
            <a:extLst xmlns:a="http://schemas.openxmlformats.org/drawingml/2006/main">
              <a:ext uri="{FF2B5EF4-FFF2-40B4-BE49-F238E27FC236}">
                <a16:creationId xmlns:a16="http://schemas.microsoft.com/office/drawing/2014/main" id="{D7002D10-A37E-433E-9B13-3EAC3B08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1" name="矩形">
            <a:extLst xmlns:a="http://schemas.openxmlformats.org/drawingml/2006/main">
              <a:ext uri="{FF2B5EF4-FFF2-40B4-BE49-F238E27FC236}">
                <a16:creationId xmlns:a16="http://schemas.microsoft.com/office/drawing/2014/main" id="{6C3AB8E6-EBF9-4505-A39B-EBF83A8E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2" name="矩形">
            <a:extLst xmlns:a="http://schemas.openxmlformats.org/drawingml/2006/main">
              <a:ext uri="{FF2B5EF4-FFF2-40B4-BE49-F238E27FC236}">
                <a16:creationId xmlns:a16="http://schemas.microsoft.com/office/drawing/2014/main" id="{DCE511F5-A30A-409C-A507-96B91434B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3" name="矩形">
            <a:extLst xmlns:a="http://schemas.openxmlformats.org/drawingml/2006/main">
              <a:ext uri="{FF2B5EF4-FFF2-40B4-BE49-F238E27FC236}">
                <a16:creationId xmlns:a16="http://schemas.microsoft.com/office/drawing/2014/main" id="{25F7B0CD-91CB-418C-A60F-B8E129B2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4" name="矩形">
            <a:extLst xmlns:a="http://schemas.openxmlformats.org/drawingml/2006/main">
              <a:ext uri="{FF2B5EF4-FFF2-40B4-BE49-F238E27FC236}">
                <a16:creationId xmlns:a16="http://schemas.microsoft.com/office/drawing/2014/main" id="{F12A5725-C46E-4A4F-AC62-45DD91C8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5" name="矩形">
            <a:extLst xmlns:a="http://schemas.openxmlformats.org/drawingml/2006/main">
              <a:ext uri="{FF2B5EF4-FFF2-40B4-BE49-F238E27FC236}">
                <a16:creationId xmlns:a16="http://schemas.microsoft.com/office/drawing/2014/main" id="{54261E4E-16EF-4BE8-8139-715F566A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6" name="矩形">
            <a:extLst xmlns:a="http://schemas.openxmlformats.org/drawingml/2006/main">
              <a:ext uri="{FF2B5EF4-FFF2-40B4-BE49-F238E27FC236}">
                <a16:creationId xmlns:a16="http://schemas.microsoft.com/office/drawing/2014/main" id="{95536F32-B637-4D03-B108-B5FB20A7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7" name="矩形">
            <a:extLst xmlns:a="http://schemas.openxmlformats.org/drawingml/2006/main">
              <a:ext uri="{FF2B5EF4-FFF2-40B4-BE49-F238E27FC236}">
                <a16:creationId xmlns:a16="http://schemas.microsoft.com/office/drawing/2014/main" id="{BF6E4423-3DCC-431D-84B2-940F441A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8" name="矩形">
            <a:extLst xmlns:a="http://schemas.openxmlformats.org/drawingml/2006/main">
              <a:ext uri="{FF2B5EF4-FFF2-40B4-BE49-F238E27FC236}">
                <a16:creationId xmlns:a16="http://schemas.microsoft.com/office/drawing/2014/main" id="{4C9EEA41-29AD-4699-885E-E4698CA6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39" name="矩形">
            <a:extLst xmlns:a="http://schemas.openxmlformats.org/drawingml/2006/main">
              <a:ext uri="{FF2B5EF4-FFF2-40B4-BE49-F238E27FC236}">
                <a16:creationId xmlns:a16="http://schemas.microsoft.com/office/drawing/2014/main" id="{D561478F-1BC0-41BD-9B70-588A1721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0" name="矩形">
            <a:extLst xmlns:a="http://schemas.openxmlformats.org/drawingml/2006/main">
              <a:ext uri="{FF2B5EF4-FFF2-40B4-BE49-F238E27FC236}">
                <a16:creationId xmlns:a16="http://schemas.microsoft.com/office/drawing/2014/main" id="{5FC87845-94CD-4539-9E76-87D1C97D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1" name="矩形">
            <a:extLst xmlns:a="http://schemas.openxmlformats.org/drawingml/2006/main">
              <a:ext uri="{FF2B5EF4-FFF2-40B4-BE49-F238E27FC236}">
                <a16:creationId xmlns:a16="http://schemas.microsoft.com/office/drawing/2014/main" id="{60ACC56D-0F2D-4A6B-AC48-BC6B41E1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2" name="矩形">
            <a:extLst xmlns:a="http://schemas.openxmlformats.org/drawingml/2006/main">
              <a:ext uri="{FF2B5EF4-FFF2-40B4-BE49-F238E27FC236}">
                <a16:creationId xmlns:a16="http://schemas.microsoft.com/office/drawing/2014/main" id="{50F9B888-6C06-46D5-AD7A-CEA4355A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3" name="矩形">
            <a:extLst xmlns:a="http://schemas.openxmlformats.org/drawingml/2006/main">
              <a:ext uri="{FF2B5EF4-FFF2-40B4-BE49-F238E27FC236}">
                <a16:creationId xmlns:a16="http://schemas.microsoft.com/office/drawing/2014/main" id="{D4BB556B-9038-4863-AB1E-2D2F4D63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4" name="矩形">
            <a:extLst xmlns:a="http://schemas.openxmlformats.org/drawingml/2006/main">
              <a:ext uri="{FF2B5EF4-FFF2-40B4-BE49-F238E27FC236}">
                <a16:creationId xmlns:a16="http://schemas.microsoft.com/office/drawing/2014/main" id="{53187544-65C5-4683-906B-2417BC1A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5" name="矩形">
            <a:extLst xmlns:a="http://schemas.openxmlformats.org/drawingml/2006/main">
              <a:ext uri="{FF2B5EF4-FFF2-40B4-BE49-F238E27FC236}">
                <a16:creationId xmlns:a16="http://schemas.microsoft.com/office/drawing/2014/main" id="{8BE59AF8-DE64-425C-876B-3D5979A90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6" name="矩形">
            <a:extLst xmlns:a="http://schemas.openxmlformats.org/drawingml/2006/main">
              <a:ext uri="{FF2B5EF4-FFF2-40B4-BE49-F238E27FC236}">
                <a16:creationId xmlns:a16="http://schemas.microsoft.com/office/drawing/2014/main" id="{8A85415F-AB2F-42CC-81B8-A62C9939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7" name="矩形">
            <a:extLst xmlns:a="http://schemas.openxmlformats.org/drawingml/2006/main">
              <a:ext uri="{FF2B5EF4-FFF2-40B4-BE49-F238E27FC236}">
                <a16:creationId xmlns:a16="http://schemas.microsoft.com/office/drawing/2014/main" id="{AA78F4B3-2EB6-4580-9F14-28F18676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8" name="矩形">
            <a:extLst xmlns:a="http://schemas.openxmlformats.org/drawingml/2006/main">
              <a:ext uri="{FF2B5EF4-FFF2-40B4-BE49-F238E27FC236}">
                <a16:creationId xmlns:a16="http://schemas.microsoft.com/office/drawing/2014/main" id="{DB93D9EA-FF30-4CBF-A3CE-F2092594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49" name="矩形">
            <a:extLst xmlns:a="http://schemas.openxmlformats.org/drawingml/2006/main">
              <a:ext uri="{FF2B5EF4-FFF2-40B4-BE49-F238E27FC236}">
                <a16:creationId xmlns:a16="http://schemas.microsoft.com/office/drawing/2014/main" id="{5FFC94C1-BF50-4AC3-8F60-2A06B7B7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50" name="矩形">
            <a:extLst xmlns:a="http://schemas.openxmlformats.org/drawingml/2006/main">
              <a:ext uri="{FF2B5EF4-FFF2-40B4-BE49-F238E27FC236}">
                <a16:creationId xmlns:a16="http://schemas.microsoft.com/office/drawing/2014/main" id="{64FF4D4B-24BA-4E32-B618-37EFC459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51" name="矩形">
            <a:extLst xmlns:a="http://schemas.openxmlformats.org/drawingml/2006/main">
              <a:ext uri="{FF2B5EF4-FFF2-40B4-BE49-F238E27FC236}">
                <a16:creationId xmlns:a16="http://schemas.microsoft.com/office/drawing/2014/main" id="{C34CAAA8-8DB2-4034-A718-F0AB42EB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52" name="矩形">
            <a:extLst xmlns:a="http://schemas.openxmlformats.org/drawingml/2006/main">
              <a:ext uri="{FF2B5EF4-FFF2-40B4-BE49-F238E27FC236}">
                <a16:creationId xmlns:a16="http://schemas.microsoft.com/office/drawing/2014/main" id="{D0E985EA-3A97-44B7-979F-9599BE68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53" name="矩形">
            <a:extLst xmlns:a="http://schemas.openxmlformats.org/drawingml/2006/main">
              <a:ext uri="{FF2B5EF4-FFF2-40B4-BE49-F238E27FC236}">
                <a16:creationId xmlns:a16="http://schemas.microsoft.com/office/drawing/2014/main" id="{DA7BE450-5CC9-49BE-AFD9-61F1340B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754" name="矩形">
            <a:extLst xmlns:a="http://schemas.openxmlformats.org/drawingml/2006/main">
              <a:ext uri="{FF2B5EF4-FFF2-40B4-BE49-F238E27FC236}">
                <a16:creationId xmlns:a16="http://schemas.microsoft.com/office/drawing/2014/main" id="{CDF1F2DE-7E40-4060-B685-D8172BDC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755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5a32331ae7484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756" name="矩形">
            <a:extLst xmlns:a="http://schemas.openxmlformats.org/drawingml/2006/main">
              <a:ext uri="{FF2B5EF4-FFF2-40B4-BE49-F238E27FC236}">
                <a16:creationId xmlns:a16="http://schemas.microsoft.com/office/drawing/2014/main" id="{58174018-BDBE-448D-B99A-0D037B72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57" name="CEBRA-WP：静态规划层 + 运行时自适应层">
            <a:extLst xmlns:a="http://schemas.openxmlformats.org/drawingml/2006/main">
              <a:ext uri="{FF2B5EF4-FFF2-40B4-BE49-F238E27FC236}">
                <a16:creationId xmlns:a16="http://schemas.microsoft.com/office/drawing/2014/main" id="{D0F7C7C4-4559-47CC-956B-F7CF5941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CEBRA-WP：静态规划层 + 运行时自适应层</a:t>
            </a:r>
          </a:p>
        </p:txBody>
      </p:sp>
      <p:sp>
        <p:nvSpPr>
          <p:cNvPr id="758" name="矩形">
            <a:extLst xmlns:a="http://schemas.openxmlformats.org/drawingml/2006/main">
              <a:ext uri="{FF2B5EF4-FFF2-40B4-BE49-F238E27FC236}">
                <a16:creationId xmlns:a16="http://schemas.microsoft.com/office/drawing/2014/main" id="{693892DA-5B09-4E7F-869C-D2977B62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759" name="ALGORITHM">
            <a:extLst xmlns:a="http://schemas.openxmlformats.org/drawingml/2006/main">
              <a:ext uri="{FF2B5EF4-FFF2-40B4-BE49-F238E27FC236}">
                <a16:creationId xmlns:a16="http://schemas.microsoft.com/office/drawing/2014/main" id="{A09971A1-F7F7-49D0-89FF-486188A0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ALGORITHM</a:t>
            </a:r>
          </a:p>
        </p:txBody>
      </p:sp>
      <p:sp>
        <p:nvSpPr>
          <p:cNvPr id="760" name="矩形">
            <a:extLst xmlns:a="http://schemas.openxmlformats.org/drawingml/2006/main">
              <a:ext uri="{FF2B5EF4-FFF2-40B4-BE49-F238E27FC236}">
                <a16:creationId xmlns:a16="http://schemas.microsoft.com/office/drawing/2014/main" id="{BB27B92C-A2AB-4D51-8C88-F48AC173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762" name="圆角矩形 985">
            <a:extLst xmlns:a="http://schemas.openxmlformats.org/drawingml/2006/main">
              <a:ext uri="{FF2B5EF4-FFF2-40B4-BE49-F238E27FC236}">
                <a16:creationId xmlns:a16="http://schemas.microsoft.com/office/drawing/2014/main" id="{8FACAAA1-526D-4800-849B-97AA6052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285875"/>
            <a:ext cx="2000250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763" name="矩形">
            <a:extLst xmlns:a="http://schemas.openxmlformats.org/drawingml/2006/main">
              <a:ext uri="{FF2B5EF4-FFF2-40B4-BE49-F238E27FC236}">
                <a16:creationId xmlns:a16="http://schemas.microsoft.com/office/drawing/2014/main" id="{5099AD8E-3ADF-4DFF-AE56-75A41530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419225"/>
            <a:ext cx="1657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64" name="静态规划层">
            <a:extLst xmlns:a="http://schemas.openxmlformats.org/drawingml/2006/main">
              <a:ext uri="{FF2B5EF4-FFF2-40B4-BE49-F238E27FC236}">
                <a16:creationId xmlns:a16="http://schemas.microsoft.com/office/drawing/2014/main" id="{94C5D0D5-19C5-4922-BE06-3D6B722F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419225"/>
            <a:ext cx="165735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静态规划层</a:t>
            </a:r>
          </a:p>
        </p:txBody>
      </p:sp>
      <p:sp>
        <p:nvSpPr>
          <p:cNvPr id="765" name="矩形">
            <a:extLst xmlns:a="http://schemas.openxmlformats.org/drawingml/2006/main">
              <a:ext uri="{FF2B5EF4-FFF2-40B4-BE49-F238E27FC236}">
                <a16:creationId xmlns:a16="http://schemas.microsoft.com/office/drawing/2014/main" id="{456576F1-9702-42D1-9D25-89D5B28F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24023"/>
            <a:ext cx="1657350" cy="485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66" name="候选生成…">
            <a:extLst xmlns:a="http://schemas.openxmlformats.org/drawingml/2006/main">
              <a:ext uri="{FF2B5EF4-FFF2-40B4-BE49-F238E27FC236}">
                <a16:creationId xmlns:a16="http://schemas.microsoft.com/office/drawing/2014/main" id="{2C8B159F-D70F-47CF-9788-B3227FD2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24024"/>
            <a:ext cx="1657350" cy="533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候选生成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硬可行性过滤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静态评分</a:t>
            </a:r>
          </a:p>
        </p:txBody>
      </p:sp>
      <p:sp>
        <p:nvSpPr>
          <p:cNvPr id="767" name="矩形">
            <a:extLst xmlns:a="http://schemas.openxmlformats.org/drawingml/2006/main">
              <a:ext uri="{FF2B5EF4-FFF2-40B4-BE49-F238E27FC236}">
                <a16:creationId xmlns:a16="http://schemas.microsoft.com/office/drawing/2014/main" id="{00B2E52A-0AF1-4D86-A0B7-13306DEF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571625"/>
            <a:ext cx="247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768" name="→">
            <a:extLst xmlns:a="http://schemas.openxmlformats.org/drawingml/2006/main">
              <a:ext uri="{FF2B5EF4-FFF2-40B4-BE49-F238E27FC236}">
                <a16:creationId xmlns:a16="http://schemas.microsoft.com/office/drawing/2014/main" id="{1E902A13-7CFF-41C0-AFE5-4BF120CAE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571625"/>
            <a:ext cx="24765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769" name="圆角矩形 989">
            <a:extLst xmlns:a="http://schemas.openxmlformats.org/drawingml/2006/main">
              <a:ext uri="{FF2B5EF4-FFF2-40B4-BE49-F238E27FC236}">
                <a16:creationId xmlns:a16="http://schemas.microsoft.com/office/drawing/2014/main" id="{C3EC1F70-2962-40B6-92F6-B2BDCC10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285875"/>
            <a:ext cx="2238375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770" name="矩形">
            <a:extLst xmlns:a="http://schemas.openxmlformats.org/drawingml/2006/main">
              <a:ext uri="{FF2B5EF4-FFF2-40B4-BE49-F238E27FC236}">
                <a16:creationId xmlns:a16="http://schemas.microsoft.com/office/drawing/2014/main" id="{DFDD417D-AEC8-4641-81D3-50ECD15A9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419225"/>
            <a:ext cx="1895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71" name="Top-K 候选">
            <a:extLst xmlns:a="http://schemas.openxmlformats.org/drawingml/2006/main">
              <a:ext uri="{FF2B5EF4-FFF2-40B4-BE49-F238E27FC236}">
                <a16:creationId xmlns:a16="http://schemas.microsoft.com/office/drawing/2014/main" id="{7B5D5327-2520-418C-8067-E582C58C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419225"/>
            <a:ext cx="189547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Top-K 候选</a:t>
            </a:r>
          </a:p>
        </p:txBody>
      </p:sp>
      <p:sp>
        <p:nvSpPr>
          <p:cNvPr id="772" name="矩形">
            <a:extLst xmlns:a="http://schemas.openxmlformats.org/drawingml/2006/main">
              <a:ext uri="{FF2B5EF4-FFF2-40B4-BE49-F238E27FC236}">
                <a16:creationId xmlns:a16="http://schemas.microsoft.com/office/drawing/2014/main" id="{72A7EE59-941B-4F77-8035-9EB89E57A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724024"/>
            <a:ext cx="1895475" cy="485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73" name="Plan / Patch / Replan…">
            <a:extLst xmlns:a="http://schemas.openxmlformats.org/drawingml/2006/main">
              <a:ext uri="{FF2B5EF4-FFF2-40B4-BE49-F238E27FC236}">
                <a16:creationId xmlns:a16="http://schemas.microsoft.com/office/drawing/2014/main" id="{C1997252-9A95-4411-A134-3E2EE775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724023"/>
            <a:ext cx="1895475" cy="330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Plan / Patch / Replan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保留多样候选</a:t>
            </a:r>
          </a:p>
        </p:txBody>
      </p:sp>
      <p:sp>
        <p:nvSpPr>
          <p:cNvPr id="774" name="矩形">
            <a:extLst xmlns:a="http://schemas.openxmlformats.org/drawingml/2006/main">
              <a:ext uri="{FF2B5EF4-FFF2-40B4-BE49-F238E27FC236}">
                <a16:creationId xmlns:a16="http://schemas.microsoft.com/office/drawing/2014/main" id="{E511D33B-2DDF-4D2A-A726-B5960DE5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571625"/>
            <a:ext cx="247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775" name="→">
            <a:extLst xmlns:a="http://schemas.openxmlformats.org/drawingml/2006/main">
              <a:ext uri="{FF2B5EF4-FFF2-40B4-BE49-F238E27FC236}">
                <a16:creationId xmlns:a16="http://schemas.microsoft.com/office/drawing/2014/main" id="{C2F330C9-C841-4B86-91C5-4420DC16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571625"/>
            <a:ext cx="24765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776" name="圆角矩形 993">
            <a:extLst xmlns:a="http://schemas.openxmlformats.org/drawingml/2006/main">
              <a:ext uri="{FF2B5EF4-FFF2-40B4-BE49-F238E27FC236}">
                <a16:creationId xmlns:a16="http://schemas.microsoft.com/office/drawing/2014/main" id="{D375AA7A-F80B-4649-A893-1466477B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285875"/>
            <a:ext cx="2238375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777" name="矩形">
            <a:extLst xmlns:a="http://schemas.openxmlformats.org/drawingml/2006/main">
              <a:ext uri="{FF2B5EF4-FFF2-40B4-BE49-F238E27FC236}">
                <a16:creationId xmlns:a16="http://schemas.microsoft.com/office/drawing/2014/main" id="{C0C80B6E-7485-44D5-AA16-7695B40E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419225"/>
            <a:ext cx="1895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78" name="执行与观测">
            <a:extLst xmlns:a="http://schemas.openxmlformats.org/drawingml/2006/main">
              <a:ext uri="{FF2B5EF4-FFF2-40B4-BE49-F238E27FC236}">
                <a16:creationId xmlns:a16="http://schemas.microsoft.com/office/drawing/2014/main" id="{A9F8AFAC-D21B-48E8-B40F-AF2728DA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419225"/>
            <a:ext cx="189547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执行与观测</a:t>
            </a:r>
          </a:p>
        </p:txBody>
      </p:sp>
      <p:sp>
        <p:nvSpPr>
          <p:cNvPr id="779" name="矩形">
            <a:extLst xmlns:a="http://schemas.openxmlformats.org/drawingml/2006/main">
              <a:ext uri="{FF2B5EF4-FFF2-40B4-BE49-F238E27FC236}">
                <a16:creationId xmlns:a16="http://schemas.microsoft.com/office/drawing/2014/main" id="{3010AA81-AA6E-4559-95A5-87C030A5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24024"/>
            <a:ext cx="1895475" cy="485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80" name="StepResult…">
            <a:extLst xmlns:a="http://schemas.openxmlformats.org/drawingml/2006/main">
              <a:ext uri="{FF2B5EF4-FFF2-40B4-BE49-F238E27FC236}">
                <a16:creationId xmlns:a16="http://schemas.microsoft.com/office/drawing/2014/main" id="{50CF6594-4430-46A8-BC3B-F06D87EB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24023"/>
            <a:ext cx="1895475" cy="4826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StepResult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SafetyResult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失败与预算历史</a:t>
            </a:r>
          </a:p>
        </p:txBody>
      </p:sp>
      <p:sp>
        <p:nvSpPr>
          <p:cNvPr id="781" name="矩形">
            <a:extLst xmlns:a="http://schemas.openxmlformats.org/drawingml/2006/main">
              <a:ext uri="{FF2B5EF4-FFF2-40B4-BE49-F238E27FC236}">
                <a16:creationId xmlns:a16="http://schemas.microsoft.com/office/drawing/2014/main" id="{9A46EC27-5157-4677-8CAD-000ACF11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571625"/>
            <a:ext cx="247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782" name="→">
            <a:extLst xmlns:a="http://schemas.openxmlformats.org/drawingml/2006/main">
              <a:ext uri="{FF2B5EF4-FFF2-40B4-BE49-F238E27FC236}">
                <a16:creationId xmlns:a16="http://schemas.microsoft.com/office/drawing/2014/main" id="{6673E912-04C7-405C-B1A7-C771E6AE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571625"/>
            <a:ext cx="24765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783" name="圆角矩形 997">
            <a:extLst xmlns:a="http://schemas.openxmlformats.org/drawingml/2006/main">
              <a:ext uri="{FF2B5EF4-FFF2-40B4-BE49-F238E27FC236}">
                <a16:creationId xmlns:a16="http://schemas.microsoft.com/office/drawing/2014/main" id="{FB049CDA-7C06-4DBD-9682-10E3506D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285875"/>
            <a:ext cx="2238375" cy="1038225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0052A5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784" name="矩形">
            <a:extLst xmlns:a="http://schemas.openxmlformats.org/drawingml/2006/main">
              <a:ext uri="{FF2B5EF4-FFF2-40B4-BE49-F238E27FC236}">
                <a16:creationId xmlns:a16="http://schemas.microsoft.com/office/drawing/2014/main" id="{D0231B1B-1FB5-4CAE-8BF5-C9D7CA553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419225"/>
            <a:ext cx="1895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85" name="运行时自适应层">
            <a:extLst xmlns:a="http://schemas.openxmlformats.org/drawingml/2006/main">
              <a:ext uri="{FF2B5EF4-FFF2-40B4-BE49-F238E27FC236}">
                <a16:creationId xmlns:a16="http://schemas.microsoft.com/office/drawing/2014/main" id="{F5BBB45B-56A9-4F39-B81C-B7A64DE6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419225"/>
            <a:ext cx="189547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运行时自适应层</a:t>
            </a:r>
          </a:p>
        </p:txBody>
      </p:sp>
      <p:sp>
        <p:nvSpPr>
          <p:cNvPr id="786" name="矩形">
            <a:extLst xmlns:a="http://schemas.openxmlformats.org/drawingml/2006/main">
              <a:ext uri="{FF2B5EF4-FFF2-40B4-BE49-F238E27FC236}">
                <a16:creationId xmlns:a16="http://schemas.microsoft.com/office/drawing/2014/main" id="{F6764284-14A7-4E76-B069-6A5EEF8D4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724023"/>
            <a:ext cx="1895475" cy="485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87" name="Lite state…">
            <a:extLst xmlns:a="http://schemas.openxmlformats.org/drawingml/2006/main">
              <a:ext uri="{FF2B5EF4-FFF2-40B4-BE49-F238E27FC236}">
                <a16:creationId xmlns:a16="http://schemas.microsoft.com/office/drawing/2014/main" id="{F8AC9B28-4E14-4682-A945-70E660B0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724024"/>
            <a:ext cx="1895475" cy="508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Lite state</a:t>
            </a:r>
          </a:p>
          <a:p xmlns:a="http://schemas.openxmlformats.org/drawingml/2006/main"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候选重排</a:t>
            </a:r>
          </a:p>
          <a:p xmlns:a="http://schemas.openxmlformats.org/drawingml/2006/main">
            <a:pPr>
              <a:buNone/>
              <a:defRPr sz="10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动作选择</a:t>
            </a:r>
          </a:p>
        </p:txBody>
      </p:sp>
      <p:sp>
        <p:nvSpPr>
          <p:cNvPr id="788" name="圆角矩形 1000">
            <a:extLst xmlns:a="http://schemas.openxmlformats.org/drawingml/2006/main">
              <a:ext uri="{FF2B5EF4-FFF2-40B4-BE49-F238E27FC236}">
                <a16:creationId xmlns:a16="http://schemas.microsoft.com/office/drawing/2014/main" id="{AD8D4436-8323-4E85-882B-0BF146BE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2762250"/>
            <a:ext cx="2524125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789" name="矩形">
            <a:extLst xmlns:a="http://schemas.openxmlformats.org/drawingml/2006/main">
              <a:ext uri="{FF2B5EF4-FFF2-40B4-BE49-F238E27FC236}">
                <a16:creationId xmlns:a16="http://schemas.microsoft.com/office/drawing/2014/main" id="{90D3E1AD-ADEC-4A79-95C4-56BD13E1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895600"/>
            <a:ext cx="21812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90" name="输入">
            <a:extLst xmlns:a="http://schemas.openxmlformats.org/drawingml/2006/main">
              <a:ext uri="{FF2B5EF4-FFF2-40B4-BE49-F238E27FC236}">
                <a16:creationId xmlns:a16="http://schemas.microsoft.com/office/drawing/2014/main" id="{EF413011-D7D2-4701-B281-B2DAFE132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2895600"/>
            <a:ext cx="218122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输入</a:t>
            </a:r>
          </a:p>
        </p:txBody>
      </p:sp>
      <p:sp>
        <p:nvSpPr>
          <p:cNvPr id="791" name="矩形">
            <a:extLst xmlns:a="http://schemas.openxmlformats.org/drawingml/2006/main">
              <a:ext uri="{FF2B5EF4-FFF2-40B4-BE49-F238E27FC236}">
                <a16:creationId xmlns:a16="http://schemas.microsoft.com/office/drawing/2014/main" id="{6B00F99A-4AFD-41C7-BC7C-9FECFD03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3200399"/>
            <a:ext cx="2181225" cy="3905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92" name="Task / Constraints / ToolKG…">
            <a:extLst xmlns:a="http://schemas.openxmlformats.org/drawingml/2006/main">
              <a:ext uri="{FF2B5EF4-FFF2-40B4-BE49-F238E27FC236}">
                <a16:creationId xmlns:a16="http://schemas.microsoft.com/office/drawing/2014/main" id="{AB6FDACB-14B2-48C5-ACBD-D228ABB88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3200398"/>
            <a:ext cx="2181225" cy="304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Task / Constraints / ToolKG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runtime_context / policy</a:t>
            </a:r>
          </a:p>
        </p:txBody>
      </p:sp>
      <p:sp>
        <p:nvSpPr>
          <p:cNvPr id="793" name="矩形">
            <a:extLst xmlns:a="http://schemas.openxmlformats.org/drawingml/2006/main">
              <a:ext uri="{FF2B5EF4-FFF2-40B4-BE49-F238E27FC236}">
                <a16:creationId xmlns:a16="http://schemas.microsoft.com/office/drawing/2014/main" id="{5E75C6B6-C4DE-4576-8B90-D576BCC6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086100"/>
            <a:ext cx="247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794" name="→">
            <a:extLst xmlns:a="http://schemas.openxmlformats.org/drawingml/2006/main">
              <a:ext uri="{FF2B5EF4-FFF2-40B4-BE49-F238E27FC236}">
                <a16:creationId xmlns:a16="http://schemas.microsoft.com/office/drawing/2014/main" id="{226097E5-7BC7-46BC-A53D-560FA4A1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086100"/>
            <a:ext cx="24765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795" name="圆角矩形 1004">
            <a:extLst xmlns:a="http://schemas.openxmlformats.org/drawingml/2006/main">
              <a:ext uri="{FF2B5EF4-FFF2-40B4-BE49-F238E27FC236}">
                <a16:creationId xmlns:a16="http://schemas.microsoft.com/office/drawing/2014/main" id="{D3A7BE7E-9F7B-4590-B1AD-26B498A4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266700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796" name="矩形">
            <a:extLst xmlns:a="http://schemas.openxmlformats.org/drawingml/2006/main">
              <a:ext uri="{FF2B5EF4-FFF2-40B4-BE49-F238E27FC236}">
                <a16:creationId xmlns:a16="http://schemas.microsoft.com/office/drawing/2014/main" id="{64A6023F-1F07-4EBA-BED5-10432836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9560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97" name="核心状态">
            <a:extLst xmlns:a="http://schemas.openxmlformats.org/drawingml/2006/main">
              <a:ext uri="{FF2B5EF4-FFF2-40B4-BE49-F238E27FC236}">
                <a16:creationId xmlns:a16="http://schemas.microsoft.com/office/drawing/2014/main" id="{96E4EB46-00F4-48F5-85E6-B6BB2281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95600"/>
            <a:ext cx="23241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核心状态</a:t>
            </a:r>
          </a:p>
        </p:txBody>
      </p:sp>
      <p:sp>
        <p:nvSpPr>
          <p:cNvPr id="798" name="矩形">
            <a:extLst xmlns:a="http://schemas.openxmlformats.org/drawingml/2006/main">
              <a:ext uri="{FF2B5EF4-FFF2-40B4-BE49-F238E27FC236}">
                <a16:creationId xmlns:a16="http://schemas.microsoft.com/office/drawing/2014/main" id="{AA6C2F5D-B7A9-4C3A-A334-31EDA6EA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00399"/>
            <a:ext cx="2324100" cy="3905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799" name="x_t = [success, structural_failure,…">
            <a:extLst xmlns:a="http://schemas.openxmlformats.org/drawingml/2006/main">
              <a:ext uri="{FF2B5EF4-FFF2-40B4-BE49-F238E27FC236}">
                <a16:creationId xmlns:a16="http://schemas.microsoft.com/office/drawing/2014/main" id="{25202653-5DFC-4EBA-B218-5BAD9257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00398"/>
            <a:ext cx="2324100" cy="279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x_t = [success, structural_failure,</a:t>
            </a:r>
          </a:p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recovery_margin, cost, evidence]</a:t>
            </a:r>
          </a:p>
        </p:txBody>
      </p:sp>
      <p:sp>
        <p:nvSpPr>
          <p:cNvPr id="800" name="矩形">
            <a:extLst xmlns:a="http://schemas.openxmlformats.org/drawingml/2006/main">
              <a:ext uri="{FF2B5EF4-FFF2-40B4-BE49-F238E27FC236}">
                <a16:creationId xmlns:a16="http://schemas.microsoft.com/office/drawing/2014/main" id="{09BE6EC0-1492-4516-9AE0-6EB9A3B1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247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801" name="→">
            <a:extLst xmlns:a="http://schemas.openxmlformats.org/drawingml/2006/main">
              <a:ext uri="{FF2B5EF4-FFF2-40B4-BE49-F238E27FC236}">
                <a16:creationId xmlns:a16="http://schemas.microsoft.com/office/drawing/2014/main" id="{09044B2D-FB4E-41C7-B042-7BB017F8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24765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802" name="圆角矩形 1008">
            <a:extLst xmlns:a="http://schemas.openxmlformats.org/drawingml/2006/main">
              <a:ext uri="{FF2B5EF4-FFF2-40B4-BE49-F238E27FC236}">
                <a16:creationId xmlns:a16="http://schemas.microsoft.com/office/drawing/2014/main" id="{AFC7B22D-A3BA-4FA0-ADA7-C335ABAE7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2524125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803" name="矩形">
            <a:extLst xmlns:a="http://schemas.openxmlformats.org/drawingml/2006/main">
              <a:ext uri="{FF2B5EF4-FFF2-40B4-BE49-F238E27FC236}">
                <a16:creationId xmlns:a16="http://schemas.microsoft.com/office/drawing/2014/main" id="{A526B2D6-1A21-4684-ADDC-BE71A84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95600"/>
            <a:ext cx="21812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804" name="输出">
            <a:extLst xmlns:a="http://schemas.openxmlformats.org/drawingml/2006/main">
              <a:ext uri="{FF2B5EF4-FFF2-40B4-BE49-F238E27FC236}">
                <a16:creationId xmlns:a16="http://schemas.microsoft.com/office/drawing/2014/main" id="{7DF11864-B23B-4E61-851C-987D5675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95600"/>
            <a:ext cx="218122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输出</a:t>
            </a:r>
          </a:p>
        </p:txBody>
      </p:sp>
      <p:sp>
        <p:nvSpPr>
          <p:cNvPr id="805" name="矩形">
            <a:extLst xmlns:a="http://schemas.openxmlformats.org/drawingml/2006/main">
              <a:ext uri="{FF2B5EF4-FFF2-40B4-BE49-F238E27FC236}">
                <a16:creationId xmlns:a16="http://schemas.microsoft.com/office/drawing/2014/main" id="{3014BA52-72F0-40BA-8AA3-658065F1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00399"/>
            <a:ext cx="2181225" cy="3905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806" name="continue / patch_local…">
            <a:extLst xmlns:a="http://schemas.openxmlformats.org/drawingml/2006/main">
              <a:ext uri="{FF2B5EF4-FFF2-40B4-BE49-F238E27FC236}">
                <a16:creationId xmlns:a16="http://schemas.microsoft.com/office/drawing/2014/main" id="{E7D0CC02-27E0-4EE1-A268-3A7CE7FB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00398"/>
            <a:ext cx="2181225" cy="330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continue / patch_local</a:t>
            </a:r>
          </a:p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suffix_replan / stop</a:t>
            </a:r>
          </a:p>
        </p:txBody>
      </p:sp>
      <p:sp>
        <p:nvSpPr>
          <p:cNvPr id="807" name="矩形">
            <a:extLst xmlns:a="http://schemas.openxmlformats.org/drawingml/2006/main">
              <a:ext uri="{FF2B5EF4-FFF2-40B4-BE49-F238E27FC236}">
                <a16:creationId xmlns:a16="http://schemas.microsoft.com/office/drawing/2014/main" id="{37DC3392-1229-40EE-A63B-7560896F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62498"/>
            <a:ext cx="9525000" cy="3238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808" name="核心边界：运行时状态只修正已合法候选，不覆盖 tool / schema / I-O / safety / budget 硬约束。">
            <a:extLst xmlns:a="http://schemas.openxmlformats.org/drawingml/2006/main">
              <a:ext uri="{FF2B5EF4-FFF2-40B4-BE49-F238E27FC236}">
                <a16:creationId xmlns:a16="http://schemas.microsoft.com/office/drawing/2014/main" id="{CDCFD8D1-E104-4C24-86CA-5862615E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62498"/>
            <a:ext cx="9525000" cy="266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5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核心边界：运行时状态只修正已合法候选，不覆盖 tool / schema / I-O / safety / budget 硬约束。</a:t>
            </a:r>
          </a:p>
        </p:txBody>
      </p:sp>
      <p:sp>
        <p:nvSpPr>
          <p:cNvPr id="812" name="">
            <a:extLst xmlns:a="http://schemas.openxmlformats.org/drawingml/2006/main">
              <a:ext uri="{FF2B5EF4-FFF2-40B4-BE49-F238E27FC236}">
                <a16:creationId xmlns:a16="http://schemas.microsoft.com/office/drawing/2014/main" id="{F420A25F-C8F5-4751-BCA0-F241F847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5333663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0" name="矩形">
            <a:extLst xmlns:a="http://schemas.openxmlformats.org/drawingml/2006/main">
              <a:ext uri="{FF2B5EF4-FFF2-40B4-BE49-F238E27FC236}">
                <a16:creationId xmlns:a16="http://schemas.microsoft.com/office/drawing/2014/main" id="{45313101-C067-4C7A-A5A4-5CC11A7E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811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dc5a63b3c544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812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0da534e8f84d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813" name="矩形">
            <a:extLst xmlns:a="http://schemas.openxmlformats.org/drawingml/2006/main">
              <a:ext uri="{FF2B5EF4-FFF2-40B4-BE49-F238E27FC236}">
                <a16:creationId xmlns:a16="http://schemas.microsoft.com/office/drawing/2014/main" id="{A5062547-A293-4225-AD37-D7BCE69A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14" name="矩形">
            <a:extLst xmlns:a="http://schemas.openxmlformats.org/drawingml/2006/main">
              <a:ext uri="{FF2B5EF4-FFF2-40B4-BE49-F238E27FC236}">
                <a16:creationId xmlns:a16="http://schemas.microsoft.com/office/drawing/2014/main" id="{3C880DB7-E80B-4AF7-A623-089BC96C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15" name="矩形">
            <a:extLst xmlns:a="http://schemas.openxmlformats.org/drawingml/2006/main">
              <a:ext uri="{FF2B5EF4-FFF2-40B4-BE49-F238E27FC236}">
                <a16:creationId xmlns:a16="http://schemas.microsoft.com/office/drawing/2014/main" id="{46DCD77B-1775-414B-A25C-0D3D2B0F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16" name="矩形">
            <a:extLst xmlns:a="http://schemas.openxmlformats.org/drawingml/2006/main">
              <a:ext uri="{FF2B5EF4-FFF2-40B4-BE49-F238E27FC236}">
                <a16:creationId xmlns:a16="http://schemas.microsoft.com/office/drawing/2014/main" id="{5B425E52-A9A7-405D-AC0C-135A2920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17" name="矩形">
            <a:extLst xmlns:a="http://schemas.openxmlformats.org/drawingml/2006/main">
              <a:ext uri="{FF2B5EF4-FFF2-40B4-BE49-F238E27FC236}">
                <a16:creationId xmlns:a16="http://schemas.microsoft.com/office/drawing/2014/main" id="{161CFEDF-7043-40E3-936A-83D2453E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18" name="矩形">
            <a:extLst xmlns:a="http://schemas.openxmlformats.org/drawingml/2006/main">
              <a:ext uri="{FF2B5EF4-FFF2-40B4-BE49-F238E27FC236}">
                <a16:creationId xmlns:a16="http://schemas.microsoft.com/office/drawing/2014/main" id="{3AB6EB7A-39B0-4940-8050-13206888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19" name="矩形">
            <a:extLst xmlns:a="http://schemas.openxmlformats.org/drawingml/2006/main">
              <a:ext uri="{FF2B5EF4-FFF2-40B4-BE49-F238E27FC236}">
                <a16:creationId xmlns:a16="http://schemas.microsoft.com/office/drawing/2014/main" id="{D9F0793A-C8F4-4799-AA40-7FE6D6006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0" name="矩形">
            <a:extLst xmlns:a="http://schemas.openxmlformats.org/drawingml/2006/main">
              <a:ext uri="{FF2B5EF4-FFF2-40B4-BE49-F238E27FC236}">
                <a16:creationId xmlns:a16="http://schemas.microsoft.com/office/drawing/2014/main" id="{7EBA467C-9883-4D59-85BD-1F4837AA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1" name="矩形">
            <a:extLst xmlns:a="http://schemas.openxmlformats.org/drawingml/2006/main">
              <a:ext uri="{FF2B5EF4-FFF2-40B4-BE49-F238E27FC236}">
                <a16:creationId xmlns:a16="http://schemas.microsoft.com/office/drawing/2014/main" id="{987BBD93-8293-472E-8FC9-CCB0C482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2" name="矩形">
            <a:extLst xmlns:a="http://schemas.openxmlformats.org/drawingml/2006/main">
              <a:ext uri="{FF2B5EF4-FFF2-40B4-BE49-F238E27FC236}">
                <a16:creationId xmlns:a16="http://schemas.microsoft.com/office/drawing/2014/main" id="{37E46005-B4DE-4FE1-A144-E4693F6E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3" name="矩形">
            <a:extLst xmlns:a="http://schemas.openxmlformats.org/drawingml/2006/main">
              <a:ext uri="{FF2B5EF4-FFF2-40B4-BE49-F238E27FC236}">
                <a16:creationId xmlns:a16="http://schemas.microsoft.com/office/drawing/2014/main" id="{70A71EA9-55A5-487C-82ED-16EA9830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4" name="矩形">
            <a:extLst xmlns:a="http://schemas.openxmlformats.org/drawingml/2006/main">
              <a:ext uri="{FF2B5EF4-FFF2-40B4-BE49-F238E27FC236}">
                <a16:creationId xmlns:a16="http://schemas.microsoft.com/office/drawing/2014/main" id="{0422A925-8B68-4F88-A94B-B61B22AAF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5" name="矩形">
            <a:extLst xmlns:a="http://schemas.openxmlformats.org/drawingml/2006/main">
              <a:ext uri="{FF2B5EF4-FFF2-40B4-BE49-F238E27FC236}">
                <a16:creationId xmlns:a16="http://schemas.microsoft.com/office/drawing/2014/main" id="{7EC76D7E-6344-4717-849C-5CDFA53CD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6" name="矩形">
            <a:extLst xmlns:a="http://schemas.openxmlformats.org/drawingml/2006/main">
              <a:ext uri="{FF2B5EF4-FFF2-40B4-BE49-F238E27FC236}">
                <a16:creationId xmlns:a16="http://schemas.microsoft.com/office/drawing/2014/main" id="{59810FF6-8B69-4D16-ADCD-AE660EA2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7" name="矩形">
            <a:extLst xmlns:a="http://schemas.openxmlformats.org/drawingml/2006/main">
              <a:ext uri="{FF2B5EF4-FFF2-40B4-BE49-F238E27FC236}">
                <a16:creationId xmlns:a16="http://schemas.microsoft.com/office/drawing/2014/main" id="{E97FA005-CCED-43ED-87D0-83E24868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8" name="矩形">
            <a:extLst xmlns:a="http://schemas.openxmlformats.org/drawingml/2006/main">
              <a:ext uri="{FF2B5EF4-FFF2-40B4-BE49-F238E27FC236}">
                <a16:creationId xmlns:a16="http://schemas.microsoft.com/office/drawing/2014/main" id="{456D4D55-FC72-4EF6-AADD-8C04457D0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29" name="矩形">
            <a:extLst xmlns:a="http://schemas.openxmlformats.org/drawingml/2006/main">
              <a:ext uri="{FF2B5EF4-FFF2-40B4-BE49-F238E27FC236}">
                <a16:creationId xmlns:a16="http://schemas.microsoft.com/office/drawing/2014/main" id="{18C0AD87-D52A-484C-9D3E-8B5C8FAFF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0" name="矩形">
            <a:extLst xmlns:a="http://schemas.openxmlformats.org/drawingml/2006/main">
              <a:ext uri="{FF2B5EF4-FFF2-40B4-BE49-F238E27FC236}">
                <a16:creationId xmlns:a16="http://schemas.microsoft.com/office/drawing/2014/main" id="{23DF4C04-7717-4C95-A41C-9DC6DE6B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1" name="矩形">
            <a:extLst xmlns:a="http://schemas.openxmlformats.org/drawingml/2006/main">
              <a:ext uri="{FF2B5EF4-FFF2-40B4-BE49-F238E27FC236}">
                <a16:creationId xmlns:a16="http://schemas.microsoft.com/office/drawing/2014/main" id="{DD75439C-5A5F-4100-86E7-89835953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2" name="矩形">
            <a:extLst xmlns:a="http://schemas.openxmlformats.org/drawingml/2006/main">
              <a:ext uri="{FF2B5EF4-FFF2-40B4-BE49-F238E27FC236}">
                <a16:creationId xmlns:a16="http://schemas.microsoft.com/office/drawing/2014/main" id="{1CE49EB6-6A14-4302-A72C-C1D426C1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3" name="矩形">
            <a:extLst xmlns:a="http://schemas.openxmlformats.org/drawingml/2006/main">
              <a:ext uri="{FF2B5EF4-FFF2-40B4-BE49-F238E27FC236}">
                <a16:creationId xmlns:a16="http://schemas.microsoft.com/office/drawing/2014/main" id="{EB6CDE1C-81B4-4438-95AE-1BC1A843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4" name="矩形">
            <a:extLst xmlns:a="http://schemas.openxmlformats.org/drawingml/2006/main">
              <a:ext uri="{FF2B5EF4-FFF2-40B4-BE49-F238E27FC236}">
                <a16:creationId xmlns:a16="http://schemas.microsoft.com/office/drawing/2014/main" id="{18B9AAA5-73F4-416A-BA86-CC6AB84D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5" name="矩形">
            <a:extLst xmlns:a="http://schemas.openxmlformats.org/drawingml/2006/main">
              <a:ext uri="{FF2B5EF4-FFF2-40B4-BE49-F238E27FC236}">
                <a16:creationId xmlns:a16="http://schemas.microsoft.com/office/drawing/2014/main" id="{427BFA41-1B4A-493B-904B-5ED2CC59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6" name="矩形">
            <a:extLst xmlns:a="http://schemas.openxmlformats.org/drawingml/2006/main">
              <a:ext uri="{FF2B5EF4-FFF2-40B4-BE49-F238E27FC236}">
                <a16:creationId xmlns:a16="http://schemas.microsoft.com/office/drawing/2014/main" id="{700E38F3-DDEA-4F20-B4AE-8C3BA28A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7" name="矩形">
            <a:extLst xmlns:a="http://schemas.openxmlformats.org/drawingml/2006/main">
              <a:ext uri="{FF2B5EF4-FFF2-40B4-BE49-F238E27FC236}">
                <a16:creationId xmlns:a16="http://schemas.microsoft.com/office/drawing/2014/main" id="{BDFD6900-76D2-43F6-9C27-7F46604E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8" name="矩形">
            <a:extLst xmlns:a="http://schemas.openxmlformats.org/drawingml/2006/main">
              <a:ext uri="{FF2B5EF4-FFF2-40B4-BE49-F238E27FC236}">
                <a16:creationId xmlns:a16="http://schemas.microsoft.com/office/drawing/2014/main" id="{1943BB98-F4C2-4D9E-B02D-5E89B153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39" name="矩形">
            <a:extLst xmlns:a="http://schemas.openxmlformats.org/drawingml/2006/main">
              <a:ext uri="{FF2B5EF4-FFF2-40B4-BE49-F238E27FC236}">
                <a16:creationId xmlns:a16="http://schemas.microsoft.com/office/drawing/2014/main" id="{231741CE-6982-433C-BAA2-34B20A3F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0" name="矩形">
            <a:extLst xmlns:a="http://schemas.openxmlformats.org/drawingml/2006/main">
              <a:ext uri="{FF2B5EF4-FFF2-40B4-BE49-F238E27FC236}">
                <a16:creationId xmlns:a16="http://schemas.microsoft.com/office/drawing/2014/main" id="{8C5BB320-3134-45BF-9449-77B7F481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1" name="矩形">
            <a:extLst xmlns:a="http://schemas.openxmlformats.org/drawingml/2006/main">
              <a:ext uri="{FF2B5EF4-FFF2-40B4-BE49-F238E27FC236}">
                <a16:creationId xmlns:a16="http://schemas.microsoft.com/office/drawing/2014/main" id="{EF6DE5BF-2E90-4901-8596-314658D4C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2" name="矩形">
            <a:extLst xmlns:a="http://schemas.openxmlformats.org/drawingml/2006/main">
              <a:ext uri="{FF2B5EF4-FFF2-40B4-BE49-F238E27FC236}">
                <a16:creationId xmlns:a16="http://schemas.microsoft.com/office/drawing/2014/main" id="{322743E6-E665-4865-8413-2916F469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3" name="矩形">
            <a:extLst xmlns:a="http://schemas.openxmlformats.org/drawingml/2006/main">
              <a:ext uri="{FF2B5EF4-FFF2-40B4-BE49-F238E27FC236}">
                <a16:creationId xmlns:a16="http://schemas.microsoft.com/office/drawing/2014/main" id="{0B376AF0-398D-4E51-B813-4403582E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4" name="矩形">
            <a:extLst xmlns:a="http://schemas.openxmlformats.org/drawingml/2006/main">
              <a:ext uri="{FF2B5EF4-FFF2-40B4-BE49-F238E27FC236}">
                <a16:creationId xmlns:a16="http://schemas.microsoft.com/office/drawing/2014/main" id="{F01D08CC-711A-4563-9BDC-74FD7AF3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5" name="矩形">
            <a:extLst xmlns:a="http://schemas.openxmlformats.org/drawingml/2006/main">
              <a:ext uri="{FF2B5EF4-FFF2-40B4-BE49-F238E27FC236}">
                <a16:creationId xmlns:a16="http://schemas.microsoft.com/office/drawing/2014/main" id="{E71563E9-5005-47AF-9E24-5D99F4C32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6" name="矩形">
            <a:extLst xmlns:a="http://schemas.openxmlformats.org/drawingml/2006/main">
              <a:ext uri="{FF2B5EF4-FFF2-40B4-BE49-F238E27FC236}">
                <a16:creationId xmlns:a16="http://schemas.microsoft.com/office/drawing/2014/main" id="{AB2E2CA0-B3D6-450B-807D-F3E4DFDA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7" name="矩形">
            <a:extLst xmlns:a="http://schemas.openxmlformats.org/drawingml/2006/main">
              <a:ext uri="{FF2B5EF4-FFF2-40B4-BE49-F238E27FC236}">
                <a16:creationId xmlns:a16="http://schemas.microsoft.com/office/drawing/2014/main" id="{2CEF981A-0017-42FD-803C-5709FD692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8" name="矩形">
            <a:extLst xmlns:a="http://schemas.openxmlformats.org/drawingml/2006/main">
              <a:ext uri="{FF2B5EF4-FFF2-40B4-BE49-F238E27FC236}">
                <a16:creationId xmlns:a16="http://schemas.microsoft.com/office/drawing/2014/main" id="{1BE79061-21DC-4DC4-A5DF-8170D015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49" name="矩形">
            <a:extLst xmlns:a="http://schemas.openxmlformats.org/drawingml/2006/main">
              <a:ext uri="{FF2B5EF4-FFF2-40B4-BE49-F238E27FC236}">
                <a16:creationId xmlns:a16="http://schemas.microsoft.com/office/drawing/2014/main" id="{351EFCBF-226D-4EEC-86DA-4B5A6BF26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0" name="矩形">
            <a:extLst xmlns:a="http://schemas.openxmlformats.org/drawingml/2006/main">
              <a:ext uri="{FF2B5EF4-FFF2-40B4-BE49-F238E27FC236}">
                <a16:creationId xmlns:a16="http://schemas.microsoft.com/office/drawing/2014/main" id="{CF28D1DF-8866-465A-B37B-14C0180C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1" name="矩形">
            <a:extLst xmlns:a="http://schemas.openxmlformats.org/drawingml/2006/main">
              <a:ext uri="{FF2B5EF4-FFF2-40B4-BE49-F238E27FC236}">
                <a16:creationId xmlns:a16="http://schemas.microsoft.com/office/drawing/2014/main" id="{D0CCB0FE-305F-4EA7-94CE-8ACD7BC7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2" name="矩形">
            <a:extLst xmlns:a="http://schemas.openxmlformats.org/drawingml/2006/main">
              <a:ext uri="{FF2B5EF4-FFF2-40B4-BE49-F238E27FC236}">
                <a16:creationId xmlns:a16="http://schemas.microsoft.com/office/drawing/2014/main" id="{7F09DD0B-DB3D-4464-8E8E-D62AA5EC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3" name="矩形">
            <a:extLst xmlns:a="http://schemas.openxmlformats.org/drawingml/2006/main">
              <a:ext uri="{FF2B5EF4-FFF2-40B4-BE49-F238E27FC236}">
                <a16:creationId xmlns:a16="http://schemas.microsoft.com/office/drawing/2014/main" id="{8D086096-5D11-4C27-9B1F-912E8B63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4" name="矩形">
            <a:extLst xmlns:a="http://schemas.openxmlformats.org/drawingml/2006/main">
              <a:ext uri="{FF2B5EF4-FFF2-40B4-BE49-F238E27FC236}">
                <a16:creationId xmlns:a16="http://schemas.microsoft.com/office/drawing/2014/main" id="{D7F4B0FD-DBA7-4151-9FF2-6EF51883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5" name="矩形">
            <a:extLst xmlns:a="http://schemas.openxmlformats.org/drawingml/2006/main">
              <a:ext uri="{FF2B5EF4-FFF2-40B4-BE49-F238E27FC236}">
                <a16:creationId xmlns:a16="http://schemas.microsoft.com/office/drawing/2014/main" id="{1385ED13-5B24-4DE5-97D0-456234B0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6" name="矩形">
            <a:extLst xmlns:a="http://schemas.openxmlformats.org/drawingml/2006/main">
              <a:ext uri="{FF2B5EF4-FFF2-40B4-BE49-F238E27FC236}">
                <a16:creationId xmlns:a16="http://schemas.microsoft.com/office/drawing/2014/main" id="{F082A6AB-1E72-4183-8A2D-23BBD293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7" name="矩形">
            <a:extLst xmlns:a="http://schemas.openxmlformats.org/drawingml/2006/main">
              <a:ext uri="{FF2B5EF4-FFF2-40B4-BE49-F238E27FC236}">
                <a16:creationId xmlns:a16="http://schemas.microsoft.com/office/drawing/2014/main" id="{FFDA4D74-A5B6-4B02-A293-01838393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8" name="矩形">
            <a:extLst xmlns:a="http://schemas.openxmlformats.org/drawingml/2006/main">
              <a:ext uri="{FF2B5EF4-FFF2-40B4-BE49-F238E27FC236}">
                <a16:creationId xmlns:a16="http://schemas.microsoft.com/office/drawing/2014/main" id="{C217B2BB-CB7B-4797-833E-C98D6B01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59" name="矩形">
            <a:extLst xmlns:a="http://schemas.openxmlformats.org/drawingml/2006/main">
              <a:ext uri="{FF2B5EF4-FFF2-40B4-BE49-F238E27FC236}">
                <a16:creationId xmlns:a16="http://schemas.microsoft.com/office/drawing/2014/main" id="{20E605DE-34B1-437B-A56A-319370D8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0" name="矩形">
            <a:extLst xmlns:a="http://schemas.openxmlformats.org/drawingml/2006/main">
              <a:ext uri="{FF2B5EF4-FFF2-40B4-BE49-F238E27FC236}">
                <a16:creationId xmlns:a16="http://schemas.microsoft.com/office/drawing/2014/main" id="{5188DBB3-2892-4EC8-A4E0-9C563778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1" name="矩形">
            <a:extLst xmlns:a="http://schemas.openxmlformats.org/drawingml/2006/main">
              <a:ext uri="{FF2B5EF4-FFF2-40B4-BE49-F238E27FC236}">
                <a16:creationId xmlns:a16="http://schemas.microsoft.com/office/drawing/2014/main" id="{E909B8F4-4955-4623-96AD-29D7A3382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2" name="矩形">
            <a:extLst xmlns:a="http://schemas.openxmlformats.org/drawingml/2006/main">
              <a:ext uri="{FF2B5EF4-FFF2-40B4-BE49-F238E27FC236}">
                <a16:creationId xmlns:a16="http://schemas.microsoft.com/office/drawing/2014/main" id="{1D2AC250-863A-43E4-A140-483AD185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3" name="矩形">
            <a:extLst xmlns:a="http://schemas.openxmlformats.org/drawingml/2006/main">
              <a:ext uri="{FF2B5EF4-FFF2-40B4-BE49-F238E27FC236}">
                <a16:creationId xmlns:a16="http://schemas.microsoft.com/office/drawing/2014/main" id="{F4D2BE2B-2570-46FA-B826-4358A655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4" name="矩形">
            <a:extLst xmlns:a="http://schemas.openxmlformats.org/drawingml/2006/main">
              <a:ext uri="{FF2B5EF4-FFF2-40B4-BE49-F238E27FC236}">
                <a16:creationId xmlns:a16="http://schemas.microsoft.com/office/drawing/2014/main" id="{71CC498A-C4CB-4F01-85F7-FBFBFB8C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5" name="矩形">
            <a:extLst xmlns:a="http://schemas.openxmlformats.org/drawingml/2006/main">
              <a:ext uri="{FF2B5EF4-FFF2-40B4-BE49-F238E27FC236}">
                <a16:creationId xmlns:a16="http://schemas.microsoft.com/office/drawing/2014/main" id="{5CD69790-72D5-4695-8E5E-AD04B5F7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6" name="矩形">
            <a:extLst xmlns:a="http://schemas.openxmlformats.org/drawingml/2006/main">
              <a:ext uri="{FF2B5EF4-FFF2-40B4-BE49-F238E27FC236}">
                <a16:creationId xmlns:a16="http://schemas.microsoft.com/office/drawing/2014/main" id="{0EE280BD-A3C4-4C24-A827-302F2338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7" name="矩形">
            <a:extLst xmlns:a="http://schemas.openxmlformats.org/drawingml/2006/main">
              <a:ext uri="{FF2B5EF4-FFF2-40B4-BE49-F238E27FC236}">
                <a16:creationId xmlns:a16="http://schemas.microsoft.com/office/drawing/2014/main" id="{B1BBB1D2-C142-4C9F-A884-706429E9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8" name="矩形">
            <a:extLst xmlns:a="http://schemas.openxmlformats.org/drawingml/2006/main">
              <a:ext uri="{FF2B5EF4-FFF2-40B4-BE49-F238E27FC236}">
                <a16:creationId xmlns:a16="http://schemas.microsoft.com/office/drawing/2014/main" id="{99A82436-7ADC-498A-921B-10AA4DA9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69" name="矩形">
            <a:extLst xmlns:a="http://schemas.openxmlformats.org/drawingml/2006/main">
              <a:ext uri="{FF2B5EF4-FFF2-40B4-BE49-F238E27FC236}">
                <a16:creationId xmlns:a16="http://schemas.microsoft.com/office/drawing/2014/main" id="{23735330-D873-42D1-BF5C-D34EA87B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0" name="矩形">
            <a:extLst xmlns:a="http://schemas.openxmlformats.org/drawingml/2006/main">
              <a:ext uri="{FF2B5EF4-FFF2-40B4-BE49-F238E27FC236}">
                <a16:creationId xmlns:a16="http://schemas.microsoft.com/office/drawing/2014/main" id="{CFC4F332-0358-4F87-B7B3-03819ED5F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1" name="矩形">
            <a:extLst xmlns:a="http://schemas.openxmlformats.org/drawingml/2006/main">
              <a:ext uri="{FF2B5EF4-FFF2-40B4-BE49-F238E27FC236}">
                <a16:creationId xmlns:a16="http://schemas.microsoft.com/office/drawing/2014/main" id="{85205C30-DA0F-4DA9-B790-8DAD54EF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2" name="矩形">
            <a:extLst xmlns:a="http://schemas.openxmlformats.org/drawingml/2006/main">
              <a:ext uri="{FF2B5EF4-FFF2-40B4-BE49-F238E27FC236}">
                <a16:creationId xmlns:a16="http://schemas.microsoft.com/office/drawing/2014/main" id="{7336F87C-1480-4CA6-B0A4-FD51D228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3" name="矩形">
            <a:extLst xmlns:a="http://schemas.openxmlformats.org/drawingml/2006/main">
              <a:ext uri="{FF2B5EF4-FFF2-40B4-BE49-F238E27FC236}">
                <a16:creationId xmlns:a16="http://schemas.microsoft.com/office/drawing/2014/main" id="{014EC787-69D4-4C27-B4B8-34CFE434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4" name="矩形">
            <a:extLst xmlns:a="http://schemas.openxmlformats.org/drawingml/2006/main">
              <a:ext uri="{FF2B5EF4-FFF2-40B4-BE49-F238E27FC236}">
                <a16:creationId xmlns:a16="http://schemas.microsoft.com/office/drawing/2014/main" id="{EA125765-F33A-4E87-8513-8BEA2F06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5" name="矩形">
            <a:extLst xmlns:a="http://schemas.openxmlformats.org/drawingml/2006/main">
              <a:ext uri="{FF2B5EF4-FFF2-40B4-BE49-F238E27FC236}">
                <a16:creationId xmlns:a16="http://schemas.microsoft.com/office/drawing/2014/main" id="{ECFA5487-52CF-4D58-B3FC-40EB6EEC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6" name="矩形">
            <a:extLst xmlns:a="http://schemas.openxmlformats.org/drawingml/2006/main">
              <a:ext uri="{FF2B5EF4-FFF2-40B4-BE49-F238E27FC236}">
                <a16:creationId xmlns:a16="http://schemas.microsoft.com/office/drawing/2014/main" id="{9DFACE71-5170-4295-8204-AC29FC4C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7" name="矩形">
            <a:extLst xmlns:a="http://schemas.openxmlformats.org/drawingml/2006/main">
              <a:ext uri="{FF2B5EF4-FFF2-40B4-BE49-F238E27FC236}">
                <a16:creationId xmlns:a16="http://schemas.microsoft.com/office/drawing/2014/main" id="{490D12C0-70AA-49D5-94A9-BB13E2FA6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8" name="矩形">
            <a:extLst xmlns:a="http://schemas.openxmlformats.org/drawingml/2006/main">
              <a:ext uri="{FF2B5EF4-FFF2-40B4-BE49-F238E27FC236}">
                <a16:creationId xmlns:a16="http://schemas.microsoft.com/office/drawing/2014/main" id="{C4A708E5-057E-47DF-930E-9CB39F8C6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79" name="矩形">
            <a:extLst xmlns:a="http://schemas.openxmlformats.org/drawingml/2006/main">
              <a:ext uri="{FF2B5EF4-FFF2-40B4-BE49-F238E27FC236}">
                <a16:creationId xmlns:a16="http://schemas.microsoft.com/office/drawing/2014/main" id="{1C9B6329-B7EF-46B3-8CBA-04460153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80" name="矩形">
            <a:extLst xmlns:a="http://schemas.openxmlformats.org/drawingml/2006/main">
              <a:ext uri="{FF2B5EF4-FFF2-40B4-BE49-F238E27FC236}">
                <a16:creationId xmlns:a16="http://schemas.microsoft.com/office/drawing/2014/main" id="{6BCD79BE-9F66-4613-8D86-4D9779344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881" name="矩形">
            <a:extLst xmlns:a="http://schemas.openxmlformats.org/drawingml/2006/main">
              <a:ext uri="{FF2B5EF4-FFF2-40B4-BE49-F238E27FC236}">
                <a16:creationId xmlns:a16="http://schemas.microsoft.com/office/drawing/2014/main" id="{B3300A51-3104-4E24-9D72-75A2E5F4E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882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f9f62a71824b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883" name="矩形">
            <a:extLst xmlns:a="http://schemas.openxmlformats.org/drawingml/2006/main">
              <a:ext uri="{FF2B5EF4-FFF2-40B4-BE49-F238E27FC236}">
                <a16:creationId xmlns:a16="http://schemas.microsoft.com/office/drawing/2014/main" id="{768A409F-25B9-44DE-BAE0-3E3581A8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884" name="静态规划：候选、硬过滤与静态评分">
            <a:extLst xmlns:a="http://schemas.openxmlformats.org/drawingml/2006/main">
              <a:ext uri="{FF2B5EF4-FFF2-40B4-BE49-F238E27FC236}">
                <a16:creationId xmlns:a16="http://schemas.microsoft.com/office/drawing/2014/main" id="{2AF701C1-C6FF-4989-8BBE-D3D7FC0A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静态规划：候选、硬过滤与静态评分</a:t>
            </a:r>
          </a:p>
        </p:txBody>
      </p:sp>
      <p:sp>
        <p:nvSpPr>
          <p:cNvPr id="885" name="矩形">
            <a:extLst xmlns:a="http://schemas.openxmlformats.org/drawingml/2006/main">
              <a:ext uri="{FF2B5EF4-FFF2-40B4-BE49-F238E27FC236}">
                <a16:creationId xmlns:a16="http://schemas.microsoft.com/office/drawing/2014/main" id="{D331B5E3-327F-484A-9FE0-2DA54EE4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886" name="STATIC PLANNING">
            <a:extLst xmlns:a="http://schemas.openxmlformats.org/drawingml/2006/main">
              <a:ext uri="{FF2B5EF4-FFF2-40B4-BE49-F238E27FC236}">
                <a16:creationId xmlns:a16="http://schemas.microsoft.com/office/drawing/2014/main" id="{6E954479-3FD9-47BC-8F1E-7FF67AFA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STATIC PLANNING</a:t>
            </a:r>
          </a:p>
        </p:txBody>
      </p:sp>
      <p:sp>
        <p:nvSpPr>
          <p:cNvPr id="887" name="矩形">
            <a:extLst xmlns:a="http://schemas.openxmlformats.org/drawingml/2006/main">
              <a:ext uri="{FF2B5EF4-FFF2-40B4-BE49-F238E27FC236}">
                <a16:creationId xmlns:a16="http://schemas.microsoft.com/office/drawing/2014/main" id="{98478668-FEB0-4ABA-9A92-FCEF5313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889" name="圆角矩形 985">
            <a:extLst xmlns:a="http://schemas.openxmlformats.org/drawingml/2006/main">
              <a:ext uri="{FF2B5EF4-FFF2-40B4-BE49-F238E27FC236}">
                <a16:creationId xmlns:a16="http://schemas.microsoft.com/office/drawing/2014/main" id="{D017C972-00C9-46CB-BA37-44EB88F8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173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890" name="矩形">
            <a:extLst xmlns:a="http://schemas.openxmlformats.org/drawingml/2006/main">
              <a:ext uri="{FF2B5EF4-FFF2-40B4-BE49-F238E27FC236}">
                <a16:creationId xmlns:a16="http://schemas.microsoft.com/office/drawing/2014/main" id="{D517AAD6-0914-4852-85DC-712C0559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371599"/>
            <a:ext cx="139065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891" name="Task / Constraints">
            <a:extLst xmlns:a="http://schemas.openxmlformats.org/drawingml/2006/main">
              <a:ext uri="{FF2B5EF4-FFF2-40B4-BE49-F238E27FC236}">
                <a16:creationId xmlns:a16="http://schemas.microsoft.com/office/drawing/2014/main" id="{8F771DA4-A977-4F5A-AE98-DE858DB0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371597"/>
            <a:ext cx="139065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Task / Constraints</a:t>
            </a:r>
          </a:p>
        </p:txBody>
      </p:sp>
      <p:sp>
        <p:nvSpPr>
          <p:cNvPr id="892" name="矩形">
            <a:extLst xmlns:a="http://schemas.openxmlformats.org/drawingml/2006/main">
              <a:ext uri="{FF2B5EF4-FFF2-40B4-BE49-F238E27FC236}">
                <a16:creationId xmlns:a16="http://schemas.microsoft.com/office/drawing/2014/main" id="{0774C4EB-6DE7-4E3E-AD3D-33645164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77999"/>
            <a:ext cx="1390650" cy="5524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893" name="目标、预算…">
            <a:extLst xmlns:a="http://schemas.openxmlformats.org/drawingml/2006/main">
              <a:ext uri="{FF2B5EF4-FFF2-40B4-BE49-F238E27FC236}">
                <a16:creationId xmlns:a16="http://schemas.microsoft.com/office/drawing/2014/main" id="{7CAC69B4-465D-4762-94B9-96E271EB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777998"/>
            <a:ext cx="1390650" cy="330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目标、预算</a:t>
            </a:r>
          </a:p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允许/禁用工具</a:t>
            </a:r>
          </a:p>
        </p:txBody>
      </p:sp>
      <p:sp>
        <p:nvSpPr>
          <p:cNvPr id="894" name="矩形">
            <a:extLst xmlns:a="http://schemas.openxmlformats.org/drawingml/2006/main">
              <a:ext uri="{FF2B5EF4-FFF2-40B4-BE49-F238E27FC236}">
                <a16:creationId xmlns:a16="http://schemas.microsoft.com/office/drawing/2014/main" id="{4AC16C2D-B2AD-42EA-9FE8-CCD464B2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19250"/>
            <a:ext cx="304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895" name="→">
            <a:extLst xmlns:a="http://schemas.openxmlformats.org/drawingml/2006/main">
              <a:ext uri="{FF2B5EF4-FFF2-40B4-BE49-F238E27FC236}">
                <a16:creationId xmlns:a16="http://schemas.microsoft.com/office/drawing/2014/main" id="{7515EEAA-1C1E-4FF6-AB6E-A5DB07389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19250"/>
            <a:ext cx="3048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896" name="圆角矩形 989">
            <a:extLst xmlns:a="http://schemas.openxmlformats.org/drawingml/2006/main">
              <a:ext uri="{FF2B5EF4-FFF2-40B4-BE49-F238E27FC236}">
                <a16:creationId xmlns:a16="http://schemas.microsoft.com/office/drawing/2014/main" id="{5C716932-7400-4777-B324-C577D95A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238250"/>
            <a:ext cx="173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897" name="矩形">
            <a:extLst xmlns:a="http://schemas.openxmlformats.org/drawingml/2006/main">
              <a:ext uri="{FF2B5EF4-FFF2-40B4-BE49-F238E27FC236}">
                <a16:creationId xmlns:a16="http://schemas.microsoft.com/office/drawing/2014/main" id="{AF5A5E5B-88BD-4E8A-85AB-76D45FEDD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371599"/>
            <a:ext cx="139065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898" name="Tool Retrieval">
            <a:extLst xmlns:a="http://schemas.openxmlformats.org/drawingml/2006/main">
              <a:ext uri="{FF2B5EF4-FFF2-40B4-BE49-F238E27FC236}">
                <a16:creationId xmlns:a16="http://schemas.microsoft.com/office/drawing/2014/main" id="{C16CAE9B-88BA-4DE8-A6E7-26CF11DE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371597"/>
            <a:ext cx="139065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Tool Retrieval</a:t>
            </a:r>
          </a:p>
        </p:txBody>
      </p:sp>
      <p:sp>
        <p:nvSpPr>
          <p:cNvPr id="899" name="矩形">
            <a:extLst xmlns:a="http://schemas.openxmlformats.org/drawingml/2006/main">
              <a:ext uri="{FF2B5EF4-FFF2-40B4-BE49-F238E27FC236}">
                <a16:creationId xmlns:a16="http://schemas.microsoft.com/office/drawing/2014/main" id="{98E6BB2A-49C9-484C-A238-123AC8E1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77999"/>
            <a:ext cx="1390650" cy="5524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00" name="能力匹配…">
            <a:extLst xmlns:a="http://schemas.openxmlformats.org/drawingml/2006/main">
              <a:ext uri="{FF2B5EF4-FFF2-40B4-BE49-F238E27FC236}">
                <a16:creationId xmlns:a16="http://schemas.microsoft.com/office/drawing/2014/main" id="{E86E711F-5FB0-4F53-BF14-97ACD0EA7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77998"/>
            <a:ext cx="1390650" cy="330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能力匹配</a:t>
            </a:r>
          </a:p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I/O 兼容</a:t>
            </a:r>
          </a:p>
        </p:txBody>
      </p:sp>
      <p:sp>
        <p:nvSpPr>
          <p:cNvPr id="901" name="矩形">
            <a:extLst xmlns:a="http://schemas.openxmlformats.org/drawingml/2006/main">
              <a:ext uri="{FF2B5EF4-FFF2-40B4-BE49-F238E27FC236}">
                <a16:creationId xmlns:a16="http://schemas.microsoft.com/office/drawing/2014/main" id="{E4923E20-F084-4EC7-BB34-2A509CB4A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619250"/>
            <a:ext cx="304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902" name="→">
            <a:extLst xmlns:a="http://schemas.openxmlformats.org/drawingml/2006/main">
              <a:ext uri="{FF2B5EF4-FFF2-40B4-BE49-F238E27FC236}">
                <a16:creationId xmlns:a16="http://schemas.microsoft.com/office/drawing/2014/main" id="{E83922C9-9762-439D-AF11-CD9CB798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619250"/>
            <a:ext cx="3048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903" name="圆角矩形 993">
            <a:extLst xmlns:a="http://schemas.openxmlformats.org/drawingml/2006/main">
              <a:ext uri="{FF2B5EF4-FFF2-40B4-BE49-F238E27FC236}">
                <a16:creationId xmlns:a16="http://schemas.microsoft.com/office/drawing/2014/main" id="{81511D00-CA30-41DB-85EA-96AB26BC0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238250"/>
            <a:ext cx="173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904" name="矩形">
            <a:extLst xmlns:a="http://schemas.openxmlformats.org/drawingml/2006/main">
              <a:ext uri="{FF2B5EF4-FFF2-40B4-BE49-F238E27FC236}">
                <a16:creationId xmlns:a16="http://schemas.microsoft.com/office/drawing/2014/main" id="{B89DB122-7FB5-4812-818E-F55AB426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1371597"/>
            <a:ext cx="139065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05" name="Candidate Generation">
            <a:extLst xmlns:a="http://schemas.openxmlformats.org/drawingml/2006/main">
              <a:ext uri="{FF2B5EF4-FFF2-40B4-BE49-F238E27FC236}">
                <a16:creationId xmlns:a16="http://schemas.microsoft.com/office/drawing/2014/main" id="{9FA50103-B433-4B30-A673-17596DA57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1371599"/>
            <a:ext cx="1390650" cy="330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Candidate Generation</a:t>
            </a:r>
          </a:p>
        </p:txBody>
      </p:sp>
      <p:sp>
        <p:nvSpPr>
          <p:cNvPr id="906" name="矩形">
            <a:extLst xmlns:a="http://schemas.openxmlformats.org/drawingml/2006/main">
              <a:ext uri="{FF2B5EF4-FFF2-40B4-BE49-F238E27FC236}">
                <a16:creationId xmlns:a16="http://schemas.microsoft.com/office/drawing/2014/main" id="{8404DF35-57CB-40F7-ABCA-04F1E043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1777999"/>
            <a:ext cx="1390650" cy="5524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07" name="Plan / Patch…">
            <a:extLst xmlns:a="http://schemas.openxmlformats.org/drawingml/2006/main">
              <a:ext uri="{FF2B5EF4-FFF2-40B4-BE49-F238E27FC236}">
                <a16:creationId xmlns:a16="http://schemas.microsoft.com/office/drawing/2014/main" id="{1D3B29B5-23A2-46DD-993D-89E35BD8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1777998"/>
            <a:ext cx="1390650" cy="279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Plan / Patch</a:t>
            </a:r>
          </a:p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Replan Top-K</a:t>
            </a:r>
          </a:p>
        </p:txBody>
      </p:sp>
      <p:sp>
        <p:nvSpPr>
          <p:cNvPr id="908" name="矩形">
            <a:extLst xmlns:a="http://schemas.openxmlformats.org/drawingml/2006/main">
              <a:ext uri="{FF2B5EF4-FFF2-40B4-BE49-F238E27FC236}">
                <a16:creationId xmlns:a16="http://schemas.microsoft.com/office/drawing/2014/main" id="{B33E8FF0-CF8B-4D10-982C-6F063350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19250"/>
            <a:ext cx="304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909" name="→">
            <a:extLst xmlns:a="http://schemas.openxmlformats.org/drawingml/2006/main">
              <a:ext uri="{FF2B5EF4-FFF2-40B4-BE49-F238E27FC236}">
                <a16:creationId xmlns:a16="http://schemas.microsoft.com/office/drawing/2014/main" id="{5E7536E3-2562-44D7-80C3-687E9E2D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19250"/>
            <a:ext cx="3048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910" name="圆角矩形 997">
            <a:extLst xmlns:a="http://schemas.openxmlformats.org/drawingml/2006/main">
              <a:ext uri="{FF2B5EF4-FFF2-40B4-BE49-F238E27FC236}">
                <a16:creationId xmlns:a16="http://schemas.microsoft.com/office/drawing/2014/main" id="{AB758264-2A51-414F-A31D-2A1BDC8E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238250"/>
            <a:ext cx="173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052A5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911" name="矩形">
            <a:extLst xmlns:a="http://schemas.openxmlformats.org/drawingml/2006/main">
              <a:ext uri="{FF2B5EF4-FFF2-40B4-BE49-F238E27FC236}">
                <a16:creationId xmlns:a16="http://schemas.microsoft.com/office/drawing/2014/main" id="{977623E4-C60F-418A-A95D-7EC6F31D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371599"/>
            <a:ext cx="139065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12" name="Hard Feasibility">
            <a:extLst xmlns:a="http://schemas.openxmlformats.org/drawingml/2006/main">
              <a:ext uri="{FF2B5EF4-FFF2-40B4-BE49-F238E27FC236}">
                <a16:creationId xmlns:a16="http://schemas.microsoft.com/office/drawing/2014/main" id="{ABC6C0F6-8CE0-481B-A4E7-4D897377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371597"/>
            <a:ext cx="139065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Hard Feasibility</a:t>
            </a:r>
          </a:p>
        </p:txBody>
      </p:sp>
      <p:sp>
        <p:nvSpPr>
          <p:cNvPr id="913" name="矩形">
            <a:extLst xmlns:a="http://schemas.openxmlformats.org/drawingml/2006/main">
              <a:ext uri="{FF2B5EF4-FFF2-40B4-BE49-F238E27FC236}">
                <a16:creationId xmlns:a16="http://schemas.microsoft.com/office/drawing/2014/main" id="{2921E71D-1420-4AFF-9B22-5BEDBDFD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777999"/>
            <a:ext cx="1390650" cy="5524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14" name="tool / schema / I-O…">
            <a:extLst xmlns:a="http://schemas.openxmlformats.org/drawingml/2006/main">
              <a:ext uri="{FF2B5EF4-FFF2-40B4-BE49-F238E27FC236}">
                <a16:creationId xmlns:a16="http://schemas.microsoft.com/office/drawing/2014/main" id="{1A515C82-3F99-4A24-8188-6BFECA16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777998"/>
            <a:ext cx="1390650" cy="279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tool / schema / I-O</a:t>
            </a:r>
          </a:p>
          <a:p xmlns:a="http://schemas.openxmlformats.org/drawingml/2006/main">
            <a:pPr algn="ctr">
              <a:buNone/>
              <a:defRPr sz="9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safety / budget</a:t>
            </a:r>
          </a:p>
        </p:txBody>
      </p:sp>
      <p:sp>
        <p:nvSpPr>
          <p:cNvPr id="915" name="矩形">
            <a:extLst xmlns:a="http://schemas.openxmlformats.org/drawingml/2006/main">
              <a:ext uri="{FF2B5EF4-FFF2-40B4-BE49-F238E27FC236}">
                <a16:creationId xmlns:a16="http://schemas.microsoft.com/office/drawing/2014/main" id="{6A994D3D-48BD-424A-AD02-8694BB30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1619250"/>
            <a:ext cx="304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916" name="→">
            <a:extLst xmlns:a="http://schemas.openxmlformats.org/drawingml/2006/main">
              <a:ext uri="{FF2B5EF4-FFF2-40B4-BE49-F238E27FC236}">
                <a16:creationId xmlns:a16="http://schemas.microsoft.com/office/drawing/2014/main" id="{5DA2E210-3B89-496A-BAEF-366C0D9F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1619250"/>
            <a:ext cx="3048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917" name="圆角矩形 1001">
            <a:extLst xmlns:a="http://schemas.openxmlformats.org/drawingml/2006/main">
              <a:ext uri="{FF2B5EF4-FFF2-40B4-BE49-F238E27FC236}">
                <a16:creationId xmlns:a16="http://schemas.microsoft.com/office/drawing/2014/main" id="{9B9A72E8-76B6-438C-918D-D480768A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238250"/>
            <a:ext cx="17335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918" name="矩形">
            <a:extLst xmlns:a="http://schemas.openxmlformats.org/drawingml/2006/main">
              <a:ext uri="{FF2B5EF4-FFF2-40B4-BE49-F238E27FC236}">
                <a16:creationId xmlns:a16="http://schemas.microsoft.com/office/drawing/2014/main" id="{4F4A0F75-9BC0-40E1-850A-9032A88E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371599"/>
            <a:ext cx="139065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19" name="Static Score">
            <a:extLst xmlns:a="http://schemas.openxmlformats.org/drawingml/2006/main">
              <a:ext uri="{FF2B5EF4-FFF2-40B4-BE49-F238E27FC236}">
                <a16:creationId xmlns:a16="http://schemas.microsoft.com/office/drawing/2014/main" id="{EDB809FD-1260-4DED-AD5A-DDC2AEF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371597"/>
            <a:ext cx="139065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1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Static Score</a:t>
            </a:r>
          </a:p>
        </p:txBody>
      </p:sp>
      <p:sp>
        <p:nvSpPr>
          <p:cNvPr id="920" name="矩形">
            <a:extLst xmlns:a="http://schemas.openxmlformats.org/drawingml/2006/main">
              <a:ext uri="{FF2B5EF4-FFF2-40B4-BE49-F238E27FC236}">
                <a16:creationId xmlns:a16="http://schemas.microsoft.com/office/drawing/2014/main" id="{889B39CE-CC24-4CB2-B21C-E7F04BC9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777999"/>
            <a:ext cx="1390650" cy="5524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21" name="objective / cost / risk…">
            <a:extLst xmlns:a="http://schemas.openxmlformats.org/drawingml/2006/main">
              <a:ext uri="{FF2B5EF4-FFF2-40B4-BE49-F238E27FC236}">
                <a16:creationId xmlns:a16="http://schemas.microsoft.com/office/drawing/2014/main" id="{42B5AF18-2EC8-4914-9EBC-A13276D0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1777998"/>
            <a:ext cx="1390650" cy="279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objective / cost / risk</a:t>
            </a:r>
          </a:p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recovery / reliability</a:t>
            </a:r>
          </a:p>
        </p:txBody>
      </p:sp>
      <p:sp>
        <p:nvSpPr>
          <p:cNvPr id="922" name="圆角矩形 1004">
            <a:extLst xmlns:a="http://schemas.openxmlformats.org/drawingml/2006/main">
              <a:ext uri="{FF2B5EF4-FFF2-40B4-BE49-F238E27FC236}">
                <a16:creationId xmlns:a16="http://schemas.microsoft.com/office/drawing/2014/main" id="{A1C85391-EE62-4567-B7A5-B0F7E336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28950"/>
            <a:ext cx="41910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923" name="矩形">
            <a:extLst xmlns:a="http://schemas.openxmlformats.org/drawingml/2006/main">
              <a:ext uri="{FF2B5EF4-FFF2-40B4-BE49-F238E27FC236}">
                <a16:creationId xmlns:a16="http://schemas.microsoft.com/office/drawing/2014/main" id="{B36D9FFF-948B-46D2-B9CB-0A34C1B3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162300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24" name="硬过滤的目的">
            <a:extLst xmlns:a="http://schemas.openxmlformats.org/drawingml/2006/main">
              <a:ext uri="{FF2B5EF4-FFF2-40B4-BE49-F238E27FC236}">
                <a16:creationId xmlns:a16="http://schemas.microsoft.com/office/drawing/2014/main" id="{89D23183-42A8-4CA0-AB1D-03B3B7817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162300"/>
            <a:ext cx="38481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硬过滤的目的</a:t>
            </a:r>
          </a:p>
        </p:txBody>
      </p:sp>
      <p:sp>
        <p:nvSpPr>
          <p:cNvPr id="925" name="矩形">
            <a:extLst xmlns:a="http://schemas.openxmlformats.org/drawingml/2006/main">
              <a:ext uri="{FF2B5EF4-FFF2-40B4-BE49-F238E27FC236}">
                <a16:creationId xmlns:a16="http://schemas.microsoft.com/office/drawing/2014/main" id="{FA955B37-16F5-4777-8AA6-12034739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467098"/>
            <a:ext cx="3848100" cy="7715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26" name="非法候选不进入评分和执行：工具不存在、schema 错误、I/O 不闭合、安全阻断、硬预算越界。">
            <a:extLst xmlns:a="http://schemas.openxmlformats.org/drawingml/2006/main">
              <a:ext uri="{FF2B5EF4-FFF2-40B4-BE49-F238E27FC236}">
                <a16:creationId xmlns:a16="http://schemas.microsoft.com/office/drawing/2014/main" id="{95E05F3A-EBCD-49B7-B1BB-5B5F680F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467098"/>
            <a:ext cx="3848100" cy="431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非法候选不进入评分和执行：工具不存在、schema 错误、I/O 不闭合、安全阻断、硬预算越界。</a:t>
            </a:r>
          </a:p>
        </p:txBody>
      </p:sp>
      <p:sp>
        <p:nvSpPr>
          <p:cNvPr id="927" name="圆角矩形 1007">
            <a:extLst xmlns:a="http://schemas.openxmlformats.org/drawingml/2006/main">
              <a:ext uri="{FF2B5EF4-FFF2-40B4-BE49-F238E27FC236}">
                <a16:creationId xmlns:a16="http://schemas.microsoft.com/office/drawing/2014/main" id="{1B6F00AE-7C0B-4264-B3C1-6358118C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28950"/>
            <a:ext cx="4191000" cy="1285875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928" name="矩形">
            <a:extLst xmlns:a="http://schemas.openxmlformats.org/drawingml/2006/main">
              <a:ext uri="{FF2B5EF4-FFF2-40B4-BE49-F238E27FC236}">
                <a16:creationId xmlns:a16="http://schemas.microsoft.com/office/drawing/2014/main" id="{3B96E88A-4480-4BA1-B19B-9732990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62300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29" name="静态评分的目的">
            <a:extLst xmlns:a="http://schemas.openxmlformats.org/drawingml/2006/main">
              <a:ext uri="{FF2B5EF4-FFF2-40B4-BE49-F238E27FC236}">
                <a16:creationId xmlns:a16="http://schemas.microsoft.com/office/drawing/2014/main" id="{FDDC56C0-1425-441D-9B30-1F9F2858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62300"/>
            <a:ext cx="38481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静态评分的目的</a:t>
            </a:r>
          </a:p>
        </p:txBody>
      </p:sp>
      <p:sp>
        <p:nvSpPr>
          <p:cNvPr id="930" name="矩形">
            <a:extLst xmlns:a="http://schemas.openxmlformats.org/drawingml/2006/main">
              <a:ext uri="{FF2B5EF4-FFF2-40B4-BE49-F238E27FC236}">
                <a16:creationId xmlns:a16="http://schemas.microsoft.com/office/drawing/2014/main" id="{7A892CBF-833C-4173-BA82-B8DFCA8A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67098"/>
            <a:ext cx="3848100" cy="7715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931" name="在未消费运行时观测前，用 score_breakdown 建立先验排序，并保留 Top-K 多样性。">
            <a:extLst xmlns:a="http://schemas.openxmlformats.org/drawingml/2006/main">
              <a:ext uri="{FF2B5EF4-FFF2-40B4-BE49-F238E27FC236}">
                <a16:creationId xmlns:a16="http://schemas.microsoft.com/office/drawing/2014/main" id="{808961D1-CA64-449A-8B70-F433535D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67098"/>
            <a:ext cx="3848100" cy="431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在未消费运行时观测前，用 score_breakdown 建立先验排序，并保留 Top-K 多样性。</a:t>
            </a:r>
          </a:p>
        </p:txBody>
      </p:sp>
      <p:sp>
        <p:nvSpPr>
          <p:cNvPr id="932" name="矩形">
            <a:extLst xmlns:a="http://schemas.openxmlformats.org/drawingml/2006/main">
              <a:ext uri="{FF2B5EF4-FFF2-40B4-BE49-F238E27FC236}">
                <a16:creationId xmlns:a16="http://schemas.microsoft.com/office/drawing/2014/main" id="{3E70A7EB-F14C-48E6-87AE-F90548B5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933" name="S_static = f(feasibility, objective, cost, risk, recovery_complexity, reliability)">
            <a:extLst xmlns:a="http://schemas.openxmlformats.org/drawingml/2006/main">
              <a:ext uri="{FF2B5EF4-FFF2-40B4-BE49-F238E27FC236}">
                <a16:creationId xmlns:a16="http://schemas.microsoft.com/office/drawing/2014/main" id="{4BC5FE34-2993-4202-AC46-C12E60F0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209668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500" b="1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S_static = f(feasibility, objective, cost, risk, recovery_complexity, reliability)</a:t>
            </a:r>
          </a:p>
        </p:txBody>
      </p:sp>
      <p:sp>
        <p:nvSpPr>
          <p:cNvPr id="937" name="">
            <a:extLst xmlns:a="http://schemas.openxmlformats.org/drawingml/2006/main">
              <a:ext uri="{FF2B5EF4-FFF2-40B4-BE49-F238E27FC236}">
                <a16:creationId xmlns:a16="http://schemas.microsoft.com/office/drawing/2014/main" id="{8A7E427E-44D1-427A-BCDA-598EFC67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61543130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5" name="矩形">
            <a:extLst xmlns:a="http://schemas.openxmlformats.org/drawingml/2006/main">
              <a:ext uri="{FF2B5EF4-FFF2-40B4-BE49-F238E27FC236}">
                <a16:creationId xmlns:a16="http://schemas.microsoft.com/office/drawing/2014/main" id="{9376B3D8-8099-444C-9B5D-AABECE22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936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82322786ba49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937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116462eb6a44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938" name="矩形">
            <a:extLst xmlns:a="http://schemas.openxmlformats.org/drawingml/2006/main">
              <a:ext uri="{FF2B5EF4-FFF2-40B4-BE49-F238E27FC236}">
                <a16:creationId xmlns:a16="http://schemas.microsoft.com/office/drawing/2014/main" id="{CE61281A-1B17-4640-A388-3AE6DA65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39" name="矩形">
            <a:extLst xmlns:a="http://schemas.openxmlformats.org/drawingml/2006/main">
              <a:ext uri="{FF2B5EF4-FFF2-40B4-BE49-F238E27FC236}">
                <a16:creationId xmlns:a16="http://schemas.microsoft.com/office/drawing/2014/main" id="{F05865D7-F04C-4317-94EF-55ED4FCB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0" name="矩形">
            <a:extLst xmlns:a="http://schemas.openxmlformats.org/drawingml/2006/main">
              <a:ext uri="{FF2B5EF4-FFF2-40B4-BE49-F238E27FC236}">
                <a16:creationId xmlns:a16="http://schemas.microsoft.com/office/drawing/2014/main" id="{F4CB6982-1BF7-4D44-8531-56C3E5FDE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1" name="矩形">
            <a:extLst xmlns:a="http://schemas.openxmlformats.org/drawingml/2006/main">
              <a:ext uri="{FF2B5EF4-FFF2-40B4-BE49-F238E27FC236}">
                <a16:creationId xmlns:a16="http://schemas.microsoft.com/office/drawing/2014/main" id="{4B068732-0095-4F78-AAAD-AB4ECFEF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2" name="矩形">
            <a:extLst xmlns:a="http://schemas.openxmlformats.org/drawingml/2006/main">
              <a:ext uri="{FF2B5EF4-FFF2-40B4-BE49-F238E27FC236}">
                <a16:creationId xmlns:a16="http://schemas.microsoft.com/office/drawing/2014/main" id="{FFA37522-8AA8-40A0-AC0B-E64C194B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3" name="矩形">
            <a:extLst xmlns:a="http://schemas.openxmlformats.org/drawingml/2006/main">
              <a:ext uri="{FF2B5EF4-FFF2-40B4-BE49-F238E27FC236}">
                <a16:creationId xmlns:a16="http://schemas.microsoft.com/office/drawing/2014/main" id="{2792DBED-4F71-43D7-8E76-0F89D697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4" name="矩形">
            <a:extLst xmlns:a="http://schemas.openxmlformats.org/drawingml/2006/main">
              <a:ext uri="{FF2B5EF4-FFF2-40B4-BE49-F238E27FC236}">
                <a16:creationId xmlns:a16="http://schemas.microsoft.com/office/drawing/2014/main" id="{94DCDAAC-AD10-4551-977C-21AC3BA5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5" name="矩形">
            <a:extLst xmlns:a="http://schemas.openxmlformats.org/drawingml/2006/main">
              <a:ext uri="{FF2B5EF4-FFF2-40B4-BE49-F238E27FC236}">
                <a16:creationId xmlns:a16="http://schemas.microsoft.com/office/drawing/2014/main" id="{39865BD2-BB0B-47C0-A2DC-34B882F9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6" name="矩形">
            <a:extLst xmlns:a="http://schemas.openxmlformats.org/drawingml/2006/main">
              <a:ext uri="{FF2B5EF4-FFF2-40B4-BE49-F238E27FC236}">
                <a16:creationId xmlns:a16="http://schemas.microsoft.com/office/drawing/2014/main" id="{D2936D8D-2E40-4219-8A6E-874AA568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7" name="矩形">
            <a:extLst xmlns:a="http://schemas.openxmlformats.org/drawingml/2006/main">
              <a:ext uri="{FF2B5EF4-FFF2-40B4-BE49-F238E27FC236}">
                <a16:creationId xmlns:a16="http://schemas.microsoft.com/office/drawing/2014/main" id="{B37EBB1D-5D71-426E-B1FA-7BA8008F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8" name="矩形">
            <a:extLst xmlns:a="http://schemas.openxmlformats.org/drawingml/2006/main">
              <a:ext uri="{FF2B5EF4-FFF2-40B4-BE49-F238E27FC236}">
                <a16:creationId xmlns:a16="http://schemas.microsoft.com/office/drawing/2014/main" id="{62953C72-BE45-488A-AEBE-81FA8CE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49" name="矩形">
            <a:extLst xmlns:a="http://schemas.openxmlformats.org/drawingml/2006/main">
              <a:ext uri="{FF2B5EF4-FFF2-40B4-BE49-F238E27FC236}">
                <a16:creationId xmlns:a16="http://schemas.microsoft.com/office/drawing/2014/main" id="{49E72A6B-104A-4665-A806-AFFF37AE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0" name="矩形">
            <a:extLst xmlns:a="http://schemas.openxmlformats.org/drawingml/2006/main">
              <a:ext uri="{FF2B5EF4-FFF2-40B4-BE49-F238E27FC236}">
                <a16:creationId xmlns:a16="http://schemas.microsoft.com/office/drawing/2014/main" id="{B11B4FB4-BDD8-4FFC-956F-E39F99828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1" name="矩形">
            <a:extLst xmlns:a="http://schemas.openxmlformats.org/drawingml/2006/main">
              <a:ext uri="{FF2B5EF4-FFF2-40B4-BE49-F238E27FC236}">
                <a16:creationId xmlns:a16="http://schemas.microsoft.com/office/drawing/2014/main" id="{FA828249-C424-4021-B49B-C35B8AEE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2" name="矩形">
            <a:extLst xmlns:a="http://schemas.openxmlformats.org/drawingml/2006/main">
              <a:ext uri="{FF2B5EF4-FFF2-40B4-BE49-F238E27FC236}">
                <a16:creationId xmlns:a16="http://schemas.microsoft.com/office/drawing/2014/main" id="{4EF5DD63-C566-425D-B966-73FD626C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3" name="矩形">
            <a:extLst xmlns:a="http://schemas.openxmlformats.org/drawingml/2006/main">
              <a:ext uri="{FF2B5EF4-FFF2-40B4-BE49-F238E27FC236}">
                <a16:creationId xmlns:a16="http://schemas.microsoft.com/office/drawing/2014/main" id="{1CC6BA56-7AD0-47CE-AEA8-B682A770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4" name="矩形">
            <a:extLst xmlns:a="http://schemas.openxmlformats.org/drawingml/2006/main">
              <a:ext uri="{FF2B5EF4-FFF2-40B4-BE49-F238E27FC236}">
                <a16:creationId xmlns:a16="http://schemas.microsoft.com/office/drawing/2014/main" id="{ACFFAA2D-10AC-4109-AC76-38A93D39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5" name="矩形">
            <a:extLst xmlns:a="http://schemas.openxmlformats.org/drawingml/2006/main">
              <a:ext uri="{FF2B5EF4-FFF2-40B4-BE49-F238E27FC236}">
                <a16:creationId xmlns:a16="http://schemas.microsoft.com/office/drawing/2014/main" id="{5571FAEB-A4B2-43A6-B014-B57AB085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6" name="矩形">
            <a:extLst xmlns:a="http://schemas.openxmlformats.org/drawingml/2006/main">
              <a:ext uri="{FF2B5EF4-FFF2-40B4-BE49-F238E27FC236}">
                <a16:creationId xmlns:a16="http://schemas.microsoft.com/office/drawing/2014/main" id="{6764F4D8-774A-41F0-B862-F1EED7B8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7" name="矩形">
            <a:extLst xmlns:a="http://schemas.openxmlformats.org/drawingml/2006/main">
              <a:ext uri="{FF2B5EF4-FFF2-40B4-BE49-F238E27FC236}">
                <a16:creationId xmlns:a16="http://schemas.microsoft.com/office/drawing/2014/main" id="{28C9A73F-1438-4FAB-A900-ECED0A75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8" name="矩形">
            <a:extLst xmlns:a="http://schemas.openxmlformats.org/drawingml/2006/main">
              <a:ext uri="{FF2B5EF4-FFF2-40B4-BE49-F238E27FC236}">
                <a16:creationId xmlns:a16="http://schemas.microsoft.com/office/drawing/2014/main" id="{8278DB9D-AE5C-4A67-8AF4-25E55B61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59" name="矩形">
            <a:extLst xmlns:a="http://schemas.openxmlformats.org/drawingml/2006/main">
              <a:ext uri="{FF2B5EF4-FFF2-40B4-BE49-F238E27FC236}">
                <a16:creationId xmlns:a16="http://schemas.microsoft.com/office/drawing/2014/main" id="{7F58F00C-C52A-4E62-9FA7-8F668271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0" name="矩形">
            <a:extLst xmlns:a="http://schemas.openxmlformats.org/drawingml/2006/main">
              <a:ext uri="{FF2B5EF4-FFF2-40B4-BE49-F238E27FC236}">
                <a16:creationId xmlns:a16="http://schemas.microsoft.com/office/drawing/2014/main" id="{B0A99DE1-1D9F-4E8F-9261-FBC89049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1" name="矩形">
            <a:extLst xmlns:a="http://schemas.openxmlformats.org/drawingml/2006/main">
              <a:ext uri="{FF2B5EF4-FFF2-40B4-BE49-F238E27FC236}">
                <a16:creationId xmlns:a16="http://schemas.microsoft.com/office/drawing/2014/main" id="{2C297B7D-1F42-42EC-8A33-C3A59B6A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2" name="矩形">
            <a:extLst xmlns:a="http://schemas.openxmlformats.org/drawingml/2006/main">
              <a:ext uri="{FF2B5EF4-FFF2-40B4-BE49-F238E27FC236}">
                <a16:creationId xmlns:a16="http://schemas.microsoft.com/office/drawing/2014/main" id="{D84AF4C4-ED1C-47E5-925C-15645189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3" name="矩形">
            <a:extLst xmlns:a="http://schemas.openxmlformats.org/drawingml/2006/main">
              <a:ext uri="{FF2B5EF4-FFF2-40B4-BE49-F238E27FC236}">
                <a16:creationId xmlns:a16="http://schemas.microsoft.com/office/drawing/2014/main" id="{B69F2FD6-25BA-4BB1-AF30-075AD382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4" name="矩形">
            <a:extLst xmlns:a="http://schemas.openxmlformats.org/drawingml/2006/main">
              <a:ext uri="{FF2B5EF4-FFF2-40B4-BE49-F238E27FC236}">
                <a16:creationId xmlns:a16="http://schemas.microsoft.com/office/drawing/2014/main" id="{D7BD4007-4298-42CD-B884-E5341422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5" name="矩形">
            <a:extLst xmlns:a="http://schemas.openxmlformats.org/drawingml/2006/main">
              <a:ext uri="{FF2B5EF4-FFF2-40B4-BE49-F238E27FC236}">
                <a16:creationId xmlns:a16="http://schemas.microsoft.com/office/drawing/2014/main" id="{0DD81D0E-A17E-4948-A239-33A804D5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6" name="矩形">
            <a:extLst xmlns:a="http://schemas.openxmlformats.org/drawingml/2006/main">
              <a:ext uri="{FF2B5EF4-FFF2-40B4-BE49-F238E27FC236}">
                <a16:creationId xmlns:a16="http://schemas.microsoft.com/office/drawing/2014/main" id="{BFD873D3-C440-45A1-876D-D675B53E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7" name="矩形">
            <a:extLst xmlns:a="http://schemas.openxmlformats.org/drawingml/2006/main">
              <a:ext uri="{FF2B5EF4-FFF2-40B4-BE49-F238E27FC236}">
                <a16:creationId xmlns:a16="http://schemas.microsoft.com/office/drawing/2014/main" id="{76A4824D-F9B8-4219-A1FD-45945445E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8" name="矩形">
            <a:extLst xmlns:a="http://schemas.openxmlformats.org/drawingml/2006/main">
              <a:ext uri="{FF2B5EF4-FFF2-40B4-BE49-F238E27FC236}">
                <a16:creationId xmlns:a16="http://schemas.microsoft.com/office/drawing/2014/main" id="{8A48EE88-0E7D-4F89-A834-E1EF459F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69" name="矩形">
            <a:extLst xmlns:a="http://schemas.openxmlformats.org/drawingml/2006/main">
              <a:ext uri="{FF2B5EF4-FFF2-40B4-BE49-F238E27FC236}">
                <a16:creationId xmlns:a16="http://schemas.microsoft.com/office/drawing/2014/main" id="{CE5221F3-525C-486F-9083-9B7C940A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0" name="矩形">
            <a:extLst xmlns:a="http://schemas.openxmlformats.org/drawingml/2006/main">
              <a:ext uri="{FF2B5EF4-FFF2-40B4-BE49-F238E27FC236}">
                <a16:creationId xmlns:a16="http://schemas.microsoft.com/office/drawing/2014/main" id="{331FB214-2692-4A6B-B2FE-5DE65A05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1" name="矩形">
            <a:extLst xmlns:a="http://schemas.openxmlformats.org/drawingml/2006/main">
              <a:ext uri="{FF2B5EF4-FFF2-40B4-BE49-F238E27FC236}">
                <a16:creationId xmlns:a16="http://schemas.microsoft.com/office/drawing/2014/main" id="{9E5CE539-DB2D-40DB-B8C1-EE603372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2" name="矩形">
            <a:extLst xmlns:a="http://schemas.openxmlformats.org/drawingml/2006/main">
              <a:ext uri="{FF2B5EF4-FFF2-40B4-BE49-F238E27FC236}">
                <a16:creationId xmlns:a16="http://schemas.microsoft.com/office/drawing/2014/main" id="{D4F3EAA0-1C85-4E79-A64C-86B5C704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3" name="矩形">
            <a:extLst xmlns:a="http://schemas.openxmlformats.org/drawingml/2006/main">
              <a:ext uri="{FF2B5EF4-FFF2-40B4-BE49-F238E27FC236}">
                <a16:creationId xmlns:a16="http://schemas.microsoft.com/office/drawing/2014/main" id="{F6F0767A-7909-4AD9-969D-CE4555EF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4" name="矩形">
            <a:extLst xmlns:a="http://schemas.openxmlformats.org/drawingml/2006/main">
              <a:ext uri="{FF2B5EF4-FFF2-40B4-BE49-F238E27FC236}">
                <a16:creationId xmlns:a16="http://schemas.microsoft.com/office/drawing/2014/main" id="{8B44971C-DF21-4DE2-902B-E6FA75DA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5" name="矩形">
            <a:extLst xmlns:a="http://schemas.openxmlformats.org/drawingml/2006/main">
              <a:ext uri="{FF2B5EF4-FFF2-40B4-BE49-F238E27FC236}">
                <a16:creationId xmlns:a16="http://schemas.microsoft.com/office/drawing/2014/main" id="{CF6D88DC-6DA0-4BE6-AE15-00D629B2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6" name="矩形">
            <a:extLst xmlns:a="http://schemas.openxmlformats.org/drawingml/2006/main">
              <a:ext uri="{FF2B5EF4-FFF2-40B4-BE49-F238E27FC236}">
                <a16:creationId xmlns:a16="http://schemas.microsoft.com/office/drawing/2014/main" id="{BA7D5955-8B1C-4D41-8408-06EDD3B0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7" name="矩形">
            <a:extLst xmlns:a="http://schemas.openxmlformats.org/drawingml/2006/main">
              <a:ext uri="{FF2B5EF4-FFF2-40B4-BE49-F238E27FC236}">
                <a16:creationId xmlns:a16="http://schemas.microsoft.com/office/drawing/2014/main" id="{C944FD74-AADF-4F06-B302-D8680E2A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8" name="矩形">
            <a:extLst xmlns:a="http://schemas.openxmlformats.org/drawingml/2006/main">
              <a:ext uri="{FF2B5EF4-FFF2-40B4-BE49-F238E27FC236}">
                <a16:creationId xmlns:a16="http://schemas.microsoft.com/office/drawing/2014/main" id="{9F63BE77-EE86-4DE3-9D07-04F769C5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79" name="矩形">
            <a:extLst xmlns:a="http://schemas.openxmlformats.org/drawingml/2006/main">
              <a:ext uri="{FF2B5EF4-FFF2-40B4-BE49-F238E27FC236}">
                <a16:creationId xmlns:a16="http://schemas.microsoft.com/office/drawing/2014/main" id="{09893C0E-3A2A-412C-8F34-77DD7930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0" name="矩形">
            <a:extLst xmlns:a="http://schemas.openxmlformats.org/drawingml/2006/main">
              <a:ext uri="{FF2B5EF4-FFF2-40B4-BE49-F238E27FC236}">
                <a16:creationId xmlns:a16="http://schemas.microsoft.com/office/drawing/2014/main" id="{889F6CEC-B7ED-41EF-97D6-3496837E8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1" name="矩形">
            <a:extLst xmlns:a="http://schemas.openxmlformats.org/drawingml/2006/main">
              <a:ext uri="{FF2B5EF4-FFF2-40B4-BE49-F238E27FC236}">
                <a16:creationId xmlns:a16="http://schemas.microsoft.com/office/drawing/2014/main" id="{E83F57A2-CFBA-4A93-951F-4D57A3CC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2" name="矩形">
            <a:extLst xmlns:a="http://schemas.openxmlformats.org/drawingml/2006/main">
              <a:ext uri="{FF2B5EF4-FFF2-40B4-BE49-F238E27FC236}">
                <a16:creationId xmlns:a16="http://schemas.microsoft.com/office/drawing/2014/main" id="{DB01D13C-2754-46F0-9C1B-913E4DE9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3" name="矩形">
            <a:extLst xmlns:a="http://schemas.openxmlformats.org/drawingml/2006/main">
              <a:ext uri="{FF2B5EF4-FFF2-40B4-BE49-F238E27FC236}">
                <a16:creationId xmlns:a16="http://schemas.microsoft.com/office/drawing/2014/main" id="{1A5010A0-5C07-4B91-B99F-1B2EA6959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4" name="矩形">
            <a:extLst xmlns:a="http://schemas.openxmlformats.org/drawingml/2006/main">
              <a:ext uri="{FF2B5EF4-FFF2-40B4-BE49-F238E27FC236}">
                <a16:creationId xmlns:a16="http://schemas.microsoft.com/office/drawing/2014/main" id="{8F9E2F90-D0D3-4D21-89A1-3C2326CE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5" name="矩形">
            <a:extLst xmlns:a="http://schemas.openxmlformats.org/drawingml/2006/main">
              <a:ext uri="{FF2B5EF4-FFF2-40B4-BE49-F238E27FC236}">
                <a16:creationId xmlns:a16="http://schemas.microsoft.com/office/drawing/2014/main" id="{4B97ACF5-EF41-435E-94C2-895B3D33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6" name="矩形">
            <a:extLst xmlns:a="http://schemas.openxmlformats.org/drawingml/2006/main">
              <a:ext uri="{FF2B5EF4-FFF2-40B4-BE49-F238E27FC236}">
                <a16:creationId xmlns:a16="http://schemas.microsoft.com/office/drawing/2014/main" id="{C9E00D5A-B4A4-4DDE-B887-4E2C5988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7" name="矩形">
            <a:extLst xmlns:a="http://schemas.openxmlformats.org/drawingml/2006/main">
              <a:ext uri="{FF2B5EF4-FFF2-40B4-BE49-F238E27FC236}">
                <a16:creationId xmlns:a16="http://schemas.microsoft.com/office/drawing/2014/main" id="{354702F0-71CD-49B1-85F9-A8CCBD99C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8" name="矩形">
            <a:extLst xmlns:a="http://schemas.openxmlformats.org/drawingml/2006/main">
              <a:ext uri="{FF2B5EF4-FFF2-40B4-BE49-F238E27FC236}">
                <a16:creationId xmlns:a16="http://schemas.microsoft.com/office/drawing/2014/main" id="{8048A4A1-A4DC-41BB-90F3-23488FB6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89" name="矩形">
            <a:extLst xmlns:a="http://schemas.openxmlformats.org/drawingml/2006/main">
              <a:ext uri="{FF2B5EF4-FFF2-40B4-BE49-F238E27FC236}">
                <a16:creationId xmlns:a16="http://schemas.microsoft.com/office/drawing/2014/main" id="{1EAC02C9-11CB-4462-B2B2-43A874410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0" name="矩形">
            <a:extLst xmlns:a="http://schemas.openxmlformats.org/drawingml/2006/main">
              <a:ext uri="{FF2B5EF4-FFF2-40B4-BE49-F238E27FC236}">
                <a16:creationId xmlns:a16="http://schemas.microsoft.com/office/drawing/2014/main" id="{FED13847-3F21-443B-A33F-A33C5597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1" name="矩形">
            <a:extLst xmlns:a="http://schemas.openxmlformats.org/drawingml/2006/main">
              <a:ext uri="{FF2B5EF4-FFF2-40B4-BE49-F238E27FC236}">
                <a16:creationId xmlns:a16="http://schemas.microsoft.com/office/drawing/2014/main" id="{173ADB5C-CD64-4AF9-85DA-C711D2ED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2" name="矩形">
            <a:extLst xmlns:a="http://schemas.openxmlformats.org/drawingml/2006/main">
              <a:ext uri="{FF2B5EF4-FFF2-40B4-BE49-F238E27FC236}">
                <a16:creationId xmlns:a16="http://schemas.microsoft.com/office/drawing/2014/main" id="{278D3EBC-DDDA-4DED-8384-FB4F2AF5F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3" name="矩形">
            <a:extLst xmlns:a="http://schemas.openxmlformats.org/drawingml/2006/main">
              <a:ext uri="{FF2B5EF4-FFF2-40B4-BE49-F238E27FC236}">
                <a16:creationId xmlns:a16="http://schemas.microsoft.com/office/drawing/2014/main" id="{99B3BFB6-8516-4528-9714-B17EF8DA4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4" name="矩形">
            <a:extLst xmlns:a="http://schemas.openxmlformats.org/drawingml/2006/main">
              <a:ext uri="{FF2B5EF4-FFF2-40B4-BE49-F238E27FC236}">
                <a16:creationId xmlns:a16="http://schemas.microsoft.com/office/drawing/2014/main" id="{9A8DB56E-4BCC-4D12-9479-4B019377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5" name="矩形">
            <a:extLst xmlns:a="http://schemas.openxmlformats.org/drawingml/2006/main">
              <a:ext uri="{FF2B5EF4-FFF2-40B4-BE49-F238E27FC236}">
                <a16:creationId xmlns:a16="http://schemas.microsoft.com/office/drawing/2014/main" id="{DB0347DA-32E8-4710-BE53-C370D14E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6" name="矩形">
            <a:extLst xmlns:a="http://schemas.openxmlformats.org/drawingml/2006/main">
              <a:ext uri="{FF2B5EF4-FFF2-40B4-BE49-F238E27FC236}">
                <a16:creationId xmlns:a16="http://schemas.microsoft.com/office/drawing/2014/main" id="{F6F74C2C-5553-426D-B548-4334D685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7" name="矩形">
            <a:extLst xmlns:a="http://schemas.openxmlformats.org/drawingml/2006/main">
              <a:ext uri="{FF2B5EF4-FFF2-40B4-BE49-F238E27FC236}">
                <a16:creationId xmlns:a16="http://schemas.microsoft.com/office/drawing/2014/main" id="{E93CB553-000F-4D33-AF6A-1545E8F1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8" name="矩形">
            <a:extLst xmlns:a="http://schemas.openxmlformats.org/drawingml/2006/main">
              <a:ext uri="{FF2B5EF4-FFF2-40B4-BE49-F238E27FC236}">
                <a16:creationId xmlns:a16="http://schemas.microsoft.com/office/drawing/2014/main" id="{5948C588-B423-42A5-9392-46366B4B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999" name="矩形">
            <a:extLst xmlns:a="http://schemas.openxmlformats.org/drawingml/2006/main">
              <a:ext uri="{FF2B5EF4-FFF2-40B4-BE49-F238E27FC236}">
                <a16:creationId xmlns:a16="http://schemas.microsoft.com/office/drawing/2014/main" id="{E1659C93-FB02-4083-ABC3-07D864AB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00" name="矩形">
            <a:extLst xmlns:a="http://schemas.openxmlformats.org/drawingml/2006/main">
              <a:ext uri="{FF2B5EF4-FFF2-40B4-BE49-F238E27FC236}">
                <a16:creationId xmlns:a16="http://schemas.microsoft.com/office/drawing/2014/main" id="{F2D0A2E4-30C9-49DF-AA38-F3007B42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01" name="矩形">
            <a:extLst xmlns:a="http://schemas.openxmlformats.org/drawingml/2006/main">
              <a:ext uri="{FF2B5EF4-FFF2-40B4-BE49-F238E27FC236}">
                <a16:creationId xmlns:a16="http://schemas.microsoft.com/office/drawing/2014/main" id="{F2D3780F-6F2B-43FD-A162-8AF082E9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02" name="矩形">
            <a:extLst xmlns:a="http://schemas.openxmlformats.org/drawingml/2006/main">
              <a:ext uri="{FF2B5EF4-FFF2-40B4-BE49-F238E27FC236}">
                <a16:creationId xmlns:a16="http://schemas.microsoft.com/office/drawing/2014/main" id="{2495C976-6530-425F-BA01-F01D37691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03" name="矩形">
            <a:extLst xmlns:a="http://schemas.openxmlformats.org/drawingml/2006/main">
              <a:ext uri="{FF2B5EF4-FFF2-40B4-BE49-F238E27FC236}">
                <a16:creationId xmlns:a16="http://schemas.microsoft.com/office/drawing/2014/main" id="{C03EA43C-5FDF-41CE-A09A-B55BA94F3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04" name="矩形">
            <a:extLst xmlns:a="http://schemas.openxmlformats.org/drawingml/2006/main">
              <a:ext uri="{FF2B5EF4-FFF2-40B4-BE49-F238E27FC236}">
                <a16:creationId xmlns:a16="http://schemas.microsoft.com/office/drawing/2014/main" id="{A3177439-76CD-4781-8ADC-EEF1581E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05" name="矩形">
            <a:extLst xmlns:a="http://schemas.openxmlformats.org/drawingml/2006/main">
              <a:ext uri="{FF2B5EF4-FFF2-40B4-BE49-F238E27FC236}">
                <a16:creationId xmlns:a16="http://schemas.microsoft.com/office/drawing/2014/main" id="{2F000901-D000-48CA-BB8D-5D7C0869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06" name="矩形">
            <a:extLst xmlns:a="http://schemas.openxmlformats.org/drawingml/2006/main">
              <a:ext uri="{FF2B5EF4-FFF2-40B4-BE49-F238E27FC236}">
                <a16:creationId xmlns:a16="http://schemas.microsoft.com/office/drawing/2014/main" id="{0AA4D668-086C-4BB2-95B2-52881FF0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007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cc4377f7a045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1008" name="矩形">
            <a:extLst xmlns:a="http://schemas.openxmlformats.org/drawingml/2006/main">
              <a:ext uri="{FF2B5EF4-FFF2-40B4-BE49-F238E27FC236}">
                <a16:creationId xmlns:a16="http://schemas.microsoft.com/office/drawing/2014/main" id="{8EF20039-09DF-4BC1-91BC-C8DACC36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09" name="Lite belief-state：把稀疏观测压缩成可解释状态">
            <a:extLst xmlns:a="http://schemas.openxmlformats.org/drawingml/2006/main">
              <a:ext uri="{FF2B5EF4-FFF2-40B4-BE49-F238E27FC236}">
                <a16:creationId xmlns:a16="http://schemas.microsoft.com/office/drawing/2014/main" id="{0D1C9411-C275-4234-AA0D-ED91936A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Lite belief-state：把稀疏观测压缩成可解释状态</a:t>
            </a:r>
          </a:p>
        </p:txBody>
      </p:sp>
      <p:sp>
        <p:nvSpPr>
          <p:cNvPr id="1010" name="矩形">
            <a:extLst xmlns:a="http://schemas.openxmlformats.org/drawingml/2006/main">
              <a:ext uri="{FF2B5EF4-FFF2-40B4-BE49-F238E27FC236}">
                <a16:creationId xmlns:a16="http://schemas.microsoft.com/office/drawing/2014/main" id="{7718804E-E046-42A3-9793-C8401325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11" name="RUNTIME STATE">
            <a:extLst xmlns:a="http://schemas.openxmlformats.org/drawingml/2006/main">
              <a:ext uri="{FF2B5EF4-FFF2-40B4-BE49-F238E27FC236}">
                <a16:creationId xmlns:a16="http://schemas.microsoft.com/office/drawing/2014/main" id="{7C13A58B-14E9-4DFE-8D5D-A0E8B5C1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RUNTIME STATE</a:t>
            </a:r>
          </a:p>
        </p:txBody>
      </p:sp>
      <p:sp>
        <p:nvSpPr>
          <p:cNvPr id="1012" name="矩形">
            <a:extLst xmlns:a="http://schemas.openxmlformats.org/drawingml/2006/main">
              <a:ext uri="{FF2B5EF4-FFF2-40B4-BE49-F238E27FC236}">
                <a16:creationId xmlns:a16="http://schemas.microsoft.com/office/drawing/2014/main" id="{9553677C-5C62-4530-B772-EEEDAA75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14" name="圆角矩形 985">
            <a:extLst xmlns:a="http://schemas.openxmlformats.org/drawingml/2006/main">
              <a:ext uri="{FF2B5EF4-FFF2-40B4-BE49-F238E27FC236}">
                <a16:creationId xmlns:a16="http://schemas.microsoft.com/office/drawing/2014/main" id="{012E3315-7E5D-433D-96FF-B99140B2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233362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15" name="矩形">
            <a:extLst xmlns:a="http://schemas.openxmlformats.org/drawingml/2006/main">
              <a:ext uri="{FF2B5EF4-FFF2-40B4-BE49-F238E27FC236}">
                <a16:creationId xmlns:a16="http://schemas.microsoft.com/office/drawing/2014/main" id="{4B552932-9A0A-4C34-80E7-2AE39EA8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90622"/>
            <a:ext cx="1990725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16" name="StepResult">
            <a:extLst xmlns:a="http://schemas.openxmlformats.org/drawingml/2006/main">
              <a:ext uri="{FF2B5EF4-FFF2-40B4-BE49-F238E27FC236}">
                <a16:creationId xmlns:a16="http://schemas.microsoft.com/office/drawing/2014/main" id="{82A21FBA-2EF9-4365-90C6-25CD2D9D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90624"/>
            <a:ext cx="19907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StepResult</a:t>
            </a:r>
          </a:p>
        </p:txBody>
      </p:sp>
      <p:sp>
        <p:nvSpPr>
          <p:cNvPr id="1017" name="矩形">
            <a:extLst xmlns:a="http://schemas.openxmlformats.org/drawingml/2006/main">
              <a:ext uri="{FF2B5EF4-FFF2-40B4-BE49-F238E27FC236}">
                <a16:creationId xmlns:a16="http://schemas.microsoft.com/office/drawing/2014/main" id="{B8730F48-F131-4C6E-B793-FF1685A42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19224"/>
            <a:ext cx="1990725" cy="247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18" name="outputs / metrics / errors">
            <a:extLst xmlns:a="http://schemas.openxmlformats.org/drawingml/2006/main">
              <a:ext uri="{FF2B5EF4-FFF2-40B4-BE49-F238E27FC236}">
                <a16:creationId xmlns:a16="http://schemas.microsoft.com/office/drawing/2014/main" id="{9B4FF90B-4906-4D63-A257-2895EFBF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19222"/>
            <a:ext cx="199072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outputs / metrics / errors</a:t>
            </a:r>
          </a:p>
        </p:txBody>
      </p:sp>
      <p:sp>
        <p:nvSpPr>
          <p:cNvPr id="1019" name="矩形">
            <a:extLst xmlns:a="http://schemas.openxmlformats.org/drawingml/2006/main">
              <a:ext uri="{FF2B5EF4-FFF2-40B4-BE49-F238E27FC236}">
                <a16:creationId xmlns:a16="http://schemas.microsoft.com/office/drawing/2014/main" id="{F4B8BEB0-A5C3-4D41-89A1-F0906A80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382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20" name="→">
            <a:extLst xmlns:a="http://schemas.openxmlformats.org/drawingml/2006/main">
              <a:ext uri="{FF2B5EF4-FFF2-40B4-BE49-F238E27FC236}">
                <a16:creationId xmlns:a16="http://schemas.microsoft.com/office/drawing/2014/main" id="{B9DA5911-6EAD-452E-A424-A40DED67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238250"/>
            <a:ext cx="2667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1021" name="圆角矩形 989">
            <a:extLst xmlns:a="http://schemas.openxmlformats.org/drawingml/2006/main">
              <a:ext uri="{FF2B5EF4-FFF2-40B4-BE49-F238E27FC236}">
                <a16:creationId xmlns:a16="http://schemas.microsoft.com/office/drawing/2014/main" id="{C39404B6-C198-4525-885B-38649E12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233362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22" name="矩形">
            <a:extLst xmlns:a="http://schemas.openxmlformats.org/drawingml/2006/main">
              <a:ext uri="{FF2B5EF4-FFF2-40B4-BE49-F238E27FC236}">
                <a16:creationId xmlns:a16="http://schemas.microsoft.com/office/drawing/2014/main" id="{0AAE007F-4411-4A19-AA92-30BBAB9C7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71673"/>
            <a:ext cx="1990725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23" name="SafetyResult">
            <a:extLst xmlns:a="http://schemas.openxmlformats.org/drawingml/2006/main">
              <a:ext uri="{FF2B5EF4-FFF2-40B4-BE49-F238E27FC236}">
                <a16:creationId xmlns:a16="http://schemas.microsoft.com/office/drawing/2014/main" id="{6F63B267-3FD6-4471-9867-4C1947AC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71674"/>
            <a:ext cx="19907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SafetyResult</a:t>
            </a:r>
          </a:p>
        </p:txBody>
      </p:sp>
      <p:sp>
        <p:nvSpPr>
          <p:cNvPr id="1024" name="矩形">
            <a:extLst xmlns:a="http://schemas.openxmlformats.org/drawingml/2006/main">
              <a:ext uri="{FF2B5EF4-FFF2-40B4-BE49-F238E27FC236}">
                <a16:creationId xmlns:a16="http://schemas.microsoft.com/office/drawing/2014/main" id="{3BC991CC-27EE-4BC4-9080-76727478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0274"/>
            <a:ext cx="1990725" cy="247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25" name="risk_flags / action">
            <a:extLst xmlns:a="http://schemas.openxmlformats.org/drawingml/2006/main">
              <a:ext uri="{FF2B5EF4-FFF2-40B4-BE49-F238E27FC236}">
                <a16:creationId xmlns:a16="http://schemas.microsoft.com/office/drawing/2014/main" id="{5E80232F-417C-4F90-9D02-01254805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0273"/>
            <a:ext cx="199072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risk_flags / action</a:t>
            </a:r>
          </a:p>
        </p:txBody>
      </p:sp>
      <p:sp>
        <p:nvSpPr>
          <p:cNvPr id="1026" name="矩形">
            <a:extLst xmlns:a="http://schemas.openxmlformats.org/drawingml/2006/main">
              <a:ext uri="{FF2B5EF4-FFF2-40B4-BE49-F238E27FC236}">
                <a16:creationId xmlns:a16="http://schemas.microsoft.com/office/drawing/2014/main" id="{23EEFFD2-ECA5-4DF1-8AC9-C6EA55BA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193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27" name="→">
            <a:extLst xmlns:a="http://schemas.openxmlformats.org/drawingml/2006/main">
              <a:ext uri="{FF2B5EF4-FFF2-40B4-BE49-F238E27FC236}">
                <a16:creationId xmlns:a16="http://schemas.microsoft.com/office/drawing/2014/main" id="{59D6A0BF-4AE2-414C-9A5C-D17D3ABE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19300"/>
            <a:ext cx="2667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1028" name="圆角矩形 993">
            <a:extLst xmlns:a="http://schemas.openxmlformats.org/drawingml/2006/main">
              <a:ext uri="{FF2B5EF4-FFF2-40B4-BE49-F238E27FC236}">
                <a16:creationId xmlns:a16="http://schemas.microsoft.com/office/drawing/2014/main" id="{E15CB30E-172D-4F83-BE9D-26AD6DCA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33362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29" name="矩形">
            <a:extLst xmlns:a="http://schemas.openxmlformats.org/drawingml/2006/main">
              <a:ext uri="{FF2B5EF4-FFF2-40B4-BE49-F238E27FC236}">
                <a16:creationId xmlns:a16="http://schemas.microsoft.com/office/drawing/2014/main" id="{0A4340AF-AF83-4C54-A6E9-23800809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52723"/>
            <a:ext cx="1990725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30" name="failure context">
            <a:extLst xmlns:a="http://schemas.openxmlformats.org/drawingml/2006/main">
              <a:ext uri="{FF2B5EF4-FFF2-40B4-BE49-F238E27FC236}">
                <a16:creationId xmlns:a16="http://schemas.microsoft.com/office/drawing/2014/main" id="{C627135E-05C5-4FC5-A465-A4640070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52724"/>
            <a:ext cx="19907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failure context</a:t>
            </a:r>
          </a:p>
        </p:txBody>
      </p:sp>
      <p:sp>
        <p:nvSpPr>
          <p:cNvPr id="1031" name="矩形">
            <a:extLst xmlns:a="http://schemas.openxmlformats.org/drawingml/2006/main">
              <a:ext uri="{FF2B5EF4-FFF2-40B4-BE49-F238E27FC236}">
                <a16:creationId xmlns:a16="http://schemas.microsoft.com/office/drawing/2014/main" id="{831A2728-94EE-4502-BDA7-6665B570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81324"/>
            <a:ext cx="1990725" cy="247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32" name="patch / replan history">
            <a:extLst xmlns:a="http://schemas.openxmlformats.org/drawingml/2006/main">
              <a:ext uri="{FF2B5EF4-FFF2-40B4-BE49-F238E27FC236}">
                <a16:creationId xmlns:a16="http://schemas.microsoft.com/office/drawing/2014/main" id="{4877671E-53A0-4102-8040-92BE7D41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81323"/>
            <a:ext cx="199072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patch / replan history</a:t>
            </a:r>
          </a:p>
        </p:txBody>
      </p:sp>
      <p:sp>
        <p:nvSpPr>
          <p:cNvPr id="1033" name="矩形">
            <a:extLst xmlns:a="http://schemas.openxmlformats.org/drawingml/2006/main">
              <a:ext uri="{FF2B5EF4-FFF2-40B4-BE49-F238E27FC236}">
                <a16:creationId xmlns:a16="http://schemas.microsoft.com/office/drawing/2014/main" id="{42E6E758-0A1B-4DFD-9434-93FAE07E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003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34" name="→">
            <a:extLst xmlns:a="http://schemas.openxmlformats.org/drawingml/2006/main">
              <a:ext uri="{FF2B5EF4-FFF2-40B4-BE49-F238E27FC236}">
                <a16:creationId xmlns:a16="http://schemas.microsoft.com/office/drawing/2014/main" id="{A9FCCD6E-EC3F-4DA9-99AF-E03907D9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00350"/>
            <a:ext cx="2667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1035" name="圆角矩形 997">
            <a:extLst xmlns:a="http://schemas.openxmlformats.org/drawingml/2006/main">
              <a:ext uri="{FF2B5EF4-FFF2-40B4-BE49-F238E27FC236}">
                <a16:creationId xmlns:a16="http://schemas.microsoft.com/office/drawing/2014/main" id="{FB94A64D-151C-45E0-ADEA-1A49A08F2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233362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36" name="矩形">
            <a:extLst xmlns:a="http://schemas.openxmlformats.org/drawingml/2006/main">
              <a:ext uri="{FF2B5EF4-FFF2-40B4-BE49-F238E27FC236}">
                <a16:creationId xmlns:a16="http://schemas.microsoft.com/office/drawing/2014/main" id="{113A27D1-E31A-4356-A153-A4952E79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33773"/>
            <a:ext cx="1990725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37" name="budget &amp; progress">
            <a:extLst xmlns:a="http://schemas.openxmlformats.org/drawingml/2006/main">
              <a:ext uri="{FF2B5EF4-FFF2-40B4-BE49-F238E27FC236}">
                <a16:creationId xmlns:a16="http://schemas.microsoft.com/office/drawing/2014/main" id="{ADB1314F-A8B0-4B3D-B619-4C528627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33773"/>
            <a:ext cx="19907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budget &amp; progress</a:t>
            </a:r>
          </a:p>
        </p:txBody>
      </p:sp>
      <p:sp>
        <p:nvSpPr>
          <p:cNvPr id="1038" name="矩形">
            <a:extLst xmlns:a="http://schemas.openxmlformats.org/drawingml/2006/main">
              <a:ext uri="{FF2B5EF4-FFF2-40B4-BE49-F238E27FC236}">
                <a16:creationId xmlns:a16="http://schemas.microsoft.com/office/drawing/2014/main" id="{D9260BAC-5CA2-4E2D-8F3A-05CAB5DD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62373"/>
            <a:ext cx="1990725" cy="247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39" name="remaining suffix">
            <a:extLst xmlns:a="http://schemas.openxmlformats.org/drawingml/2006/main">
              <a:ext uri="{FF2B5EF4-FFF2-40B4-BE49-F238E27FC236}">
                <a16:creationId xmlns:a16="http://schemas.microsoft.com/office/drawing/2014/main" id="{484F6484-D08D-4703-908D-ECFAF2C1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62373"/>
            <a:ext cx="199072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remaining suffix</a:t>
            </a:r>
          </a:p>
        </p:txBody>
      </p:sp>
      <p:sp>
        <p:nvSpPr>
          <p:cNvPr id="1040" name="矩形">
            <a:extLst xmlns:a="http://schemas.openxmlformats.org/drawingml/2006/main">
              <a:ext uri="{FF2B5EF4-FFF2-40B4-BE49-F238E27FC236}">
                <a16:creationId xmlns:a16="http://schemas.microsoft.com/office/drawing/2014/main" id="{7C5C9E0D-D034-4782-88E4-929CD249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814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41" name="→">
            <a:extLst xmlns:a="http://schemas.openxmlformats.org/drawingml/2006/main">
              <a:ext uri="{FF2B5EF4-FFF2-40B4-BE49-F238E27FC236}">
                <a16:creationId xmlns:a16="http://schemas.microsoft.com/office/drawing/2014/main" id="{998D5CD5-3A6D-4AB6-840B-10D434DB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81400"/>
            <a:ext cx="2667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1042" name="圆角矩形 1001">
            <a:extLst xmlns:a="http://schemas.openxmlformats.org/drawingml/2006/main">
              <a:ext uri="{FF2B5EF4-FFF2-40B4-BE49-F238E27FC236}">
                <a16:creationId xmlns:a16="http://schemas.microsoft.com/office/drawing/2014/main" id="{40D56424-C842-4D9B-A418-49257058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2333625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43" name="矩形">
            <a:extLst xmlns:a="http://schemas.openxmlformats.org/drawingml/2006/main">
              <a:ext uri="{FF2B5EF4-FFF2-40B4-BE49-F238E27FC236}">
                <a16:creationId xmlns:a16="http://schemas.microsoft.com/office/drawing/2014/main" id="{5936CC45-D100-420D-868E-B23EB199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14823"/>
            <a:ext cx="1990725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44" name="HITL Decision">
            <a:extLst xmlns:a="http://schemas.openxmlformats.org/drawingml/2006/main">
              <a:ext uri="{FF2B5EF4-FFF2-40B4-BE49-F238E27FC236}">
                <a16:creationId xmlns:a16="http://schemas.microsoft.com/office/drawing/2014/main" id="{5424BFD4-994D-4B65-A8F5-F88E65F3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14823"/>
            <a:ext cx="1990725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HITL Decision</a:t>
            </a:r>
          </a:p>
        </p:txBody>
      </p:sp>
      <p:sp>
        <p:nvSpPr>
          <p:cNvPr id="1045" name="矩形">
            <a:extLst xmlns:a="http://schemas.openxmlformats.org/drawingml/2006/main">
              <a:ext uri="{FF2B5EF4-FFF2-40B4-BE49-F238E27FC236}">
                <a16:creationId xmlns:a16="http://schemas.microsoft.com/office/drawing/2014/main" id="{2A087C1F-FB2E-44B6-ACC2-11A424D1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3"/>
            <a:ext cx="1990725" cy="247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46" name="accepted candidate">
            <a:extLst xmlns:a="http://schemas.openxmlformats.org/drawingml/2006/main">
              <a:ext uri="{FF2B5EF4-FFF2-40B4-BE49-F238E27FC236}">
                <a16:creationId xmlns:a16="http://schemas.microsoft.com/office/drawing/2014/main" id="{788B79F5-4F4C-443C-AFD4-0D79C2F7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3"/>
            <a:ext cx="199072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accepted candidate</a:t>
            </a:r>
          </a:p>
        </p:txBody>
      </p:sp>
      <p:sp>
        <p:nvSpPr>
          <p:cNvPr id="1047" name="矩形">
            <a:extLst xmlns:a="http://schemas.openxmlformats.org/drawingml/2006/main">
              <a:ext uri="{FF2B5EF4-FFF2-40B4-BE49-F238E27FC236}">
                <a16:creationId xmlns:a16="http://schemas.microsoft.com/office/drawing/2014/main" id="{DF849B7E-7495-4A2D-8F28-E3FCA9C7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62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48" name="→">
            <a:extLst xmlns:a="http://schemas.openxmlformats.org/drawingml/2006/main">
              <a:ext uri="{FF2B5EF4-FFF2-40B4-BE49-F238E27FC236}">
                <a16:creationId xmlns:a16="http://schemas.microsoft.com/office/drawing/2014/main" id="{B1734484-CFCF-4C56-A744-C63A6DB16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362450"/>
            <a:ext cx="266700" cy="22195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9DC3E6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→</a:t>
            </a:r>
          </a:p>
        </p:txBody>
      </p:sp>
      <p:sp>
        <p:nvSpPr>
          <p:cNvPr id="1049" name="圆角矩形 1005">
            <a:extLst xmlns:a="http://schemas.openxmlformats.org/drawingml/2006/main">
              <a:ext uri="{FF2B5EF4-FFF2-40B4-BE49-F238E27FC236}">
                <a16:creationId xmlns:a16="http://schemas.microsoft.com/office/drawing/2014/main" id="{C67548EB-6EDF-4C97-BFED-71D0837D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19250"/>
            <a:ext cx="2333625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0052A5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50" name="矩形">
            <a:extLst xmlns:a="http://schemas.openxmlformats.org/drawingml/2006/main">
              <a:ext uri="{FF2B5EF4-FFF2-40B4-BE49-F238E27FC236}">
                <a16:creationId xmlns:a16="http://schemas.microsoft.com/office/drawing/2014/main" id="{B9433D87-1CE6-448F-A865-E0897BEC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752600"/>
            <a:ext cx="1990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51" name="Lite belief-state">
            <a:extLst xmlns:a="http://schemas.openxmlformats.org/drawingml/2006/main">
              <a:ext uri="{FF2B5EF4-FFF2-40B4-BE49-F238E27FC236}">
                <a16:creationId xmlns:a16="http://schemas.microsoft.com/office/drawing/2014/main" id="{9046A01F-0752-4622-A5E0-CD317B61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752600"/>
            <a:ext cx="1990725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Lite belief-state</a:t>
            </a:r>
          </a:p>
        </p:txBody>
      </p:sp>
      <p:sp>
        <p:nvSpPr>
          <p:cNvPr id="1052" name="矩形">
            <a:extLst xmlns:a="http://schemas.openxmlformats.org/drawingml/2006/main">
              <a:ext uri="{FF2B5EF4-FFF2-40B4-BE49-F238E27FC236}">
                <a16:creationId xmlns:a16="http://schemas.microsoft.com/office/drawing/2014/main" id="{728BBDA6-4199-40D2-9570-FADF5D7A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57399"/>
            <a:ext cx="1990725" cy="1771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53" name="x_t = [s, f, r, c, e]…">
            <a:extLst xmlns:a="http://schemas.openxmlformats.org/drawingml/2006/main">
              <a:ext uri="{FF2B5EF4-FFF2-40B4-BE49-F238E27FC236}">
                <a16:creationId xmlns:a16="http://schemas.microsoft.com/office/drawing/2014/main" id="{7CE941C1-7CA2-433F-9CB2-D775C16B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057398"/>
            <a:ext cx="1990725" cy="1219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x_t = [s, f, r, c, e]</a:t>
            </a:r>
          </a:p>
          <a:p xmlns:a="http://schemas.openxmlformats.org/drawingml/2006/main">
            <a:pPr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可解释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可序列化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可进入 Snapshot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t>可在实验中观察</a:t>
            </a:r>
          </a:p>
        </p:txBody>
      </p:sp>
      <p:sp>
        <p:nvSpPr>
          <p:cNvPr id="1054" name="圆角矩形 1008">
            <a:extLst xmlns:a="http://schemas.openxmlformats.org/drawingml/2006/main">
              <a:ext uri="{FF2B5EF4-FFF2-40B4-BE49-F238E27FC236}">
                <a16:creationId xmlns:a16="http://schemas.microsoft.com/office/drawing/2014/main" id="{D401076B-023C-44F8-BBA0-AE21A9A8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104900"/>
            <a:ext cx="4095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55" name="矩形">
            <a:extLst xmlns:a="http://schemas.openxmlformats.org/drawingml/2006/main">
              <a:ext uri="{FF2B5EF4-FFF2-40B4-BE49-F238E27FC236}">
                <a16:creationId xmlns:a16="http://schemas.microsoft.com/office/drawing/2014/main" id="{16D1B811-3046-49AF-9601-99A8C096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295399"/>
            <a:ext cx="1952625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56" name="p_success">
            <a:extLst xmlns:a="http://schemas.openxmlformats.org/drawingml/2006/main">
              <a:ext uri="{FF2B5EF4-FFF2-40B4-BE49-F238E27FC236}">
                <a16:creationId xmlns:a16="http://schemas.microsoft.com/office/drawing/2014/main" id="{98C84707-3DD0-4301-BC4E-3F6FBA83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295397"/>
            <a:ext cx="1952625" cy="14783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p_success</a:t>
            </a:r>
          </a:p>
        </p:txBody>
      </p:sp>
      <p:sp>
        <p:nvSpPr>
          <p:cNvPr id="1057" name="矩形">
            <a:extLst xmlns:a="http://schemas.openxmlformats.org/drawingml/2006/main">
              <a:ext uri="{FF2B5EF4-FFF2-40B4-BE49-F238E27FC236}">
                <a16:creationId xmlns:a16="http://schemas.microsoft.com/office/drawing/2014/main" id="{EAD00874-A055-41CA-A753-C40DA624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295399"/>
            <a:ext cx="1666875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58" name="完成任务的代理概率">
            <a:extLst xmlns:a="http://schemas.openxmlformats.org/drawingml/2006/main">
              <a:ext uri="{FF2B5EF4-FFF2-40B4-BE49-F238E27FC236}">
                <a16:creationId xmlns:a16="http://schemas.microsoft.com/office/drawing/2014/main" id="{D95E5561-1698-479D-8174-B48A9B883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295397"/>
            <a:ext cx="166687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完成任务的代理概率</a:t>
            </a:r>
          </a:p>
        </p:txBody>
      </p:sp>
      <p:sp>
        <p:nvSpPr>
          <p:cNvPr id="1059" name="圆角矩形 1011">
            <a:extLst xmlns:a="http://schemas.openxmlformats.org/drawingml/2006/main">
              <a:ext uri="{FF2B5EF4-FFF2-40B4-BE49-F238E27FC236}">
                <a16:creationId xmlns:a16="http://schemas.microsoft.com/office/drawing/2014/main" id="{30A30A3F-5B77-42C7-B627-46D1781E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85950"/>
            <a:ext cx="4095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60" name="矩形">
            <a:extLst xmlns:a="http://schemas.openxmlformats.org/drawingml/2006/main">
              <a:ext uri="{FF2B5EF4-FFF2-40B4-BE49-F238E27FC236}">
                <a16:creationId xmlns:a16="http://schemas.microsoft.com/office/drawing/2014/main" id="{DC53F4D0-ABE8-4B91-8C18-E72792B7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76449"/>
            <a:ext cx="1952625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61" name="p_structural_failure">
            <a:extLst xmlns:a="http://schemas.openxmlformats.org/drawingml/2006/main">
              <a:ext uri="{FF2B5EF4-FFF2-40B4-BE49-F238E27FC236}">
                <a16:creationId xmlns:a16="http://schemas.microsoft.com/office/drawing/2014/main" id="{D3611792-6049-4930-971C-06B1BDF5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76448"/>
            <a:ext cx="1952625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p_structural_failure</a:t>
            </a:r>
          </a:p>
        </p:txBody>
      </p:sp>
      <p:sp>
        <p:nvSpPr>
          <p:cNvPr id="1062" name="矩形">
            <a:extLst xmlns:a="http://schemas.openxmlformats.org/drawingml/2006/main">
              <a:ext uri="{FF2B5EF4-FFF2-40B4-BE49-F238E27FC236}">
                <a16:creationId xmlns:a16="http://schemas.microsoft.com/office/drawing/2014/main" id="{2E2FC87F-29F4-4F0F-B4E0-F224699C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076449"/>
            <a:ext cx="1666875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63" name="结构性失败压力">
            <a:extLst xmlns:a="http://schemas.openxmlformats.org/drawingml/2006/main">
              <a:ext uri="{FF2B5EF4-FFF2-40B4-BE49-F238E27FC236}">
                <a16:creationId xmlns:a16="http://schemas.microsoft.com/office/drawing/2014/main" id="{AD3F2402-EC0C-4DA6-B32E-5B892CC1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076448"/>
            <a:ext cx="166687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结构性失败压力</a:t>
            </a:r>
          </a:p>
        </p:txBody>
      </p:sp>
      <p:sp>
        <p:nvSpPr>
          <p:cNvPr id="1064" name="圆角矩形 1014">
            <a:extLst xmlns:a="http://schemas.openxmlformats.org/drawingml/2006/main">
              <a:ext uri="{FF2B5EF4-FFF2-40B4-BE49-F238E27FC236}">
                <a16:creationId xmlns:a16="http://schemas.microsoft.com/office/drawing/2014/main" id="{DA22659F-1515-48C5-95BB-C4B70F3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4095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65" name="矩形">
            <a:extLst xmlns:a="http://schemas.openxmlformats.org/drawingml/2006/main">
              <a:ext uri="{FF2B5EF4-FFF2-40B4-BE49-F238E27FC236}">
                <a16:creationId xmlns:a16="http://schemas.microsoft.com/office/drawing/2014/main" id="{80587D28-21AF-40DD-B77F-48972510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499"/>
            <a:ext cx="1952625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66" name="recovery_margin">
            <a:extLst xmlns:a="http://schemas.openxmlformats.org/drawingml/2006/main">
              <a:ext uri="{FF2B5EF4-FFF2-40B4-BE49-F238E27FC236}">
                <a16:creationId xmlns:a16="http://schemas.microsoft.com/office/drawing/2014/main" id="{85B56045-F5A4-4449-AF2F-C0B90CB7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498"/>
            <a:ext cx="1952625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recovery_margin</a:t>
            </a:r>
          </a:p>
        </p:txBody>
      </p:sp>
      <p:sp>
        <p:nvSpPr>
          <p:cNvPr id="1067" name="矩形">
            <a:extLst xmlns:a="http://schemas.openxmlformats.org/drawingml/2006/main">
              <a:ext uri="{FF2B5EF4-FFF2-40B4-BE49-F238E27FC236}">
                <a16:creationId xmlns:a16="http://schemas.microsoft.com/office/drawing/2014/main" id="{092C3EA1-5C68-42ED-B095-85D75A82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857499"/>
            <a:ext cx="1666875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68" name="保留前缀继续恢复的余量">
            <a:extLst xmlns:a="http://schemas.openxmlformats.org/drawingml/2006/main">
              <a:ext uri="{FF2B5EF4-FFF2-40B4-BE49-F238E27FC236}">
                <a16:creationId xmlns:a16="http://schemas.microsoft.com/office/drawing/2014/main" id="{05BB5C62-9497-4DFA-8705-51C5DE774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857498"/>
            <a:ext cx="166687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保留前缀继续恢复的余量</a:t>
            </a:r>
          </a:p>
        </p:txBody>
      </p:sp>
      <p:sp>
        <p:nvSpPr>
          <p:cNvPr id="1069" name="圆角矩形 1017">
            <a:extLst xmlns:a="http://schemas.openxmlformats.org/drawingml/2006/main">
              <a:ext uri="{FF2B5EF4-FFF2-40B4-BE49-F238E27FC236}">
                <a16:creationId xmlns:a16="http://schemas.microsoft.com/office/drawing/2014/main" id="{E143F4A1-EFB9-4D22-B07B-2CB3A43D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48050"/>
            <a:ext cx="4095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70" name="矩形">
            <a:extLst xmlns:a="http://schemas.openxmlformats.org/drawingml/2006/main">
              <a:ext uri="{FF2B5EF4-FFF2-40B4-BE49-F238E27FC236}">
                <a16:creationId xmlns:a16="http://schemas.microsoft.com/office/drawing/2014/main" id="{51EF9399-3E07-468A-BBCE-1FFEB547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38548"/>
            <a:ext cx="1952625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71" name="expected_remaining_cost">
            <a:extLst xmlns:a="http://schemas.openxmlformats.org/drawingml/2006/main">
              <a:ext uri="{FF2B5EF4-FFF2-40B4-BE49-F238E27FC236}">
                <a16:creationId xmlns:a16="http://schemas.microsoft.com/office/drawing/2014/main" id="{AD93E146-4721-4D76-BA55-AFFABCD1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38548"/>
            <a:ext cx="1952625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expected_remaining_cost</a:t>
            </a:r>
          </a:p>
        </p:txBody>
      </p:sp>
      <p:sp>
        <p:nvSpPr>
          <p:cNvPr id="1072" name="矩形">
            <a:extLst xmlns:a="http://schemas.openxmlformats.org/drawingml/2006/main">
              <a:ext uri="{FF2B5EF4-FFF2-40B4-BE49-F238E27FC236}">
                <a16:creationId xmlns:a16="http://schemas.microsoft.com/office/drawing/2014/main" id="{617A11E0-5D00-4D3C-BA82-E1F01D61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638548"/>
            <a:ext cx="1666875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73" name="预期剩余成本">
            <a:extLst xmlns:a="http://schemas.openxmlformats.org/drawingml/2006/main">
              <a:ext uri="{FF2B5EF4-FFF2-40B4-BE49-F238E27FC236}">
                <a16:creationId xmlns:a16="http://schemas.microsoft.com/office/drawing/2014/main" id="{DE987A6C-8C65-4601-8D93-E0ADD7E6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638548"/>
            <a:ext cx="166687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预期剩余成本</a:t>
            </a:r>
          </a:p>
        </p:txBody>
      </p:sp>
      <p:sp>
        <p:nvSpPr>
          <p:cNvPr id="1074" name="圆角矩形 1020">
            <a:extLst xmlns:a="http://schemas.openxmlformats.org/drawingml/2006/main">
              <a:ext uri="{FF2B5EF4-FFF2-40B4-BE49-F238E27FC236}">
                <a16:creationId xmlns:a16="http://schemas.microsoft.com/office/drawing/2014/main" id="{A21E3BB5-07A6-4BEC-9CEF-DE2B37CD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29100"/>
            <a:ext cx="4095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075" name="矩形">
            <a:extLst xmlns:a="http://schemas.openxmlformats.org/drawingml/2006/main">
              <a:ext uri="{FF2B5EF4-FFF2-40B4-BE49-F238E27FC236}">
                <a16:creationId xmlns:a16="http://schemas.microsoft.com/office/drawing/2014/main" id="{71F0B3C9-1D52-415C-BE3B-912A3C1F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19598"/>
            <a:ext cx="1952625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076" name="evidence_sufficiency">
            <a:extLst xmlns:a="http://schemas.openxmlformats.org/drawingml/2006/main">
              <a:ext uri="{FF2B5EF4-FFF2-40B4-BE49-F238E27FC236}">
                <a16:creationId xmlns:a16="http://schemas.microsoft.com/office/drawing/2014/main" id="{34987AFC-BD89-48A8-AABD-82042EB2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19598"/>
            <a:ext cx="1952625" cy="14783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evidence_sufficiency</a:t>
            </a:r>
          </a:p>
        </p:txBody>
      </p:sp>
      <p:sp>
        <p:nvSpPr>
          <p:cNvPr id="1077" name="矩形">
            <a:extLst xmlns:a="http://schemas.openxmlformats.org/drawingml/2006/main">
              <a:ext uri="{FF2B5EF4-FFF2-40B4-BE49-F238E27FC236}">
                <a16:creationId xmlns:a16="http://schemas.microsoft.com/office/drawing/2014/main" id="{1CB428CF-D764-4C73-86A0-2BC17D02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19598"/>
            <a:ext cx="1666875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78" name="证据是否足以进入高代价步骤">
            <a:extLst xmlns:a="http://schemas.openxmlformats.org/drawingml/2006/main">
              <a:ext uri="{FF2B5EF4-FFF2-40B4-BE49-F238E27FC236}">
                <a16:creationId xmlns:a16="http://schemas.microsoft.com/office/drawing/2014/main" id="{4F784520-34EA-481A-AF14-AFC0F467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19598"/>
            <a:ext cx="1666875" cy="1397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证据是否足以进入高代价步骤</a:t>
            </a:r>
          </a:p>
        </p:txBody>
      </p:sp>
      <p:sp>
        <p:nvSpPr>
          <p:cNvPr id="1079" name="矩形">
            <a:extLst xmlns:a="http://schemas.openxmlformats.org/drawingml/2006/main">
              <a:ext uri="{FF2B5EF4-FFF2-40B4-BE49-F238E27FC236}">
                <a16:creationId xmlns:a16="http://schemas.microsoft.com/office/drawing/2014/main" id="{B6856535-61F5-4084-8BE3-BFD628CF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14948"/>
            <a:ext cx="9048750" cy="3238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080" name="当前实现采用确定性更新规则表：成功提高 s/r，失败提高 f/c，safety block 作为强负证据。">
            <a:extLst xmlns:a="http://schemas.openxmlformats.org/drawingml/2006/main">
              <a:ext uri="{FF2B5EF4-FFF2-40B4-BE49-F238E27FC236}">
                <a16:creationId xmlns:a16="http://schemas.microsoft.com/office/drawing/2014/main" id="{4964151F-CBE8-47AE-B0D0-F55B90ED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14948"/>
            <a:ext cx="9048750" cy="215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2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当前实现采用确定性更新规则表：成功提高 s/r，失败提高 f/c，safety block 作为强负证据。</a:t>
            </a:r>
          </a:p>
        </p:txBody>
      </p:sp>
      <p:sp>
        <p:nvSpPr>
          <p:cNvPr id="1084" name="">
            <a:extLst xmlns:a="http://schemas.openxmlformats.org/drawingml/2006/main">
              <a:ext uri="{FF2B5EF4-FFF2-40B4-BE49-F238E27FC236}">
                <a16:creationId xmlns:a16="http://schemas.microsoft.com/office/drawing/2014/main" id="{1F903056-553C-4A40-ACD7-7B11F1EE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910855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82" name="矩形">
            <a:extLst xmlns:a="http://schemas.openxmlformats.org/drawingml/2006/main">
              <a:ext uri="{FF2B5EF4-FFF2-40B4-BE49-F238E27FC236}">
                <a16:creationId xmlns:a16="http://schemas.microsoft.com/office/drawing/2014/main" id="{D2D86C93-3998-4B84-9BDA-95D70548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083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fc83dff7944b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1084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faeef818d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1085" name="矩形">
            <a:extLst xmlns:a="http://schemas.openxmlformats.org/drawingml/2006/main">
              <a:ext uri="{FF2B5EF4-FFF2-40B4-BE49-F238E27FC236}">
                <a16:creationId xmlns:a16="http://schemas.microsoft.com/office/drawing/2014/main" id="{0FD63136-1C7E-4F9E-A51C-3DBE000D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86" name="矩形">
            <a:extLst xmlns:a="http://schemas.openxmlformats.org/drawingml/2006/main">
              <a:ext uri="{FF2B5EF4-FFF2-40B4-BE49-F238E27FC236}">
                <a16:creationId xmlns:a16="http://schemas.microsoft.com/office/drawing/2014/main" id="{302066C8-E9C1-489D-9F9D-A63B3309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87" name="矩形">
            <a:extLst xmlns:a="http://schemas.openxmlformats.org/drawingml/2006/main">
              <a:ext uri="{FF2B5EF4-FFF2-40B4-BE49-F238E27FC236}">
                <a16:creationId xmlns:a16="http://schemas.microsoft.com/office/drawing/2014/main" id="{F2400FD7-065E-42D4-A40E-57DA6CFC2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88" name="矩形">
            <a:extLst xmlns:a="http://schemas.openxmlformats.org/drawingml/2006/main">
              <a:ext uri="{FF2B5EF4-FFF2-40B4-BE49-F238E27FC236}">
                <a16:creationId xmlns:a16="http://schemas.microsoft.com/office/drawing/2014/main" id="{730CEC92-098E-4044-A451-EBE4093D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89" name="矩形">
            <a:extLst xmlns:a="http://schemas.openxmlformats.org/drawingml/2006/main">
              <a:ext uri="{FF2B5EF4-FFF2-40B4-BE49-F238E27FC236}">
                <a16:creationId xmlns:a16="http://schemas.microsoft.com/office/drawing/2014/main" id="{7A398ECA-8D57-4A06-9A9A-4E228D20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0" name="矩形">
            <a:extLst xmlns:a="http://schemas.openxmlformats.org/drawingml/2006/main">
              <a:ext uri="{FF2B5EF4-FFF2-40B4-BE49-F238E27FC236}">
                <a16:creationId xmlns:a16="http://schemas.microsoft.com/office/drawing/2014/main" id="{BFFFDEA4-DF2F-4DAE-AC94-EBADD147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1" name="矩形">
            <a:extLst xmlns:a="http://schemas.openxmlformats.org/drawingml/2006/main">
              <a:ext uri="{FF2B5EF4-FFF2-40B4-BE49-F238E27FC236}">
                <a16:creationId xmlns:a16="http://schemas.microsoft.com/office/drawing/2014/main" id="{9045CF60-E1F1-4920-BED9-589DF041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2" name="矩形">
            <a:extLst xmlns:a="http://schemas.openxmlformats.org/drawingml/2006/main">
              <a:ext uri="{FF2B5EF4-FFF2-40B4-BE49-F238E27FC236}">
                <a16:creationId xmlns:a16="http://schemas.microsoft.com/office/drawing/2014/main" id="{049274ED-8596-4B55-96FB-D577A3DE0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3" name="矩形">
            <a:extLst xmlns:a="http://schemas.openxmlformats.org/drawingml/2006/main">
              <a:ext uri="{FF2B5EF4-FFF2-40B4-BE49-F238E27FC236}">
                <a16:creationId xmlns:a16="http://schemas.microsoft.com/office/drawing/2014/main" id="{33E473E8-8824-4DB9-BE96-42D4BE8F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4" name="矩形">
            <a:extLst xmlns:a="http://schemas.openxmlformats.org/drawingml/2006/main">
              <a:ext uri="{FF2B5EF4-FFF2-40B4-BE49-F238E27FC236}">
                <a16:creationId xmlns:a16="http://schemas.microsoft.com/office/drawing/2014/main" id="{C956F1DC-B811-4151-B9F9-8BF219AE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5" name="矩形">
            <a:extLst xmlns:a="http://schemas.openxmlformats.org/drawingml/2006/main">
              <a:ext uri="{FF2B5EF4-FFF2-40B4-BE49-F238E27FC236}">
                <a16:creationId xmlns:a16="http://schemas.microsoft.com/office/drawing/2014/main" id="{12C819A6-AE7B-4297-B8C8-538E2946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6" name="矩形">
            <a:extLst xmlns:a="http://schemas.openxmlformats.org/drawingml/2006/main">
              <a:ext uri="{FF2B5EF4-FFF2-40B4-BE49-F238E27FC236}">
                <a16:creationId xmlns:a16="http://schemas.microsoft.com/office/drawing/2014/main" id="{37CDBAEA-5E7C-4B4C-B8B9-F6EC49A6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7" name="矩形">
            <a:extLst xmlns:a="http://schemas.openxmlformats.org/drawingml/2006/main">
              <a:ext uri="{FF2B5EF4-FFF2-40B4-BE49-F238E27FC236}">
                <a16:creationId xmlns:a16="http://schemas.microsoft.com/office/drawing/2014/main" id="{BE7F7FA4-1CCF-43B8-B965-CB667269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8" name="矩形">
            <a:extLst xmlns:a="http://schemas.openxmlformats.org/drawingml/2006/main">
              <a:ext uri="{FF2B5EF4-FFF2-40B4-BE49-F238E27FC236}">
                <a16:creationId xmlns:a16="http://schemas.microsoft.com/office/drawing/2014/main" id="{1F6E06E5-3F5A-4C93-94A3-5337D096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099" name="矩形">
            <a:extLst xmlns:a="http://schemas.openxmlformats.org/drawingml/2006/main">
              <a:ext uri="{FF2B5EF4-FFF2-40B4-BE49-F238E27FC236}">
                <a16:creationId xmlns:a16="http://schemas.microsoft.com/office/drawing/2014/main" id="{1C444485-AC41-4598-BAED-3B09ACD7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0" name="矩形">
            <a:extLst xmlns:a="http://schemas.openxmlformats.org/drawingml/2006/main">
              <a:ext uri="{FF2B5EF4-FFF2-40B4-BE49-F238E27FC236}">
                <a16:creationId xmlns:a16="http://schemas.microsoft.com/office/drawing/2014/main" id="{9E220FF4-93BA-4377-8539-0050DC3E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1" name="矩形">
            <a:extLst xmlns:a="http://schemas.openxmlformats.org/drawingml/2006/main">
              <a:ext uri="{FF2B5EF4-FFF2-40B4-BE49-F238E27FC236}">
                <a16:creationId xmlns:a16="http://schemas.microsoft.com/office/drawing/2014/main" id="{C5841A13-96CA-4884-8649-E1E3D924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2" name="矩形">
            <a:extLst xmlns:a="http://schemas.openxmlformats.org/drawingml/2006/main">
              <a:ext uri="{FF2B5EF4-FFF2-40B4-BE49-F238E27FC236}">
                <a16:creationId xmlns:a16="http://schemas.microsoft.com/office/drawing/2014/main" id="{C8CC0A00-43E1-4B55-BE60-D286D873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3" name="矩形">
            <a:extLst xmlns:a="http://schemas.openxmlformats.org/drawingml/2006/main">
              <a:ext uri="{FF2B5EF4-FFF2-40B4-BE49-F238E27FC236}">
                <a16:creationId xmlns:a16="http://schemas.microsoft.com/office/drawing/2014/main" id="{E6FA535B-FDCF-4439-B539-597647A2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4" name="矩形">
            <a:extLst xmlns:a="http://schemas.openxmlformats.org/drawingml/2006/main">
              <a:ext uri="{FF2B5EF4-FFF2-40B4-BE49-F238E27FC236}">
                <a16:creationId xmlns:a16="http://schemas.microsoft.com/office/drawing/2014/main" id="{9396AF02-2647-4585-B220-6A4226DE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5" name="矩形">
            <a:extLst xmlns:a="http://schemas.openxmlformats.org/drawingml/2006/main">
              <a:ext uri="{FF2B5EF4-FFF2-40B4-BE49-F238E27FC236}">
                <a16:creationId xmlns:a16="http://schemas.microsoft.com/office/drawing/2014/main" id="{FAE268B9-39A6-4F8A-A32A-F692D982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6" name="矩形">
            <a:extLst xmlns:a="http://schemas.openxmlformats.org/drawingml/2006/main">
              <a:ext uri="{FF2B5EF4-FFF2-40B4-BE49-F238E27FC236}">
                <a16:creationId xmlns:a16="http://schemas.microsoft.com/office/drawing/2014/main" id="{BE0BB53E-28F1-425C-A73C-CEFB01D9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7" name="矩形">
            <a:extLst xmlns:a="http://schemas.openxmlformats.org/drawingml/2006/main">
              <a:ext uri="{FF2B5EF4-FFF2-40B4-BE49-F238E27FC236}">
                <a16:creationId xmlns:a16="http://schemas.microsoft.com/office/drawing/2014/main" id="{8AE5724E-8830-4AF8-9D96-86E6AF88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8" name="矩形">
            <a:extLst xmlns:a="http://schemas.openxmlformats.org/drawingml/2006/main">
              <a:ext uri="{FF2B5EF4-FFF2-40B4-BE49-F238E27FC236}">
                <a16:creationId xmlns:a16="http://schemas.microsoft.com/office/drawing/2014/main" id="{32DC6535-9D9A-413E-B5E9-A00727224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09" name="矩形">
            <a:extLst xmlns:a="http://schemas.openxmlformats.org/drawingml/2006/main">
              <a:ext uri="{FF2B5EF4-FFF2-40B4-BE49-F238E27FC236}">
                <a16:creationId xmlns:a16="http://schemas.microsoft.com/office/drawing/2014/main" id="{D36B2ADD-D074-4CC5-8165-A9B544BC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0" name="矩形">
            <a:extLst xmlns:a="http://schemas.openxmlformats.org/drawingml/2006/main">
              <a:ext uri="{FF2B5EF4-FFF2-40B4-BE49-F238E27FC236}">
                <a16:creationId xmlns:a16="http://schemas.microsoft.com/office/drawing/2014/main" id="{CB2E6BD2-AA64-44D4-8715-00376073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1" name="矩形">
            <a:extLst xmlns:a="http://schemas.openxmlformats.org/drawingml/2006/main">
              <a:ext uri="{FF2B5EF4-FFF2-40B4-BE49-F238E27FC236}">
                <a16:creationId xmlns:a16="http://schemas.microsoft.com/office/drawing/2014/main" id="{F56487DD-83BF-45CF-B498-F43219B9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2" name="矩形">
            <a:extLst xmlns:a="http://schemas.openxmlformats.org/drawingml/2006/main">
              <a:ext uri="{FF2B5EF4-FFF2-40B4-BE49-F238E27FC236}">
                <a16:creationId xmlns:a16="http://schemas.microsoft.com/office/drawing/2014/main" id="{2295CCAE-2F7B-4B61-AC4C-F49AE5F5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3" name="矩形">
            <a:extLst xmlns:a="http://schemas.openxmlformats.org/drawingml/2006/main">
              <a:ext uri="{FF2B5EF4-FFF2-40B4-BE49-F238E27FC236}">
                <a16:creationId xmlns:a16="http://schemas.microsoft.com/office/drawing/2014/main" id="{A4668B31-93BF-47BE-BA97-BBB3CE48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4" name="矩形">
            <a:extLst xmlns:a="http://schemas.openxmlformats.org/drawingml/2006/main">
              <a:ext uri="{FF2B5EF4-FFF2-40B4-BE49-F238E27FC236}">
                <a16:creationId xmlns:a16="http://schemas.microsoft.com/office/drawing/2014/main" id="{9A56A6E7-B3A4-4AFB-A200-79331500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5" name="矩形">
            <a:extLst xmlns:a="http://schemas.openxmlformats.org/drawingml/2006/main">
              <a:ext uri="{FF2B5EF4-FFF2-40B4-BE49-F238E27FC236}">
                <a16:creationId xmlns:a16="http://schemas.microsoft.com/office/drawing/2014/main" id="{B0B50999-443E-4118-8EA9-75E6C7CB0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6" name="矩形">
            <a:extLst xmlns:a="http://schemas.openxmlformats.org/drawingml/2006/main">
              <a:ext uri="{FF2B5EF4-FFF2-40B4-BE49-F238E27FC236}">
                <a16:creationId xmlns:a16="http://schemas.microsoft.com/office/drawing/2014/main" id="{2B9DA0D6-572D-4591-B96F-44BAC2356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7" name="矩形">
            <a:extLst xmlns:a="http://schemas.openxmlformats.org/drawingml/2006/main">
              <a:ext uri="{FF2B5EF4-FFF2-40B4-BE49-F238E27FC236}">
                <a16:creationId xmlns:a16="http://schemas.microsoft.com/office/drawing/2014/main" id="{56328592-B05C-45E1-AEA6-D12173AA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8" name="矩形">
            <a:extLst xmlns:a="http://schemas.openxmlformats.org/drawingml/2006/main">
              <a:ext uri="{FF2B5EF4-FFF2-40B4-BE49-F238E27FC236}">
                <a16:creationId xmlns:a16="http://schemas.microsoft.com/office/drawing/2014/main" id="{32969395-606F-4C5F-A7CA-2AD4850B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19" name="矩形">
            <a:extLst xmlns:a="http://schemas.openxmlformats.org/drawingml/2006/main">
              <a:ext uri="{FF2B5EF4-FFF2-40B4-BE49-F238E27FC236}">
                <a16:creationId xmlns:a16="http://schemas.microsoft.com/office/drawing/2014/main" id="{80F1375D-9F7C-4D51-A153-4D269298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0" name="矩形">
            <a:extLst xmlns:a="http://schemas.openxmlformats.org/drawingml/2006/main">
              <a:ext uri="{FF2B5EF4-FFF2-40B4-BE49-F238E27FC236}">
                <a16:creationId xmlns:a16="http://schemas.microsoft.com/office/drawing/2014/main" id="{467C24E2-4E00-4171-B536-694A4393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1" name="矩形">
            <a:extLst xmlns:a="http://schemas.openxmlformats.org/drawingml/2006/main">
              <a:ext uri="{FF2B5EF4-FFF2-40B4-BE49-F238E27FC236}">
                <a16:creationId xmlns:a16="http://schemas.microsoft.com/office/drawing/2014/main" id="{E2DE1CC9-8F37-4822-B0BC-905D97B81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2" name="矩形">
            <a:extLst xmlns:a="http://schemas.openxmlformats.org/drawingml/2006/main">
              <a:ext uri="{FF2B5EF4-FFF2-40B4-BE49-F238E27FC236}">
                <a16:creationId xmlns:a16="http://schemas.microsoft.com/office/drawing/2014/main" id="{0F4D22CB-D757-4110-A425-3C2F8CE1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3" name="矩形">
            <a:extLst xmlns:a="http://schemas.openxmlformats.org/drawingml/2006/main">
              <a:ext uri="{FF2B5EF4-FFF2-40B4-BE49-F238E27FC236}">
                <a16:creationId xmlns:a16="http://schemas.microsoft.com/office/drawing/2014/main" id="{AFA6D9CC-8268-42F4-9F8E-722A4A7A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4" name="矩形">
            <a:extLst xmlns:a="http://schemas.openxmlformats.org/drawingml/2006/main">
              <a:ext uri="{FF2B5EF4-FFF2-40B4-BE49-F238E27FC236}">
                <a16:creationId xmlns:a16="http://schemas.microsoft.com/office/drawing/2014/main" id="{1D7C0539-BD46-4387-8381-FE33B3C2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5" name="矩形">
            <a:extLst xmlns:a="http://schemas.openxmlformats.org/drawingml/2006/main">
              <a:ext uri="{FF2B5EF4-FFF2-40B4-BE49-F238E27FC236}">
                <a16:creationId xmlns:a16="http://schemas.microsoft.com/office/drawing/2014/main" id="{6FE35CF6-BCA1-43CD-A4B0-36F25660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6" name="矩形">
            <a:extLst xmlns:a="http://schemas.openxmlformats.org/drawingml/2006/main">
              <a:ext uri="{FF2B5EF4-FFF2-40B4-BE49-F238E27FC236}">
                <a16:creationId xmlns:a16="http://schemas.microsoft.com/office/drawing/2014/main" id="{9F29FD9C-2471-4961-AA34-B39E659E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7" name="矩形">
            <a:extLst xmlns:a="http://schemas.openxmlformats.org/drawingml/2006/main">
              <a:ext uri="{FF2B5EF4-FFF2-40B4-BE49-F238E27FC236}">
                <a16:creationId xmlns:a16="http://schemas.microsoft.com/office/drawing/2014/main" id="{2C9D5C8D-E48D-424F-8C4C-F51A10D8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8" name="矩形">
            <a:extLst xmlns:a="http://schemas.openxmlformats.org/drawingml/2006/main">
              <a:ext uri="{FF2B5EF4-FFF2-40B4-BE49-F238E27FC236}">
                <a16:creationId xmlns:a16="http://schemas.microsoft.com/office/drawing/2014/main" id="{17F5B7D3-CDCA-4D28-AB70-681687F5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29" name="矩形">
            <a:extLst xmlns:a="http://schemas.openxmlformats.org/drawingml/2006/main">
              <a:ext uri="{FF2B5EF4-FFF2-40B4-BE49-F238E27FC236}">
                <a16:creationId xmlns:a16="http://schemas.microsoft.com/office/drawing/2014/main" id="{FF3F07E2-4D08-48D7-A701-1874E9B1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0" name="矩形">
            <a:extLst xmlns:a="http://schemas.openxmlformats.org/drawingml/2006/main">
              <a:ext uri="{FF2B5EF4-FFF2-40B4-BE49-F238E27FC236}">
                <a16:creationId xmlns:a16="http://schemas.microsoft.com/office/drawing/2014/main" id="{B059AFC2-02A4-42D0-887A-946621478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1" name="矩形">
            <a:extLst xmlns:a="http://schemas.openxmlformats.org/drawingml/2006/main">
              <a:ext uri="{FF2B5EF4-FFF2-40B4-BE49-F238E27FC236}">
                <a16:creationId xmlns:a16="http://schemas.microsoft.com/office/drawing/2014/main" id="{5F0318BF-D172-4E29-B691-DB9F337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2" name="矩形">
            <a:extLst xmlns:a="http://schemas.openxmlformats.org/drawingml/2006/main">
              <a:ext uri="{FF2B5EF4-FFF2-40B4-BE49-F238E27FC236}">
                <a16:creationId xmlns:a16="http://schemas.microsoft.com/office/drawing/2014/main" id="{3D723C04-6D84-43D5-8BA4-904F55BB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3" name="矩形">
            <a:extLst xmlns:a="http://schemas.openxmlformats.org/drawingml/2006/main">
              <a:ext uri="{FF2B5EF4-FFF2-40B4-BE49-F238E27FC236}">
                <a16:creationId xmlns:a16="http://schemas.microsoft.com/office/drawing/2014/main" id="{C1732FE4-70D9-4ADC-94EC-1386E9F1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4" name="矩形">
            <a:extLst xmlns:a="http://schemas.openxmlformats.org/drawingml/2006/main">
              <a:ext uri="{FF2B5EF4-FFF2-40B4-BE49-F238E27FC236}">
                <a16:creationId xmlns:a16="http://schemas.microsoft.com/office/drawing/2014/main" id="{EA47CCD8-C054-4C46-A7A6-0F9A4FE6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5" name="矩形">
            <a:extLst xmlns:a="http://schemas.openxmlformats.org/drawingml/2006/main">
              <a:ext uri="{FF2B5EF4-FFF2-40B4-BE49-F238E27FC236}">
                <a16:creationId xmlns:a16="http://schemas.microsoft.com/office/drawing/2014/main" id="{7D3C55B6-F0D7-4381-9596-51595601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6" name="矩形">
            <a:extLst xmlns:a="http://schemas.openxmlformats.org/drawingml/2006/main">
              <a:ext uri="{FF2B5EF4-FFF2-40B4-BE49-F238E27FC236}">
                <a16:creationId xmlns:a16="http://schemas.microsoft.com/office/drawing/2014/main" id="{99367EF8-A5C4-4013-B8AA-11CD0C39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7" name="矩形">
            <a:extLst xmlns:a="http://schemas.openxmlformats.org/drawingml/2006/main">
              <a:ext uri="{FF2B5EF4-FFF2-40B4-BE49-F238E27FC236}">
                <a16:creationId xmlns:a16="http://schemas.microsoft.com/office/drawing/2014/main" id="{01A7DD0D-21E4-49F2-9295-D3585CB4F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8" name="矩形">
            <a:extLst xmlns:a="http://schemas.openxmlformats.org/drawingml/2006/main">
              <a:ext uri="{FF2B5EF4-FFF2-40B4-BE49-F238E27FC236}">
                <a16:creationId xmlns:a16="http://schemas.microsoft.com/office/drawing/2014/main" id="{7516C1AB-B6D9-45C2-A19A-5AE6B94B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39" name="矩形">
            <a:extLst xmlns:a="http://schemas.openxmlformats.org/drawingml/2006/main">
              <a:ext uri="{FF2B5EF4-FFF2-40B4-BE49-F238E27FC236}">
                <a16:creationId xmlns:a16="http://schemas.microsoft.com/office/drawing/2014/main" id="{9B0D3CCF-6ADE-4402-AD74-04304C2D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0" name="矩形">
            <a:extLst xmlns:a="http://schemas.openxmlformats.org/drawingml/2006/main">
              <a:ext uri="{FF2B5EF4-FFF2-40B4-BE49-F238E27FC236}">
                <a16:creationId xmlns:a16="http://schemas.microsoft.com/office/drawing/2014/main" id="{23B4A44C-18EB-466D-AE0A-28AD3647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1" name="矩形">
            <a:extLst xmlns:a="http://schemas.openxmlformats.org/drawingml/2006/main">
              <a:ext uri="{FF2B5EF4-FFF2-40B4-BE49-F238E27FC236}">
                <a16:creationId xmlns:a16="http://schemas.microsoft.com/office/drawing/2014/main" id="{38A4BFA9-217E-4D4B-AC5C-4BCD3855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2" name="矩形">
            <a:extLst xmlns:a="http://schemas.openxmlformats.org/drawingml/2006/main">
              <a:ext uri="{FF2B5EF4-FFF2-40B4-BE49-F238E27FC236}">
                <a16:creationId xmlns:a16="http://schemas.microsoft.com/office/drawing/2014/main" id="{FB6DBD7A-A4D7-4EAF-9126-A3910F20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3" name="矩形">
            <a:extLst xmlns:a="http://schemas.openxmlformats.org/drawingml/2006/main">
              <a:ext uri="{FF2B5EF4-FFF2-40B4-BE49-F238E27FC236}">
                <a16:creationId xmlns:a16="http://schemas.microsoft.com/office/drawing/2014/main" id="{0824E58E-348B-47C1-9179-98FB8FFC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4" name="矩形">
            <a:extLst xmlns:a="http://schemas.openxmlformats.org/drawingml/2006/main">
              <a:ext uri="{FF2B5EF4-FFF2-40B4-BE49-F238E27FC236}">
                <a16:creationId xmlns:a16="http://schemas.microsoft.com/office/drawing/2014/main" id="{1B3849E2-BF9B-4DB2-9487-1FAA1FC6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5" name="矩形">
            <a:extLst xmlns:a="http://schemas.openxmlformats.org/drawingml/2006/main">
              <a:ext uri="{FF2B5EF4-FFF2-40B4-BE49-F238E27FC236}">
                <a16:creationId xmlns:a16="http://schemas.microsoft.com/office/drawing/2014/main" id="{20CBAC64-4A45-4806-96D9-7D62741D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6" name="矩形">
            <a:extLst xmlns:a="http://schemas.openxmlformats.org/drawingml/2006/main">
              <a:ext uri="{FF2B5EF4-FFF2-40B4-BE49-F238E27FC236}">
                <a16:creationId xmlns:a16="http://schemas.microsoft.com/office/drawing/2014/main" id="{F84C8146-1739-46FE-A5B3-52B9B3A8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7" name="矩形">
            <a:extLst xmlns:a="http://schemas.openxmlformats.org/drawingml/2006/main">
              <a:ext uri="{FF2B5EF4-FFF2-40B4-BE49-F238E27FC236}">
                <a16:creationId xmlns:a16="http://schemas.microsoft.com/office/drawing/2014/main" id="{BA4E4268-4DA4-4B57-BEF0-375204C5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8" name="矩形">
            <a:extLst xmlns:a="http://schemas.openxmlformats.org/drawingml/2006/main">
              <a:ext uri="{FF2B5EF4-FFF2-40B4-BE49-F238E27FC236}">
                <a16:creationId xmlns:a16="http://schemas.microsoft.com/office/drawing/2014/main" id="{B5694438-1FDF-498E-9939-8F007E5F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49" name="矩形">
            <a:extLst xmlns:a="http://schemas.openxmlformats.org/drawingml/2006/main">
              <a:ext uri="{FF2B5EF4-FFF2-40B4-BE49-F238E27FC236}">
                <a16:creationId xmlns:a16="http://schemas.microsoft.com/office/drawing/2014/main" id="{B97841F6-0EFB-4175-833D-E2435CB8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50" name="矩形">
            <a:extLst xmlns:a="http://schemas.openxmlformats.org/drawingml/2006/main">
              <a:ext uri="{FF2B5EF4-FFF2-40B4-BE49-F238E27FC236}">
                <a16:creationId xmlns:a16="http://schemas.microsoft.com/office/drawing/2014/main" id="{E8FB9353-1F34-4BA9-B7C3-687DE4B8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51" name="矩形">
            <a:extLst xmlns:a="http://schemas.openxmlformats.org/drawingml/2006/main">
              <a:ext uri="{FF2B5EF4-FFF2-40B4-BE49-F238E27FC236}">
                <a16:creationId xmlns:a16="http://schemas.microsoft.com/office/drawing/2014/main" id="{C8374CBD-7904-40D2-8B0E-7782523A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52" name="矩形">
            <a:extLst xmlns:a="http://schemas.openxmlformats.org/drawingml/2006/main">
              <a:ext uri="{FF2B5EF4-FFF2-40B4-BE49-F238E27FC236}">
                <a16:creationId xmlns:a16="http://schemas.microsoft.com/office/drawing/2014/main" id="{7A8C43B7-7F34-4028-B081-A63B8613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153" name="矩形">
            <a:extLst xmlns:a="http://schemas.openxmlformats.org/drawingml/2006/main">
              <a:ext uri="{FF2B5EF4-FFF2-40B4-BE49-F238E27FC236}">
                <a16:creationId xmlns:a16="http://schemas.microsoft.com/office/drawing/2014/main" id="{EC79B9AE-403E-47E8-8704-413BA3C7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154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d7ed4d80df42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1155" name="矩形">
            <a:extLst xmlns:a="http://schemas.openxmlformats.org/drawingml/2006/main">
              <a:ext uri="{FF2B5EF4-FFF2-40B4-BE49-F238E27FC236}">
                <a16:creationId xmlns:a16="http://schemas.microsoft.com/office/drawing/2014/main" id="{2BF87BF5-6E3B-4FB3-8C0C-B2F620A9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56" name="动态决策：重排候选并选择恢复动作">
            <a:extLst xmlns:a="http://schemas.openxmlformats.org/drawingml/2006/main">
              <a:ext uri="{FF2B5EF4-FFF2-40B4-BE49-F238E27FC236}">
                <a16:creationId xmlns:a16="http://schemas.microsoft.com/office/drawing/2014/main" id="{3E657DEE-7F24-483D-B487-A4B7312B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动态决策：重排候选并选择恢复动作</a:t>
            </a:r>
          </a:p>
        </p:txBody>
      </p:sp>
      <p:sp>
        <p:nvSpPr>
          <p:cNvPr id="1157" name="矩形">
            <a:extLst xmlns:a="http://schemas.openxmlformats.org/drawingml/2006/main">
              <a:ext uri="{FF2B5EF4-FFF2-40B4-BE49-F238E27FC236}">
                <a16:creationId xmlns:a16="http://schemas.microsoft.com/office/drawing/2014/main" id="{EC1DFAB2-2A17-402B-9500-C3377181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158" name="DECISION">
            <a:extLst xmlns:a="http://schemas.openxmlformats.org/drawingml/2006/main">
              <a:ext uri="{FF2B5EF4-FFF2-40B4-BE49-F238E27FC236}">
                <a16:creationId xmlns:a16="http://schemas.microsoft.com/office/drawing/2014/main" id="{B6C88F73-3A5E-4F2E-97EB-C4B08606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DECISION</a:t>
            </a:r>
          </a:p>
        </p:txBody>
      </p:sp>
      <p:sp>
        <p:nvSpPr>
          <p:cNvPr id="1159" name="矩形">
            <a:extLst xmlns:a="http://schemas.openxmlformats.org/drawingml/2006/main">
              <a:ext uri="{FF2B5EF4-FFF2-40B4-BE49-F238E27FC236}">
                <a16:creationId xmlns:a16="http://schemas.microsoft.com/office/drawing/2014/main" id="{0C77D9B6-C187-4192-A9E5-3029203D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161" name="圆角矩形 985">
            <a:extLst xmlns:a="http://schemas.openxmlformats.org/drawingml/2006/main">
              <a:ext uri="{FF2B5EF4-FFF2-40B4-BE49-F238E27FC236}">
                <a16:creationId xmlns:a16="http://schemas.microsoft.com/office/drawing/2014/main" id="{DA6AED46-8877-4B48-8287-EDBD48ED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143000"/>
            <a:ext cx="47625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62" name="矩形">
            <a:extLst xmlns:a="http://schemas.openxmlformats.org/drawingml/2006/main">
              <a:ext uri="{FF2B5EF4-FFF2-40B4-BE49-F238E27FC236}">
                <a16:creationId xmlns:a16="http://schemas.microsoft.com/office/drawing/2014/main" id="{F3D4205B-501B-4D31-B918-14E8EEE4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276350"/>
            <a:ext cx="4419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63" name="候选重排">
            <a:extLst xmlns:a="http://schemas.openxmlformats.org/drawingml/2006/main">
              <a:ext uri="{FF2B5EF4-FFF2-40B4-BE49-F238E27FC236}">
                <a16:creationId xmlns:a16="http://schemas.microsoft.com/office/drawing/2014/main" id="{7FA70DCD-4DD3-4A55-A5C5-C21A1F41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276350"/>
            <a:ext cx="44196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候选重排</a:t>
            </a:r>
          </a:p>
        </p:txBody>
      </p:sp>
      <p:sp>
        <p:nvSpPr>
          <p:cNvPr id="1164" name="矩形">
            <a:extLst xmlns:a="http://schemas.openxmlformats.org/drawingml/2006/main">
              <a:ext uri="{FF2B5EF4-FFF2-40B4-BE49-F238E27FC236}">
                <a16:creationId xmlns:a16="http://schemas.microsoft.com/office/drawing/2014/main" id="{C644E361-ED46-40FE-8D51-142BDAF1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81149"/>
            <a:ext cx="4419600" cy="590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65" name="U_pi = clip(S_post + Delta, 0, 1)…">
            <a:extLst xmlns:a="http://schemas.openxmlformats.org/drawingml/2006/main">
              <a:ext uri="{FF2B5EF4-FFF2-40B4-BE49-F238E27FC236}">
                <a16:creationId xmlns:a16="http://schemas.microsoft.com/office/drawing/2014/main" id="{563EF4DD-5A61-4DDB-824D-71CC03CD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81147"/>
            <a:ext cx="4419600" cy="5715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U_pi = clip(S_post + Delta, 0, 1)</a:t>
            </a:r>
          </a:p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Delta 是有界运行时修正，</a:t>
            </a:r>
          </a:p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只作用于已通过硬过滤的候选。</a:t>
            </a:r>
          </a:p>
        </p:txBody>
      </p:sp>
      <p:sp>
        <p:nvSpPr>
          <p:cNvPr id="1166" name="圆角矩形 988">
            <a:extLst xmlns:a="http://schemas.openxmlformats.org/drawingml/2006/main">
              <a:ext uri="{FF2B5EF4-FFF2-40B4-BE49-F238E27FC236}">
                <a16:creationId xmlns:a16="http://schemas.microsoft.com/office/drawing/2014/main" id="{58582FF7-ECFF-43C7-A381-5A247C08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143000"/>
            <a:ext cx="39052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67" name="矩形">
            <a:extLst xmlns:a="http://schemas.openxmlformats.org/drawingml/2006/main">
              <a:ext uri="{FF2B5EF4-FFF2-40B4-BE49-F238E27FC236}">
                <a16:creationId xmlns:a16="http://schemas.microsoft.com/office/drawing/2014/main" id="{5AFFFEC9-67CA-43D9-9162-60886C66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276350"/>
            <a:ext cx="3562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68" name="动作选择">
            <a:extLst xmlns:a="http://schemas.openxmlformats.org/drawingml/2006/main">
              <a:ext uri="{FF2B5EF4-FFF2-40B4-BE49-F238E27FC236}">
                <a16:creationId xmlns:a16="http://schemas.microsoft.com/office/drawing/2014/main" id="{F2554417-3521-4A06-B3C2-89D71933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276350"/>
            <a:ext cx="356235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动作选择</a:t>
            </a:r>
          </a:p>
        </p:txBody>
      </p:sp>
      <p:sp>
        <p:nvSpPr>
          <p:cNvPr id="1169" name="矩形">
            <a:extLst xmlns:a="http://schemas.openxmlformats.org/drawingml/2006/main">
              <a:ext uri="{FF2B5EF4-FFF2-40B4-BE49-F238E27FC236}">
                <a16:creationId xmlns:a16="http://schemas.microsoft.com/office/drawing/2014/main" id="{2002E728-BB7F-4149-B019-2AE1BBEC0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81149"/>
            <a:ext cx="3562350" cy="590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70" name="ActionUtility 根据状态、预算、…">
            <a:extLst xmlns:a="http://schemas.openxmlformats.org/drawingml/2006/main">
              <a:ext uri="{FF2B5EF4-FFF2-40B4-BE49-F238E27FC236}">
                <a16:creationId xmlns:a16="http://schemas.microsoft.com/office/drawing/2014/main" id="{3CDE1B3F-1012-4D51-B870-E943F262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81147"/>
            <a:ext cx="3562350" cy="406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ActionUtility 根据状态、预算、</a:t>
            </a:r>
          </a:p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恢复余量和候选形状选择下一步动作。</a:t>
            </a:r>
          </a:p>
        </p:txBody>
      </p:sp>
      <p:sp>
        <p:nvSpPr>
          <p:cNvPr id="1171" name="圆角矩形 991">
            <a:extLst xmlns:a="http://schemas.openxmlformats.org/drawingml/2006/main">
              <a:ext uri="{FF2B5EF4-FFF2-40B4-BE49-F238E27FC236}">
                <a16:creationId xmlns:a16="http://schemas.microsoft.com/office/drawing/2014/main" id="{F9717B12-CC2E-40E4-A43D-9E0286FF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2190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2F9D6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72" name="矩形 992">
            <a:extLst xmlns:a="http://schemas.openxmlformats.org/drawingml/2006/main">
              <a:ext uri="{FF2B5EF4-FFF2-40B4-BE49-F238E27FC236}">
                <a16:creationId xmlns:a16="http://schemas.microsoft.com/office/drawing/2014/main" id="{B182E870-785A-4CCE-9866-6E04B181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9D68"/>
          </a:solidFill>
          <a:ln xmlns:a="http://schemas.openxmlformats.org/drawingml/2006/main" w="3175">
            <a:solidFill>
              <a:srgbClr val="2F9D6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73" name="矩形">
            <a:extLst xmlns:a="http://schemas.openxmlformats.org/drawingml/2006/main">
              <a:ext uri="{FF2B5EF4-FFF2-40B4-BE49-F238E27FC236}">
                <a16:creationId xmlns:a16="http://schemas.microsoft.com/office/drawing/2014/main" id="{8A8DC7D7-F328-4A7F-803B-B9C89FA9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86099"/>
            <a:ext cx="184785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74" name="continue">
            <a:extLst xmlns:a="http://schemas.openxmlformats.org/drawingml/2006/main">
              <a:ext uri="{FF2B5EF4-FFF2-40B4-BE49-F238E27FC236}">
                <a16:creationId xmlns:a16="http://schemas.microsoft.com/office/drawing/2014/main" id="{9DCEE543-015A-4804-8F11-AE5D8E26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86098"/>
            <a:ext cx="184785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continue</a:t>
            </a:r>
          </a:p>
        </p:txBody>
      </p:sp>
      <p:sp>
        <p:nvSpPr>
          <p:cNvPr id="1175" name="矩形">
            <a:extLst xmlns:a="http://schemas.openxmlformats.org/drawingml/2006/main">
              <a:ext uri="{FF2B5EF4-FFF2-40B4-BE49-F238E27FC236}">
                <a16:creationId xmlns:a16="http://schemas.microsoft.com/office/drawing/2014/main" id="{EA259AB6-5D5A-4496-B3F0-5EE07F8B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898"/>
            <a:ext cx="1847850" cy="6858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76" name="成功概率和证据充分度尚可">
            <a:extLst xmlns:a="http://schemas.openxmlformats.org/drawingml/2006/main">
              <a:ext uri="{FF2B5EF4-FFF2-40B4-BE49-F238E27FC236}">
                <a16:creationId xmlns:a16="http://schemas.microsoft.com/office/drawing/2014/main" id="{4FA286A2-7D82-4FC4-8FA0-873E1F45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90898"/>
            <a:ext cx="18478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成功概率和证据充分度尚可</a:t>
            </a:r>
          </a:p>
        </p:txBody>
      </p:sp>
      <p:sp>
        <p:nvSpPr>
          <p:cNvPr id="1177" name="圆角矩形 995">
            <a:extLst xmlns:a="http://schemas.openxmlformats.org/drawingml/2006/main">
              <a:ext uri="{FF2B5EF4-FFF2-40B4-BE49-F238E27FC236}">
                <a16:creationId xmlns:a16="http://schemas.microsoft.com/office/drawing/2014/main" id="{572784B9-E53C-4D42-8A92-E10A47883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52750"/>
            <a:ext cx="2190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9A12A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78" name="矩形 996">
            <a:extLst xmlns:a="http://schemas.openxmlformats.org/drawingml/2006/main">
              <a:ext uri="{FF2B5EF4-FFF2-40B4-BE49-F238E27FC236}">
                <a16:creationId xmlns:a16="http://schemas.microsoft.com/office/drawing/2014/main" id="{59EBE80C-583F-454A-A06B-5D996B138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52750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12A"/>
          </a:solidFill>
          <a:ln xmlns:a="http://schemas.openxmlformats.org/drawingml/2006/main" w="3175">
            <a:solidFill>
              <a:srgbClr val="D9A12A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79" name="矩形">
            <a:extLst xmlns:a="http://schemas.openxmlformats.org/drawingml/2006/main">
              <a:ext uri="{FF2B5EF4-FFF2-40B4-BE49-F238E27FC236}">
                <a16:creationId xmlns:a16="http://schemas.microsoft.com/office/drawing/2014/main" id="{3A2C8540-DB3B-42FE-B82F-32D0EC0D2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086099"/>
            <a:ext cx="184785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80" name="patch_local">
            <a:extLst xmlns:a="http://schemas.openxmlformats.org/drawingml/2006/main">
              <a:ext uri="{FF2B5EF4-FFF2-40B4-BE49-F238E27FC236}">
                <a16:creationId xmlns:a16="http://schemas.microsoft.com/office/drawing/2014/main" id="{788B4372-CD6A-4A2D-8331-22AA7CDE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086098"/>
            <a:ext cx="184785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patch_local</a:t>
            </a:r>
          </a:p>
        </p:txBody>
      </p:sp>
      <p:sp>
        <p:nvSpPr>
          <p:cNvPr id="1181" name="矩形">
            <a:extLst xmlns:a="http://schemas.openxmlformats.org/drawingml/2006/main">
              <a:ext uri="{FF2B5EF4-FFF2-40B4-BE49-F238E27FC236}">
                <a16:creationId xmlns:a16="http://schemas.microsoft.com/office/drawing/2014/main" id="{CBD6F0B7-C5C7-4136-8673-401C9936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90898"/>
            <a:ext cx="1847850" cy="6858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82" name="故障局部化，恢复余量足">
            <a:extLst xmlns:a="http://schemas.openxmlformats.org/drawingml/2006/main">
              <a:ext uri="{FF2B5EF4-FFF2-40B4-BE49-F238E27FC236}">
                <a16:creationId xmlns:a16="http://schemas.microsoft.com/office/drawing/2014/main" id="{1C5C34AE-D822-4C3F-B1BF-6BF208D9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90898"/>
            <a:ext cx="18478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故障局部化，恢复余量足</a:t>
            </a:r>
          </a:p>
        </p:txBody>
      </p:sp>
      <p:sp>
        <p:nvSpPr>
          <p:cNvPr id="1183" name="圆角矩形 999">
            <a:extLst xmlns:a="http://schemas.openxmlformats.org/drawingml/2006/main">
              <a:ext uri="{FF2B5EF4-FFF2-40B4-BE49-F238E27FC236}">
                <a16:creationId xmlns:a16="http://schemas.microsoft.com/office/drawing/2014/main" id="{8D8F2A81-3C40-4EC6-8449-1BEFD4B9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52750"/>
            <a:ext cx="2190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84" name="矩形 1000">
            <a:extLst xmlns:a="http://schemas.openxmlformats.org/drawingml/2006/main">
              <a:ext uri="{FF2B5EF4-FFF2-40B4-BE49-F238E27FC236}">
                <a16:creationId xmlns:a16="http://schemas.microsoft.com/office/drawing/2014/main" id="{CBF0C90F-1BDB-4072-B9D7-CAA25CBB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952750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3175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85" name="矩形">
            <a:extLst xmlns:a="http://schemas.openxmlformats.org/drawingml/2006/main">
              <a:ext uri="{FF2B5EF4-FFF2-40B4-BE49-F238E27FC236}">
                <a16:creationId xmlns:a16="http://schemas.microsoft.com/office/drawing/2014/main" id="{36D6E8BC-B958-4CCA-ABAC-BE437143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86099"/>
            <a:ext cx="184785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86" name="suffix_replan">
            <a:extLst xmlns:a="http://schemas.openxmlformats.org/drawingml/2006/main">
              <a:ext uri="{FF2B5EF4-FFF2-40B4-BE49-F238E27FC236}">
                <a16:creationId xmlns:a16="http://schemas.microsoft.com/office/drawing/2014/main" id="{3272458E-BAAB-454E-BC4C-6F3798BA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86098"/>
            <a:ext cx="184785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suffix_replan</a:t>
            </a:r>
          </a:p>
        </p:txBody>
      </p:sp>
      <p:sp>
        <p:nvSpPr>
          <p:cNvPr id="1187" name="矩形">
            <a:extLst xmlns:a="http://schemas.openxmlformats.org/drawingml/2006/main">
              <a:ext uri="{FF2B5EF4-FFF2-40B4-BE49-F238E27FC236}">
                <a16:creationId xmlns:a16="http://schemas.microsoft.com/office/drawing/2014/main" id="{4BDE5320-D0C8-4A39-A331-FF7ABB6C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90898"/>
            <a:ext cx="1847850" cy="6858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88" name="结构性失败压力高，当前后缀不可靠">
            <a:extLst xmlns:a="http://schemas.openxmlformats.org/drawingml/2006/main">
              <a:ext uri="{FF2B5EF4-FFF2-40B4-BE49-F238E27FC236}">
                <a16:creationId xmlns:a16="http://schemas.microsoft.com/office/drawing/2014/main" id="{53C88EB1-8951-422C-A715-594D332BF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90898"/>
            <a:ext cx="1847850" cy="3556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结构性失败压力高，当前后缀不可靠</a:t>
            </a:r>
          </a:p>
        </p:txBody>
      </p:sp>
      <p:sp>
        <p:nvSpPr>
          <p:cNvPr id="1189" name="圆角矩形 1003">
            <a:extLst xmlns:a="http://schemas.openxmlformats.org/drawingml/2006/main">
              <a:ext uri="{FF2B5EF4-FFF2-40B4-BE49-F238E27FC236}">
                <a16:creationId xmlns:a16="http://schemas.microsoft.com/office/drawing/2014/main" id="{2F0DC851-ACEC-4382-88F0-563A34D5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52750"/>
            <a:ext cx="2190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4C4C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90" name="矩形 1004">
            <a:extLst xmlns:a="http://schemas.openxmlformats.org/drawingml/2006/main">
              <a:ext uri="{FF2B5EF4-FFF2-40B4-BE49-F238E27FC236}">
                <a16:creationId xmlns:a16="http://schemas.microsoft.com/office/drawing/2014/main" id="{C05B8D16-9C82-4AEF-992F-1045B28F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52750"/>
            <a:ext cx="571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C4C"/>
          </a:solidFill>
          <a:ln xmlns:a="http://schemas.openxmlformats.org/drawingml/2006/main" w="3175">
            <a:solidFill>
              <a:srgbClr val="C94C4C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91" name="矩形">
            <a:extLst xmlns:a="http://schemas.openxmlformats.org/drawingml/2006/main">
              <a:ext uri="{FF2B5EF4-FFF2-40B4-BE49-F238E27FC236}">
                <a16:creationId xmlns:a16="http://schemas.microsoft.com/office/drawing/2014/main" id="{D3E8D3FE-7B46-47CA-82D7-CB59C9DA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086099"/>
            <a:ext cx="184785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92" name="stop">
            <a:extLst xmlns:a="http://schemas.openxmlformats.org/drawingml/2006/main">
              <a:ext uri="{FF2B5EF4-FFF2-40B4-BE49-F238E27FC236}">
                <a16:creationId xmlns:a16="http://schemas.microsoft.com/office/drawing/2014/main" id="{38769431-DBCB-427F-A96F-0CD34322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086098"/>
            <a:ext cx="184785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stop</a:t>
            </a:r>
          </a:p>
        </p:txBody>
      </p:sp>
      <p:sp>
        <p:nvSpPr>
          <p:cNvPr id="1193" name="矩形">
            <a:extLst xmlns:a="http://schemas.openxmlformats.org/drawingml/2006/main">
              <a:ext uri="{FF2B5EF4-FFF2-40B4-BE49-F238E27FC236}">
                <a16:creationId xmlns:a16="http://schemas.microsoft.com/office/drawing/2014/main" id="{DC0A2F79-9BD5-4269-A5E9-790319E5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390898"/>
            <a:ext cx="1847850" cy="6858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94" name="成功率低、预算压力高；受保护进入 HITL">
            <a:extLst xmlns:a="http://schemas.openxmlformats.org/drawingml/2006/main">
              <a:ext uri="{FF2B5EF4-FFF2-40B4-BE49-F238E27FC236}">
                <a16:creationId xmlns:a16="http://schemas.microsoft.com/office/drawing/2014/main" id="{05C2D6DE-EA8B-42FC-8659-C4D4BB0A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390898"/>
            <a:ext cx="1847850" cy="3556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成功率低、预算压力高；受保护进入 HITL</a:t>
            </a:r>
          </a:p>
        </p:txBody>
      </p:sp>
      <p:sp>
        <p:nvSpPr>
          <p:cNvPr id="1195" name="圆角矩形 1007">
            <a:extLst xmlns:a="http://schemas.openxmlformats.org/drawingml/2006/main">
              <a:ext uri="{FF2B5EF4-FFF2-40B4-BE49-F238E27FC236}">
                <a16:creationId xmlns:a16="http://schemas.microsoft.com/office/drawing/2014/main" id="{56D8770E-0566-4187-B3E7-4195B1FB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14875"/>
            <a:ext cx="9144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196" name="矩形">
            <a:extLst xmlns:a="http://schemas.openxmlformats.org/drawingml/2006/main">
              <a:ext uri="{FF2B5EF4-FFF2-40B4-BE49-F238E27FC236}">
                <a16:creationId xmlns:a16="http://schemas.microsoft.com/office/drawing/2014/main" id="{7A8CF2E8-BA3E-485E-9585-C792E4A8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48225"/>
            <a:ext cx="8801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97" name="保护边界">
            <a:extLst xmlns:a="http://schemas.openxmlformats.org/drawingml/2006/main">
              <a:ext uri="{FF2B5EF4-FFF2-40B4-BE49-F238E27FC236}">
                <a16:creationId xmlns:a16="http://schemas.microsoft.com/office/drawing/2014/main" id="{1024CDEB-240A-4427-96F8-F249E8F4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48225"/>
            <a:ext cx="88011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保护边界</a:t>
            </a:r>
          </a:p>
        </p:txBody>
      </p:sp>
      <p:sp>
        <p:nvSpPr>
          <p:cNvPr id="1198" name="矩形">
            <a:extLst xmlns:a="http://schemas.openxmlformats.org/drawingml/2006/main">
              <a:ext uri="{FF2B5EF4-FFF2-40B4-BE49-F238E27FC236}">
                <a16:creationId xmlns:a16="http://schemas.microsoft.com/office/drawing/2014/main" id="{A15EC317-ECA2-4902-BF2E-72D96D9D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102223"/>
            <a:ext cx="8801100" cy="2667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199" name="运行时调整不覆盖 hard feasibility；stop 作为 terminal_stop 候选进入 replan_confirm / HITL，…">
            <a:extLst xmlns:a="http://schemas.openxmlformats.org/drawingml/2006/main">
              <a:ext uri="{FF2B5EF4-FFF2-40B4-BE49-F238E27FC236}">
                <a16:creationId xmlns:a16="http://schemas.microsoft.com/office/drawing/2014/main" id="{3FCAF1DE-6874-40D8-9C39-D034BB21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102223"/>
            <a:ext cx="8801100" cy="3556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运行时调整不覆盖 hard feasibility；stop 作为 terminal_stop 候选进入 replan_confirm / HITL，</a:t>
            </a:r>
          </a:p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  <a:r>
              <a:t>不由算法悄悄终止任务。</a:t>
            </a:r>
          </a:p>
        </p:txBody>
      </p:sp>
      <p:sp>
        <p:nvSpPr>
          <p:cNvPr id="1203" name="">
            <a:extLst xmlns:a="http://schemas.openxmlformats.org/drawingml/2006/main">
              <a:ext uri="{FF2B5EF4-FFF2-40B4-BE49-F238E27FC236}">
                <a16:creationId xmlns:a16="http://schemas.microsoft.com/office/drawing/2014/main" id="{26AD7874-B559-4FAB-B0EE-AFA36EBB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75896379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01" name="矩形">
            <a:extLst xmlns:a="http://schemas.openxmlformats.org/drawingml/2006/main">
              <a:ext uri="{FF2B5EF4-FFF2-40B4-BE49-F238E27FC236}">
                <a16:creationId xmlns:a16="http://schemas.microsoft.com/office/drawing/2014/main" id="{F90F4001-87D8-46DB-A652-72755154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202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ae4e4aca324e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1203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4e1226d38c44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1204" name="矩形">
            <a:extLst xmlns:a="http://schemas.openxmlformats.org/drawingml/2006/main">
              <a:ext uri="{FF2B5EF4-FFF2-40B4-BE49-F238E27FC236}">
                <a16:creationId xmlns:a16="http://schemas.microsoft.com/office/drawing/2014/main" id="{CF24FDB0-85B6-4634-A6F1-BC349C10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05" name="矩形">
            <a:extLst xmlns:a="http://schemas.openxmlformats.org/drawingml/2006/main">
              <a:ext uri="{FF2B5EF4-FFF2-40B4-BE49-F238E27FC236}">
                <a16:creationId xmlns:a16="http://schemas.microsoft.com/office/drawing/2014/main" id="{D9E02F54-5D84-4CB8-921A-F56AE317D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06" name="矩形">
            <a:extLst xmlns:a="http://schemas.openxmlformats.org/drawingml/2006/main">
              <a:ext uri="{FF2B5EF4-FFF2-40B4-BE49-F238E27FC236}">
                <a16:creationId xmlns:a16="http://schemas.microsoft.com/office/drawing/2014/main" id="{A9AB4E68-E234-4AF7-8CD6-103B200A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07" name="矩形">
            <a:extLst xmlns:a="http://schemas.openxmlformats.org/drawingml/2006/main">
              <a:ext uri="{FF2B5EF4-FFF2-40B4-BE49-F238E27FC236}">
                <a16:creationId xmlns:a16="http://schemas.microsoft.com/office/drawing/2014/main" id="{0675E35A-1B8B-4372-8D58-80A337A5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08" name="矩形">
            <a:extLst xmlns:a="http://schemas.openxmlformats.org/drawingml/2006/main">
              <a:ext uri="{FF2B5EF4-FFF2-40B4-BE49-F238E27FC236}">
                <a16:creationId xmlns:a16="http://schemas.microsoft.com/office/drawing/2014/main" id="{9E2DC1CC-C84C-44D0-A702-EFEAE6B3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09" name="矩形">
            <a:extLst xmlns:a="http://schemas.openxmlformats.org/drawingml/2006/main">
              <a:ext uri="{FF2B5EF4-FFF2-40B4-BE49-F238E27FC236}">
                <a16:creationId xmlns:a16="http://schemas.microsoft.com/office/drawing/2014/main" id="{62F977CE-6BF4-4714-BB3C-9713AF1A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0" name="矩形">
            <a:extLst xmlns:a="http://schemas.openxmlformats.org/drawingml/2006/main">
              <a:ext uri="{FF2B5EF4-FFF2-40B4-BE49-F238E27FC236}">
                <a16:creationId xmlns:a16="http://schemas.microsoft.com/office/drawing/2014/main" id="{FF6C28D4-1C12-4F1D-A090-5DD8711C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1" name="矩形">
            <a:extLst xmlns:a="http://schemas.openxmlformats.org/drawingml/2006/main">
              <a:ext uri="{FF2B5EF4-FFF2-40B4-BE49-F238E27FC236}">
                <a16:creationId xmlns:a16="http://schemas.microsoft.com/office/drawing/2014/main" id="{330041B0-1CB1-4C51-9E85-57C0A882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2" name="矩形">
            <a:extLst xmlns:a="http://schemas.openxmlformats.org/drawingml/2006/main">
              <a:ext uri="{FF2B5EF4-FFF2-40B4-BE49-F238E27FC236}">
                <a16:creationId xmlns:a16="http://schemas.microsoft.com/office/drawing/2014/main" id="{2CEB4F15-72CD-43D0-8869-7918D5F9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3" name="矩形">
            <a:extLst xmlns:a="http://schemas.openxmlformats.org/drawingml/2006/main">
              <a:ext uri="{FF2B5EF4-FFF2-40B4-BE49-F238E27FC236}">
                <a16:creationId xmlns:a16="http://schemas.microsoft.com/office/drawing/2014/main" id="{E836E30F-5EDC-43C5-B008-32CC91DF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4" name="矩形">
            <a:extLst xmlns:a="http://schemas.openxmlformats.org/drawingml/2006/main">
              <a:ext uri="{FF2B5EF4-FFF2-40B4-BE49-F238E27FC236}">
                <a16:creationId xmlns:a16="http://schemas.microsoft.com/office/drawing/2014/main" id="{4C2126EE-0926-4A36-A7E0-F3B0B353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5" name="矩形">
            <a:extLst xmlns:a="http://schemas.openxmlformats.org/drawingml/2006/main">
              <a:ext uri="{FF2B5EF4-FFF2-40B4-BE49-F238E27FC236}">
                <a16:creationId xmlns:a16="http://schemas.microsoft.com/office/drawing/2014/main" id="{2A290EFB-23FA-4F2E-ACF4-60222ED5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6" name="矩形">
            <a:extLst xmlns:a="http://schemas.openxmlformats.org/drawingml/2006/main">
              <a:ext uri="{FF2B5EF4-FFF2-40B4-BE49-F238E27FC236}">
                <a16:creationId xmlns:a16="http://schemas.microsoft.com/office/drawing/2014/main" id="{87AF2F5F-45A7-4255-85F5-1435AF83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7" name="矩形">
            <a:extLst xmlns:a="http://schemas.openxmlformats.org/drawingml/2006/main">
              <a:ext uri="{FF2B5EF4-FFF2-40B4-BE49-F238E27FC236}">
                <a16:creationId xmlns:a16="http://schemas.microsoft.com/office/drawing/2014/main" id="{9FBA8D8F-87B3-469F-ACBA-877C30AF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8" name="矩形">
            <a:extLst xmlns:a="http://schemas.openxmlformats.org/drawingml/2006/main">
              <a:ext uri="{FF2B5EF4-FFF2-40B4-BE49-F238E27FC236}">
                <a16:creationId xmlns:a16="http://schemas.microsoft.com/office/drawing/2014/main" id="{E239CD13-B99C-4075-9E45-04FB4D70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19" name="矩形">
            <a:extLst xmlns:a="http://schemas.openxmlformats.org/drawingml/2006/main">
              <a:ext uri="{FF2B5EF4-FFF2-40B4-BE49-F238E27FC236}">
                <a16:creationId xmlns:a16="http://schemas.microsoft.com/office/drawing/2014/main" id="{A59550F2-933A-4D50-AC25-73715887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0" name="矩形">
            <a:extLst xmlns:a="http://schemas.openxmlformats.org/drawingml/2006/main">
              <a:ext uri="{FF2B5EF4-FFF2-40B4-BE49-F238E27FC236}">
                <a16:creationId xmlns:a16="http://schemas.microsoft.com/office/drawing/2014/main" id="{87049B7D-FBDA-48EC-8A85-37E02F38A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1" name="矩形">
            <a:extLst xmlns:a="http://schemas.openxmlformats.org/drawingml/2006/main">
              <a:ext uri="{FF2B5EF4-FFF2-40B4-BE49-F238E27FC236}">
                <a16:creationId xmlns:a16="http://schemas.microsoft.com/office/drawing/2014/main" id="{DD9AC4D5-F1DC-4F90-8448-1F38AC86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2" name="矩形">
            <a:extLst xmlns:a="http://schemas.openxmlformats.org/drawingml/2006/main">
              <a:ext uri="{FF2B5EF4-FFF2-40B4-BE49-F238E27FC236}">
                <a16:creationId xmlns:a16="http://schemas.microsoft.com/office/drawing/2014/main" id="{03410915-7141-4CCB-9149-3DDC18D9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3" name="矩形">
            <a:extLst xmlns:a="http://schemas.openxmlformats.org/drawingml/2006/main">
              <a:ext uri="{FF2B5EF4-FFF2-40B4-BE49-F238E27FC236}">
                <a16:creationId xmlns:a16="http://schemas.microsoft.com/office/drawing/2014/main" id="{6C1BC943-369E-42F7-8925-B6DCC37A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4" name="矩形">
            <a:extLst xmlns:a="http://schemas.openxmlformats.org/drawingml/2006/main">
              <a:ext uri="{FF2B5EF4-FFF2-40B4-BE49-F238E27FC236}">
                <a16:creationId xmlns:a16="http://schemas.microsoft.com/office/drawing/2014/main" id="{B4A1FB6F-5B57-4674-9EF2-CCC797C8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5" name="矩形">
            <a:extLst xmlns:a="http://schemas.openxmlformats.org/drawingml/2006/main">
              <a:ext uri="{FF2B5EF4-FFF2-40B4-BE49-F238E27FC236}">
                <a16:creationId xmlns:a16="http://schemas.microsoft.com/office/drawing/2014/main" id="{B9C8EFE8-D545-4BB3-BB64-64F00A83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6" name="矩形">
            <a:extLst xmlns:a="http://schemas.openxmlformats.org/drawingml/2006/main">
              <a:ext uri="{FF2B5EF4-FFF2-40B4-BE49-F238E27FC236}">
                <a16:creationId xmlns:a16="http://schemas.microsoft.com/office/drawing/2014/main" id="{C5DC0C56-D8B8-4D6C-AE66-909A18FD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7" name="矩形">
            <a:extLst xmlns:a="http://schemas.openxmlformats.org/drawingml/2006/main">
              <a:ext uri="{FF2B5EF4-FFF2-40B4-BE49-F238E27FC236}">
                <a16:creationId xmlns:a16="http://schemas.microsoft.com/office/drawing/2014/main" id="{1F540ADD-72A0-4D10-9003-85F2D9A4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8" name="矩形">
            <a:extLst xmlns:a="http://schemas.openxmlformats.org/drawingml/2006/main">
              <a:ext uri="{FF2B5EF4-FFF2-40B4-BE49-F238E27FC236}">
                <a16:creationId xmlns:a16="http://schemas.microsoft.com/office/drawing/2014/main" id="{D35B29EA-1C57-478F-ACFF-95A1FEF29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29" name="矩形">
            <a:extLst xmlns:a="http://schemas.openxmlformats.org/drawingml/2006/main">
              <a:ext uri="{FF2B5EF4-FFF2-40B4-BE49-F238E27FC236}">
                <a16:creationId xmlns:a16="http://schemas.microsoft.com/office/drawing/2014/main" id="{FD0D77B5-2D1D-4FED-84A8-D7DE84D8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0" name="矩形">
            <a:extLst xmlns:a="http://schemas.openxmlformats.org/drawingml/2006/main">
              <a:ext uri="{FF2B5EF4-FFF2-40B4-BE49-F238E27FC236}">
                <a16:creationId xmlns:a16="http://schemas.microsoft.com/office/drawing/2014/main" id="{99B57AE5-8E26-4626-B160-6BCCC1A8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1" name="矩形">
            <a:extLst xmlns:a="http://schemas.openxmlformats.org/drawingml/2006/main">
              <a:ext uri="{FF2B5EF4-FFF2-40B4-BE49-F238E27FC236}">
                <a16:creationId xmlns:a16="http://schemas.microsoft.com/office/drawing/2014/main" id="{5682FF9E-2D87-4F33-96D1-0524C3E3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2" name="矩形">
            <a:extLst xmlns:a="http://schemas.openxmlformats.org/drawingml/2006/main">
              <a:ext uri="{FF2B5EF4-FFF2-40B4-BE49-F238E27FC236}">
                <a16:creationId xmlns:a16="http://schemas.microsoft.com/office/drawing/2014/main" id="{EC7F7DBE-FEDF-4BFB-BEE3-C15CE656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3" name="矩形">
            <a:extLst xmlns:a="http://schemas.openxmlformats.org/drawingml/2006/main">
              <a:ext uri="{FF2B5EF4-FFF2-40B4-BE49-F238E27FC236}">
                <a16:creationId xmlns:a16="http://schemas.microsoft.com/office/drawing/2014/main" id="{1E59325A-E437-45BB-B482-6F6F1225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4" name="矩形">
            <a:extLst xmlns:a="http://schemas.openxmlformats.org/drawingml/2006/main">
              <a:ext uri="{FF2B5EF4-FFF2-40B4-BE49-F238E27FC236}">
                <a16:creationId xmlns:a16="http://schemas.microsoft.com/office/drawing/2014/main" id="{8BE42685-0846-4A12-9738-A7DE4BE6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5" name="矩形">
            <a:extLst xmlns:a="http://schemas.openxmlformats.org/drawingml/2006/main">
              <a:ext uri="{FF2B5EF4-FFF2-40B4-BE49-F238E27FC236}">
                <a16:creationId xmlns:a16="http://schemas.microsoft.com/office/drawing/2014/main" id="{C49050DF-6099-424C-A4AD-3DA3C80C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6" name="矩形">
            <a:extLst xmlns:a="http://schemas.openxmlformats.org/drawingml/2006/main">
              <a:ext uri="{FF2B5EF4-FFF2-40B4-BE49-F238E27FC236}">
                <a16:creationId xmlns:a16="http://schemas.microsoft.com/office/drawing/2014/main" id="{025C1EB6-4F6E-4C43-BEDA-2E8BD22F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7" name="矩形">
            <a:extLst xmlns:a="http://schemas.openxmlformats.org/drawingml/2006/main">
              <a:ext uri="{FF2B5EF4-FFF2-40B4-BE49-F238E27FC236}">
                <a16:creationId xmlns:a16="http://schemas.microsoft.com/office/drawing/2014/main" id="{8898D998-91AE-4F52-A2C7-A3456230B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8" name="矩形">
            <a:extLst xmlns:a="http://schemas.openxmlformats.org/drawingml/2006/main">
              <a:ext uri="{FF2B5EF4-FFF2-40B4-BE49-F238E27FC236}">
                <a16:creationId xmlns:a16="http://schemas.microsoft.com/office/drawing/2014/main" id="{A4B9DB91-4922-46AA-93E3-E61E55886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39" name="矩形">
            <a:extLst xmlns:a="http://schemas.openxmlformats.org/drawingml/2006/main">
              <a:ext uri="{FF2B5EF4-FFF2-40B4-BE49-F238E27FC236}">
                <a16:creationId xmlns:a16="http://schemas.microsoft.com/office/drawing/2014/main" id="{B601EE22-6B3A-4B07-AC55-44634D70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0" name="矩形">
            <a:extLst xmlns:a="http://schemas.openxmlformats.org/drawingml/2006/main">
              <a:ext uri="{FF2B5EF4-FFF2-40B4-BE49-F238E27FC236}">
                <a16:creationId xmlns:a16="http://schemas.microsoft.com/office/drawing/2014/main" id="{4FBBB7B8-7AC2-4A83-99F3-6AE5A133B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1" name="矩形">
            <a:extLst xmlns:a="http://schemas.openxmlformats.org/drawingml/2006/main">
              <a:ext uri="{FF2B5EF4-FFF2-40B4-BE49-F238E27FC236}">
                <a16:creationId xmlns:a16="http://schemas.microsoft.com/office/drawing/2014/main" id="{65A84197-1B74-442A-B9B9-CBF91BAF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2" name="矩形">
            <a:extLst xmlns:a="http://schemas.openxmlformats.org/drawingml/2006/main">
              <a:ext uri="{FF2B5EF4-FFF2-40B4-BE49-F238E27FC236}">
                <a16:creationId xmlns:a16="http://schemas.microsoft.com/office/drawing/2014/main" id="{6302CF47-5932-4C00-A8F1-358D663D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3" name="矩形">
            <a:extLst xmlns:a="http://schemas.openxmlformats.org/drawingml/2006/main">
              <a:ext uri="{FF2B5EF4-FFF2-40B4-BE49-F238E27FC236}">
                <a16:creationId xmlns:a16="http://schemas.microsoft.com/office/drawing/2014/main" id="{286E8792-C30E-4B22-990B-69A14746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4" name="矩形">
            <a:extLst xmlns:a="http://schemas.openxmlformats.org/drawingml/2006/main">
              <a:ext uri="{FF2B5EF4-FFF2-40B4-BE49-F238E27FC236}">
                <a16:creationId xmlns:a16="http://schemas.microsoft.com/office/drawing/2014/main" id="{EEF2E0DC-E766-40D3-BF0D-4E25BD65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5" name="矩形">
            <a:extLst xmlns:a="http://schemas.openxmlformats.org/drawingml/2006/main">
              <a:ext uri="{FF2B5EF4-FFF2-40B4-BE49-F238E27FC236}">
                <a16:creationId xmlns:a16="http://schemas.microsoft.com/office/drawing/2014/main" id="{666F26A9-813B-4C92-B7E7-2D29A8D4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6" name="矩形">
            <a:extLst xmlns:a="http://schemas.openxmlformats.org/drawingml/2006/main">
              <a:ext uri="{FF2B5EF4-FFF2-40B4-BE49-F238E27FC236}">
                <a16:creationId xmlns:a16="http://schemas.microsoft.com/office/drawing/2014/main" id="{62D49781-010F-47A4-B127-85E174238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7" name="矩形">
            <a:extLst xmlns:a="http://schemas.openxmlformats.org/drawingml/2006/main">
              <a:ext uri="{FF2B5EF4-FFF2-40B4-BE49-F238E27FC236}">
                <a16:creationId xmlns:a16="http://schemas.microsoft.com/office/drawing/2014/main" id="{83B963ED-72DA-4381-9A24-E8C27A91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8" name="矩形">
            <a:extLst xmlns:a="http://schemas.openxmlformats.org/drawingml/2006/main">
              <a:ext uri="{FF2B5EF4-FFF2-40B4-BE49-F238E27FC236}">
                <a16:creationId xmlns:a16="http://schemas.microsoft.com/office/drawing/2014/main" id="{EAAEB36B-2242-43AF-8FEA-6E05E810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49" name="矩形">
            <a:extLst xmlns:a="http://schemas.openxmlformats.org/drawingml/2006/main">
              <a:ext uri="{FF2B5EF4-FFF2-40B4-BE49-F238E27FC236}">
                <a16:creationId xmlns:a16="http://schemas.microsoft.com/office/drawing/2014/main" id="{4626E6BC-1680-4A49-9CDC-F30F69C6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0" name="矩形">
            <a:extLst xmlns:a="http://schemas.openxmlformats.org/drawingml/2006/main">
              <a:ext uri="{FF2B5EF4-FFF2-40B4-BE49-F238E27FC236}">
                <a16:creationId xmlns:a16="http://schemas.microsoft.com/office/drawing/2014/main" id="{C8453918-32F9-4BCB-A6D2-2B40B200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1" name="矩形">
            <a:extLst xmlns:a="http://schemas.openxmlformats.org/drawingml/2006/main">
              <a:ext uri="{FF2B5EF4-FFF2-40B4-BE49-F238E27FC236}">
                <a16:creationId xmlns:a16="http://schemas.microsoft.com/office/drawing/2014/main" id="{8E53F281-7663-4C96-938A-B63DE2A78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2" name="矩形">
            <a:extLst xmlns:a="http://schemas.openxmlformats.org/drawingml/2006/main">
              <a:ext uri="{FF2B5EF4-FFF2-40B4-BE49-F238E27FC236}">
                <a16:creationId xmlns:a16="http://schemas.microsoft.com/office/drawing/2014/main" id="{4FBF744D-DF29-4593-BB8F-7C7100D7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3" name="矩形">
            <a:extLst xmlns:a="http://schemas.openxmlformats.org/drawingml/2006/main">
              <a:ext uri="{FF2B5EF4-FFF2-40B4-BE49-F238E27FC236}">
                <a16:creationId xmlns:a16="http://schemas.microsoft.com/office/drawing/2014/main" id="{B8FEF799-6DC1-4E66-A12A-09C058BE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4" name="矩形">
            <a:extLst xmlns:a="http://schemas.openxmlformats.org/drawingml/2006/main">
              <a:ext uri="{FF2B5EF4-FFF2-40B4-BE49-F238E27FC236}">
                <a16:creationId xmlns:a16="http://schemas.microsoft.com/office/drawing/2014/main" id="{8E71A5BB-9EED-439F-B90A-A16221961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5" name="矩形">
            <a:extLst xmlns:a="http://schemas.openxmlformats.org/drawingml/2006/main">
              <a:ext uri="{FF2B5EF4-FFF2-40B4-BE49-F238E27FC236}">
                <a16:creationId xmlns:a16="http://schemas.microsoft.com/office/drawing/2014/main" id="{8ECB6D97-35DB-4B07-94D6-69A053833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6" name="矩形">
            <a:extLst xmlns:a="http://schemas.openxmlformats.org/drawingml/2006/main">
              <a:ext uri="{FF2B5EF4-FFF2-40B4-BE49-F238E27FC236}">
                <a16:creationId xmlns:a16="http://schemas.microsoft.com/office/drawing/2014/main" id="{D6B9ECB7-FE26-466F-B5AC-7A37836B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7" name="矩形">
            <a:extLst xmlns:a="http://schemas.openxmlformats.org/drawingml/2006/main">
              <a:ext uri="{FF2B5EF4-FFF2-40B4-BE49-F238E27FC236}">
                <a16:creationId xmlns:a16="http://schemas.microsoft.com/office/drawing/2014/main" id="{83DFFDE4-D4CF-47B5-B1B5-2F3A73505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8" name="矩形">
            <a:extLst xmlns:a="http://schemas.openxmlformats.org/drawingml/2006/main">
              <a:ext uri="{FF2B5EF4-FFF2-40B4-BE49-F238E27FC236}">
                <a16:creationId xmlns:a16="http://schemas.microsoft.com/office/drawing/2014/main" id="{442EC85C-F8A7-4275-844B-98252D4A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59" name="矩形">
            <a:extLst xmlns:a="http://schemas.openxmlformats.org/drawingml/2006/main">
              <a:ext uri="{FF2B5EF4-FFF2-40B4-BE49-F238E27FC236}">
                <a16:creationId xmlns:a16="http://schemas.microsoft.com/office/drawing/2014/main" id="{50A9091C-E6A8-40CD-A386-13D3DBF2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0" name="矩形">
            <a:extLst xmlns:a="http://schemas.openxmlformats.org/drawingml/2006/main">
              <a:ext uri="{FF2B5EF4-FFF2-40B4-BE49-F238E27FC236}">
                <a16:creationId xmlns:a16="http://schemas.microsoft.com/office/drawing/2014/main" id="{5ACA60F0-C370-40C5-8D4D-428E8651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1" name="矩形">
            <a:extLst xmlns:a="http://schemas.openxmlformats.org/drawingml/2006/main">
              <a:ext uri="{FF2B5EF4-FFF2-40B4-BE49-F238E27FC236}">
                <a16:creationId xmlns:a16="http://schemas.microsoft.com/office/drawing/2014/main" id="{0677961A-ADDD-4B76-828E-BB3C7107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2" name="矩形">
            <a:extLst xmlns:a="http://schemas.openxmlformats.org/drawingml/2006/main">
              <a:ext uri="{FF2B5EF4-FFF2-40B4-BE49-F238E27FC236}">
                <a16:creationId xmlns:a16="http://schemas.microsoft.com/office/drawing/2014/main" id="{B2D82253-8F13-44A9-BCD8-11FEFD64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3" name="矩形">
            <a:extLst xmlns:a="http://schemas.openxmlformats.org/drawingml/2006/main">
              <a:ext uri="{FF2B5EF4-FFF2-40B4-BE49-F238E27FC236}">
                <a16:creationId xmlns:a16="http://schemas.microsoft.com/office/drawing/2014/main" id="{3FC2D907-FA7B-4A79-B2A2-8B4099BC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4" name="矩形">
            <a:extLst xmlns:a="http://schemas.openxmlformats.org/drawingml/2006/main">
              <a:ext uri="{FF2B5EF4-FFF2-40B4-BE49-F238E27FC236}">
                <a16:creationId xmlns:a16="http://schemas.microsoft.com/office/drawing/2014/main" id="{42E99E69-236C-47ED-9B6D-F391C34B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5" name="矩形">
            <a:extLst xmlns:a="http://schemas.openxmlformats.org/drawingml/2006/main">
              <a:ext uri="{FF2B5EF4-FFF2-40B4-BE49-F238E27FC236}">
                <a16:creationId xmlns:a16="http://schemas.microsoft.com/office/drawing/2014/main" id="{A000CEEF-707D-4183-93F4-11D9848D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6" name="矩形">
            <a:extLst xmlns:a="http://schemas.openxmlformats.org/drawingml/2006/main">
              <a:ext uri="{FF2B5EF4-FFF2-40B4-BE49-F238E27FC236}">
                <a16:creationId xmlns:a16="http://schemas.microsoft.com/office/drawing/2014/main" id="{19869D4F-BC5E-4A8D-879A-F8ABC9CB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7" name="矩形">
            <a:extLst xmlns:a="http://schemas.openxmlformats.org/drawingml/2006/main">
              <a:ext uri="{FF2B5EF4-FFF2-40B4-BE49-F238E27FC236}">
                <a16:creationId xmlns:a16="http://schemas.microsoft.com/office/drawing/2014/main" id="{93307D5E-691A-4173-AA85-D08C6EDB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8" name="矩形">
            <a:extLst xmlns:a="http://schemas.openxmlformats.org/drawingml/2006/main">
              <a:ext uri="{FF2B5EF4-FFF2-40B4-BE49-F238E27FC236}">
                <a16:creationId xmlns:a16="http://schemas.microsoft.com/office/drawing/2014/main" id="{064F652A-E811-4CAC-9A8D-99C855A5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69" name="矩形">
            <a:extLst xmlns:a="http://schemas.openxmlformats.org/drawingml/2006/main">
              <a:ext uri="{FF2B5EF4-FFF2-40B4-BE49-F238E27FC236}">
                <a16:creationId xmlns:a16="http://schemas.microsoft.com/office/drawing/2014/main" id="{6D6EB9F1-8FF7-472C-BFF6-0E833C10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70" name="矩形">
            <a:extLst xmlns:a="http://schemas.openxmlformats.org/drawingml/2006/main">
              <a:ext uri="{FF2B5EF4-FFF2-40B4-BE49-F238E27FC236}">
                <a16:creationId xmlns:a16="http://schemas.microsoft.com/office/drawing/2014/main" id="{5B28B28D-7BD2-4A4C-BEB8-D03B3A08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71" name="矩形">
            <a:extLst xmlns:a="http://schemas.openxmlformats.org/drawingml/2006/main">
              <a:ext uri="{FF2B5EF4-FFF2-40B4-BE49-F238E27FC236}">
                <a16:creationId xmlns:a16="http://schemas.microsoft.com/office/drawing/2014/main" id="{905101E1-CEF3-4174-9605-13F98708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272" name="矩形">
            <a:extLst xmlns:a="http://schemas.openxmlformats.org/drawingml/2006/main">
              <a:ext uri="{FF2B5EF4-FFF2-40B4-BE49-F238E27FC236}">
                <a16:creationId xmlns:a16="http://schemas.microsoft.com/office/drawing/2014/main" id="{3A103095-B9A2-4B5A-8771-8C35A1FE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273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715f8a0414c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1274" name="矩形">
            <a:extLst xmlns:a="http://schemas.openxmlformats.org/drawingml/2006/main">
              <a:ext uri="{FF2B5EF4-FFF2-40B4-BE49-F238E27FC236}">
                <a16:creationId xmlns:a16="http://schemas.microsoft.com/office/drawing/2014/main" id="{F2E6648A-E6B6-4F19-9E01-41F20016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275" name="算法对象如何落到代码">
            <a:extLst xmlns:a="http://schemas.openxmlformats.org/drawingml/2006/main">
              <a:ext uri="{FF2B5EF4-FFF2-40B4-BE49-F238E27FC236}">
                <a16:creationId xmlns:a16="http://schemas.microsoft.com/office/drawing/2014/main" id="{9AEDF07A-62F1-4D64-A4EF-C4DE8C96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算法对象如何落到代码</a:t>
            </a:r>
          </a:p>
        </p:txBody>
      </p:sp>
      <p:sp>
        <p:nvSpPr>
          <p:cNvPr id="1276" name="矩形">
            <a:extLst xmlns:a="http://schemas.openxmlformats.org/drawingml/2006/main">
              <a:ext uri="{FF2B5EF4-FFF2-40B4-BE49-F238E27FC236}">
                <a16:creationId xmlns:a16="http://schemas.microsoft.com/office/drawing/2014/main" id="{640C6867-363E-4634-8FEA-EC2E2A8A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277" name="IMPLEMENTATION">
            <a:extLst xmlns:a="http://schemas.openxmlformats.org/drawingml/2006/main">
              <a:ext uri="{FF2B5EF4-FFF2-40B4-BE49-F238E27FC236}">
                <a16:creationId xmlns:a16="http://schemas.microsoft.com/office/drawing/2014/main" id="{544A8333-D744-4832-B42A-B29B9E3F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IMPLEMENTATION</a:t>
            </a:r>
          </a:p>
        </p:txBody>
      </p:sp>
      <p:sp>
        <p:nvSpPr>
          <p:cNvPr id="1278" name="矩形">
            <a:extLst xmlns:a="http://schemas.openxmlformats.org/drawingml/2006/main">
              <a:ext uri="{FF2B5EF4-FFF2-40B4-BE49-F238E27FC236}">
                <a16:creationId xmlns:a16="http://schemas.microsoft.com/office/drawing/2014/main" id="{88A906E5-17DB-4D24-B7EF-DCFC0304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280" name="矩形 985">
            <a:extLst xmlns:a="http://schemas.openxmlformats.org/drawingml/2006/main">
              <a:ext uri="{FF2B5EF4-FFF2-40B4-BE49-F238E27FC236}">
                <a16:creationId xmlns:a16="http://schemas.microsoft.com/office/drawing/2014/main" id="{DB00EC71-40F4-4117-AEEC-C10B96AB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3175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281" name="矩形">
            <a:extLst xmlns:a="http://schemas.openxmlformats.org/drawingml/2006/main">
              <a:ext uri="{FF2B5EF4-FFF2-40B4-BE49-F238E27FC236}">
                <a16:creationId xmlns:a16="http://schemas.microsoft.com/office/drawing/2014/main" id="{6AA2C557-BC61-4C9E-9B04-24486748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799"/>
            <a:ext cx="238125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282" name="算法对象">
            <a:extLst xmlns:a="http://schemas.openxmlformats.org/drawingml/2006/main">
              <a:ext uri="{FF2B5EF4-FFF2-40B4-BE49-F238E27FC236}">
                <a16:creationId xmlns:a16="http://schemas.microsoft.com/office/drawing/2014/main" id="{69C75CEC-C295-4718-8EFE-3B7A6457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66797"/>
            <a:ext cx="2381250" cy="215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算法对象</a:t>
            </a:r>
          </a:p>
        </p:txBody>
      </p:sp>
      <p:sp>
        <p:nvSpPr>
          <p:cNvPr id="1283" name="矩形">
            <a:extLst xmlns:a="http://schemas.openxmlformats.org/drawingml/2006/main">
              <a:ext uri="{FF2B5EF4-FFF2-40B4-BE49-F238E27FC236}">
                <a16:creationId xmlns:a16="http://schemas.microsoft.com/office/drawing/2014/main" id="{5FECA9A3-FA53-462D-81AB-472BCD91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066799"/>
            <a:ext cx="266700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284" name="实现字段 / 模块">
            <a:extLst xmlns:a="http://schemas.openxmlformats.org/drawingml/2006/main">
              <a:ext uri="{FF2B5EF4-FFF2-40B4-BE49-F238E27FC236}">
                <a16:creationId xmlns:a16="http://schemas.microsoft.com/office/drawing/2014/main" id="{4AB4025D-724E-4D80-9C8E-E809CF64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066797"/>
            <a:ext cx="2667000" cy="215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实现字段 / 模块</a:t>
            </a:r>
          </a:p>
        </p:txBody>
      </p:sp>
      <p:sp>
        <p:nvSpPr>
          <p:cNvPr id="1285" name="矩形">
            <a:extLst xmlns:a="http://schemas.openxmlformats.org/drawingml/2006/main">
              <a:ext uri="{FF2B5EF4-FFF2-40B4-BE49-F238E27FC236}">
                <a16:creationId xmlns:a16="http://schemas.microsoft.com/office/drawing/2014/main" id="{1D78C191-2407-407A-829C-D52E5C78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066799"/>
            <a:ext cx="4953000" cy="2286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286" name="作用">
            <a:extLst xmlns:a="http://schemas.openxmlformats.org/drawingml/2006/main">
              <a:ext uri="{FF2B5EF4-FFF2-40B4-BE49-F238E27FC236}">
                <a16:creationId xmlns:a16="http://schemas.microsoft.com/office/drawing/2014/main" id="{93DA8668-799B-4EF9-B282-7F4B9970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066797"/>
            <a:ext cx="4953000" cy="215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作用</a:t>
            </a:r>
          </a:p>
        </p:txBody>
      </p:sp>
      <p:sp>
        <p:nvSpPr>
          <p:cNvPr id="1287" name="矩形 989">
            <a:extLst xmlns:a="http://schemas.openxmlformats.org/drawingml/2006/main">
              <a:ext uri="{FF2B5EF4-FFF2-40B4-BE49-F238E27FC236}">
                <a16:creationId xmlns:a16="http://schemas.microsoft.com/office/drawing/2014/main" id="{42F12E61-FAD7-4E47-9E8A-71DC33ED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288" name="矩形">
            <a:extLst xmlns:a="http://schemas.openxmlformats.org/drawingml/2006/main">
              <a:ext uri="{FF2B5EF4-FFF2-40B4-BE49-F238E27FC236}">
                <a16:creationId xmlns:a16="http://schemas.microsoft.com/office/drawing/2014/main" id="{7C7E9E10-450E-4A50-9D87-8ABBF499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43049"/>
            <a:ext cx="23812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289" name="硬可行性过滤 F_h">
            <a:extLst xmlns:a="http://schemas.openxmlformats.org/drawingml/2006/main">
              <a:ext uri="{FF2B5EF4-FFF2-40B4-BE49-F238E27FC236}">
                <a16:creationId xmlns:a16="http://schemas.microsoft.com/office/drawing/2014/main" id="{A19C3658-0574-4E3F-9248-DE8158C6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43047"/>
            <a:ext cx="238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硬可行性过滤 F_h</a:t>
            </a:r>
          </a:p>
        </p:txBody>
      </p:sp>
      <p:sp>
        <p:nvSpPr>
          <p:cNvPr id="1290" name="矩形">
            <a:extLst xmlns:a="http://schemas.openxmlformats.org/drawingml/2006/main">
              <a:ext uri="{FF2B5EF4-FFF2-40B4-BE49-F238E27FC236}">
                <a16:creationId xmlns:a16="http://schemas.microsoft.com/office/drawing/2014/main" id="{5FF15C3C-B1E6-45D8-B2EA-CF63BDD7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543049"/>
            <a:ext cx="2667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291" name="candidate_feasibility / generator">
            <a:extLst xmlns:a="http://schemas.openxmlformats.org/drawingml/2006/main">
              <a:ext uri="{FF2B5EF4-FFF2-40B4-BE49-F238E27FC236}">
                <a16:creationId xmlns:a16="http://schemas.microsoft.com/office/drawing/2014/main" id="{350D80EE-0FB0-43EF-8976-1B457DCB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543047"/>
            <a:ext cx="266700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candidate_feasibility / generator</a:t>
            </a:r>
          </a:p>
        </p:txBody>
      </p:sp>
      <p:sp>
        <p:nvSpPr>
          <p:cNvPr id="1292" name="矩形">
            <a:extLst xmlns:a="http://schemas.openxmlformats.org/drawingml/2006/main">
              <a:ext uri="{FF2B5EF4-FFF2-40B4-BE49-F238E27FC236}">
                <a16:creationId xmlns:a16="http://schemas.microsoft.com/office/drawing/2014/main" id="{CB5FBC22-8A26-418A-B493-0B5FA34A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43049"/>
            <a:ext cx="4953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293" name="阻断 tool、schema、I/O、safety、budget 违规候选">
            <a:extLst xmlns:a="http://schemas.openxmlformats.org/drawingml/2006/main">
              <a:ext uri="{FF2B5EF4-FFF2-40B4-BE49-F238E27FC236}">
                <a16:creationId xmlns:a16="http://schemas.microsoft.com/office/drawing/2014/main" id="{AE7225F8-19F3-4E4F-BAB3-9B294F3F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43047"/>
            <a:ext cx="495300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阻断 tool、schema、I/O、safety、budget 违规候选</a:t>
            </a:r>
          </a:p>
        </p:txBody>
      </p:sp>
      <p:sp>
        <p:nvSpPr>
          <p:cNvPr id="1294" name="矩形 993">
            <a:extLst xmlns:a="http://schemas.openxmlformats.org/drawingml/2006/main">
              <a:ext uri="{FF2B5EF4-FFF2-40B4-BE49-F238E27FC236}">
                <a16:creationId xmlns:a16="http://schemas.microsoft.com/office/drawing/2014/main" id="{A308E4A3-235D-466D-A316-629F07B3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295" name="矩形">
            <a:extLst xmlns:a="http://schemas.openxmlformats.org/drawingml/2006/main">
              <a:ext uri="{FF2B5EF4-FFF2-40B4-BE49-F238E27FC236}">
                <a16:creationId xmlns:a16="http://schemas.microsoft.com/office/drawing/2014/main" id="{36754E98-AC8E-47CB-8D5B-7147283F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6924"/>
            <a:ext cx="23812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296" name="静态评分 S_static">
            <a:extLst xmlns:a="http://schemas.openxmlformats.org/drawingml/2006/main">
              <a:ext uri="{FF2B5EF4-FFF2-40B4-BE49-F238E27FC236}">
                <a16:creationId xmlns:a16="http://schemas.microsoft.com/office/drawing/2014/main" id="{0C2F0304-851B-46ED-B03A-C95A1FC4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66923"/>
            <a:ext cx="238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静态评分 S_static</a:t>
            </a:r>
          </a:p>
        </p:txBody>
      </p:sp>
      <p:sp>
        <p:nvSpPr>
          <p:cNvPr id="1297" name="矩形">
            <a:extLst xmlns:a="http://schemas.openxmlformats.org/drawingml/2006/main">
              <a:ext uri="{FF2B5EF4-FFF2-40B4-BE49-F238E27FC236}">
                <a16:creationId xmlns:a16="http://schemas.microsoft.com/office/drawing/2014/main" id="{C6E795CA-6DEA-4205-B01A-E4E867D4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66924"/>
            <a:ext cx="2667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298" name="score_breakdown.overall / static_score">
            <a:extLst xmlns:a="http://schemas.openxmlformats.org/drawingml/2006/main">
              <a:ext uri="{FF2B5EF4-FFF2-40B4-BE49-F238E27FC236}">
                <a16:creationId xmlns:a16="http://schemas.microsoft.com/office/drawing/2014/main" id="{CB393A3E-413E-4C11-AA2F-795B6668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66923"/>
            <a:ext cx="266700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score_breakdown.overall / static_score</a:t>
            </a:r>
          </a:p>
        </p:txBody>
      </p:sp>
      <p:sp>
        <p:nvSpPr>
          <p:cNvPr id="1299" name="矩形">
            <a:extLst xmlns:a="http://schemas.openxmlformats.org/drawingml/2006/main">
              <a:ext uri="{FF2B5EF4-FFF2-40B4-BE49-F238E27FC236}">
                <a16:creationId xmlns:a16="http://schemas.microsoft.com/office/drawing/2014/main" id="{880529A0-A152-40C8-89E6-56A28710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4"/>
            <a:ext cx="4953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00" name="建立执行前候选排序">
            <a:extLst xmlns:a="http://schemas.openxmlformats.org/drawingml/2006/main">
              <a:ext uri="{FF2B5EF4-FFF2-40B4-BE49-F238E27FC236}">
                <a16:creationId xmlns:a16="http://schemas.microsoft.com/office/drawing/2014/main" id="{3FEDB80C-4C65-4EAB-AF49-55AC0F41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66923"/>
            <a:ext cx="495300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建立执行前候选排序</a:t>
            </a:r>
          </a:p>
        </p:txBody>
      </p:sp>
      <p:sp>
        <p:nvSpPr>
          <p:cNvPr id="1301" name="矩形 997">
            <a:extLst xmlns:a="http://schemas.openxmlformats.org/drawingml/2006/main">
              <a:ext uri="{FF2B5EF4-FFF2-40B4-BE49-F238E27FC236}">
                <a16:creationId xmlns:a16="http://schemas.microsoft.com/office/drawing/2014/main" id="{6D99D870-D555-4409-90B4-C250D43C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302" name="矩形">
            <a:extLst xmlns:a="http://schemas.openxmlformats.org/drawingml/2006/main">
              <a:ext uri="{FF2B5EF4-FFF2-40B4-BE49-F238E27FC236}">
                <a16:creationId xmlns:a16="http://schemas.microsoft.com/office/drawing/2014/main" id="{8F36DB2B-F25B-4614-B2EA-FEF37B71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799"/>
            <a:ext cx="23812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03" name="后验目标 G_post">
            <a:extLst xmlns:a="http://schemas.openxmlformats.org/drawingml/2006/main">
              <a:ext uri="{FF2B5EF4-FFF2-40B4-BE49-F238E27FC236}">
                <a16:creationId xmlns:a16="http://schemas.microsoft.com/office/drawing/2014/main" id="{591353B5-A4AB-44A5-9ABD-8CD6257B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798"/>
            <a:ext cx="238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后验目标 G_post</a:t>
            </a:r>
          </a:p>
        </p:txBody>
      </p:sp>
      <p:sp>
        <p:nvSpPr>
          <p:cNvPr id="1304" name="矩形">
            <a:extLst xmlns:a="http://schemas.openxmlformats.org/drawingml/2006/main">
              <a:ext uri="{FF2B5EF4-FFF2-40B4-BE49-F238E27FC236}">
                <a16:creationId xmlns:a16="http://schemas.microsoft.com/office/drawing/2014/main" id="{0EDCBBB5-4165-439F-A5B8-BDD060B9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799"/>
            <a:ext cx="2667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305" name="posterior_objective">
            <a:extLst xmlns:a="http://schemas.openxmlformats.org/drawingml/2006/main">
              <a:ext uri="{FF2B5EF4-FFF2-40B4-BE49-F238E27FC236}">
                <a16:creationId xmlns:a16="http://schemas.microsoft.com/office/drawing/2014/main" id="{C96870A4-ABC5-4D02-97E2-804D51DF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798"/>
            <a:ext cx="266700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posterior_objective</a:t>
            </a:r>
          </a:p>
        </p:txBody>
      </p:sp>
      <p:sp>
        <p:nvSpPr>
          <p:cNvPr id="1306" name="矩形">
            <a:extLst xmlns:a="http://schemas.openxmlformats.org/drawingml/2006/main">
              <a:ext uri="{FF2B5EF4-FFF2-40B4-BE49-F238E27FC236}">
                <a16:creationId xmlns:a16="http://schemas.microsoft.com/office/drawing/2014/main" id="{CB8B5EC5-A4B1-45B8-A867-9E379EBC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799"/>
            <a:ext cx="4953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07" name="用计算证据更新目标匹配项">
            <a:extLst xmlns:a="http://schemas.openxmlformats.org/drawingml/2006/main">
              <a:ext uri="{FF2B5EF4-FFF2-40B4-BE49-F238E27FC236}">
                <a16:creationId xmlns:a16="http://schemas.microsoft.com/office/drawing/2014/main" id="{E66D86AB-CBF1-4ADE-AB11-D0287EA33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798"/>
            <a:ext cx="495300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用计算证据更新目标匹配项</a:t>
            </a:r>
          </a:p>
        </p:txBody>
      </p:sp>
      <p:sp>
        <p:nvSpPr>
          <p:cNvPr id="1308" name="矩形 1001">
            <a:extLst xmlns:a="http://schemas.openxmlformats.org/drawingml/2006/main">
              <a:ext uri="{FF2B5EF4-FFF2-40B4-BE49-F238E27FC236}">
                <a16:creationId xmlns:a16="http://schemas.microsoft.com/office/drawing/2014/main" id="{5A416AF7-E64E-4DC6-AF70-C6D348B6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0375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309" name="矩形">
            <a:extLst xmlns:a="http://schemas.openxmlformats.org/drawingml/2006/main">
              <a:ext uri="{FF2B5EF4-FFF2-40B4-BE49-F238E27FC236}">
                <a16:creationId xmlns:a16="http://schemas.microsoft.com/office/drawing/2014/main" id="{3E6399CC-A8EF-4183-843B-BE540604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14674"/>
            <a:ext cx="23812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10" name="Lite belief-state x_t">
            <a:extLst xmlns:a="http://schemas.openxmlformats.org/drawingml/2006/main">
              <a:ext uri="{FF2B5EF4-FFF2-40B4-BE49-F238E27FC236}">
                <a16:creationId xmlns:a16="http://schemas.microsoft.com/office/drawing/2014/main" id="{D5D90D8B-4A0A-45B6-8787-29374F05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14673"/>
            <a:ext cx="2381250" cy="152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Lite belief-state x_t</a:t>
            </a:r>
          </a:p>
        </p:txBody>
      </p:sp>
      <p:sp>
        <p:nvSpPr>
          <p:cNvPr id="1311" name="矩形">
            <a:extLst xmlns:a="http://schemas.openxmlformats.org/drawingml/2006/main">
              <a:ext uri="{FF2B5EF4-FFF2-40B4-BE49-F238E27FC236}">
                <a16:creationId xmlns:a16="http://schemas.microsoft.com/office/drawing/2014/main" id="{1E53AC65-636A-4B86-80EA-1EDAA6F5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14674"/>
            <a:ext cx="2667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312" name="RuntimeState / belief_state.py">
            <a:extLst xmlns:a="http://schemas.openxmlformats.org/drawingml/2006/main">
              <a:ext uri="{FF2B5EF4-FFF2-40B4-BE49-F238E27FC236}">
                <a16:creationId xmlns:a16="http://schemas.microsoft.com/office/drawing/2014/main" id="{1FCAE878-6F79-4267-A9DD-921C73F9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14673"/>
            <a:ext cx="266700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RuntimeState / belief_state.py</a:t>
            </a:r>
          </a:p>
        </p:txBody>
      </p:sp>
      <p:sp>
        <p:nvSpPr>
          <p:cNvPr id="1313" name="矩形">
            <a:extLst xmlns:a="http://schemas.openxmlformats.org/drawingml/2006/main">
              <a:ext uri="{FF2B5EF4-FFF2-40B4-BE49-F238E27FC236}">
                <a16:creationId xmlns:a16="http://schemas.microsoft.com/office/drawing/2014/main" id="{4025AA09-19D3-494F-A6FD-EA382D22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14674"/>
            <a:ext cx="4953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14" name="保存运行时五维状态">
            <a:extLst xmlns:a="http://schemas.openxmlformats.org/drawingml/2006/main">
              <a:ext uri="{FF2B5EF4-FFF2-40B4-BE49-F238E27FC236}">
                <a16:creationId xmlns:a16="http://schemas.microsoft.com/office/drawing/2014/main" id="{4A1E334A-BFA1-49C8-9ECB-4C60125F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14673"/>
            <a:ext cx="495300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保存运行时五维状态</a:t>
            </a:r>
          </a:p>
        </p:txBody>
      </p:sp>
      <p:sp>
        <p:nvSpPr>
          <p:cNvPr id="1315" name="矩形 1005">
            <a:extLst xmlns:a="http://schemas.openxmlformats.org/drawingml/2006/main">
              <a:ext uri="{FF2B5EF4-FFF2-40B4-BE49-F238E27FC236}">
                <a16:creationId xmlns:a16="http://schemas.microsoft.com/office/drawing/2014/main" id="{42A0B8EC-78AE-45C4-8B48-6F743525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316" name="矩形">
            <a:extLst xmlns:a="http://schemas.openxmlformats.org/drawingml/2006/main">
              <a:ext uri="{FF2B5EF4-FFF2-40B4-BE49-F238E27FC236}">
                <a16:creationId xmlns:a16="http://schemas.microsoft.com/office/drawing/2014/main" id="{8CCD832B-D378-4895-A6FF-936662882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48"/>
            <a:ext cx="23812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17" name="运行时修正 Delta">
            <a:extLst xmlns:a="http://schemas.openxmlformats.org/drawingml/2006/main">
              <a:ext uri="{FF2B5EF4-FFF2-40B4-BE49-F238E27FC236}">
                <a16:creationId xmlns:a16="http://schemas.microsoft.com/office/drawing/2014/main" id="{FC8B1D49-7A8B-45DD-82F3-CCBDEAF3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38548"/>
            <a:ext cx="238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运行时修正 Delta</a:t>
            </a:r>
          </a:p>
        </p:txBody>
      </p:sp>
      <p:sp>
        <p:nvSpPr>
          <p:cNvPr id="1318" name="矩形">
            <a:extLst xmlns:a="http://schemas.openxmlformats.org/drawingml/2006/main">
              <a:ext uri="{FF2B5EF4-FFF2-40B4-BE49-F238E27FC236}">
                <a16:creationId xmlns:a16="http://schemas.microsoft.com/office/drawing/2014/main" id="{ADBDDF9E-7A25-463D-AA2B-63998AEF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38548"/>
            <a:ext cx="2667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319" name="runtime_adjustment / RuntimeEvaluator">
            <a:extLst xmlns:a="http://schemas.openxmlformats.org/drawingml/2006/main">
              <a:ext uri="{FF2B5EF4-FFF2-40B4-BE49-F238E27FC236}">
                <a16:creationId xmlns:a16="http://schemas.microsoft.com/office/drawing/2014/main" id="{6506CB3E-5A72-454F-9D06-6397318E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38548"/>
            <a:ext cx="266700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runtime_adjustment / RuntimeEvaluator</a:t>
            </a:r>
          </a:p>
        </p:txBody>
      </p:sp>
      <p:sp>
        <p:nvSpPr>
          <p:cNvPr id="1320" name="矩形">
            <a:extLst xmlns:a="http://schemas.openxmlformats.org/drawingml/2006/main">
              <a:ext uri="{FF2B5EF4-FFF2-40B4-BE49-F238E27FC236}">
                <a16:creationId xmlns:a16="http://schemas.microsoft.com/office/drawing/2014/main" id="{E1D098B3-5B57-4537-A2BD-B8420AD9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48"/>
            <a:ext cx="4953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21" name="对合法候选做有界重排">
            <a:extLst xmlns:a="http://schemas.openxmlformats.org/drawingml/2006/main">
              <a:ext uri="{FF2B5EF4-FFF2-40B4-BE49-F238E27FC236}">
                <a16:creationId xmlns:a16="http://schemas.microsoft.com/office/drawing/2014/main" id="{B47FBA9A-C463-48D9-815B-C3B525AA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48"/>
            <a:ext cx="495300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对合法候选做有界重排</a:t>
            </a:r>
          </a:p>
        </p:txBody>
      </p:sp>
      <p:sp>
        <p:nvSpPr>
          <p:cNvPr id="1322" name="矩形 1009">
            <a:extLst xmlns:a="http://schemas.openxmlformats.org/drawingml/2006/main">
              <a:ext uri="{FF2B5EF4-FFF2-40B4-BE49-F238E27FC236}">
                <a16:creationId xmlns:a16="http://schemas.microsoft.com/office/drawing/2014/main" id="{F7A56C61-DF6B-4C7B-9A41-F56B4E5F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48125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323" name="矩形">
            <a:extLst xmlns:a="http://schemas.openxmlformats.org/drawingml/2006/main">
              <a:ext uri="{FF2B5EF4-FFF2-40B4-BE49-F238E27FC236}">
                <a16:creationId xmlns:a16="http://schemas.microsoft.com/office/drawing/2014/main" id="{F6E25029-9019-4ACE-8264-9677A023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3"/>
            <a:ext cx="23812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24" name="动作效用 U_a">
            <a:extLst xmlns:a="http://schemas.openxmlformats.org/drawingml/2006/main">
              <a:ext uri="{FF2B5EF4-FFF2-40B4-BE49-F238E27FC236}">
                <a16:creationId xmlns:a16="http://schemas.microsoft.com/office/drawing/2014/main" id="{94725BB8-D754-4045-9382-1C01A3C8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62423"/>
            <a:ext cx="238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动作效用 U_a</a:t>
            </a:r>
          </a:p>
        </p:txBody>
      </p:sp>
      <p:sp>
        <p:nvSpPr>
          <p:cNvPr id="1325" name="矩形">
            <a:extLst xmlns:a="http://schemas.openxmlformats.org/drawingml/2006/main">
              <a:ext uri="{FF2B5EF4-FFF2-40B4-BE49-F238E27FC236}">
                <a16:creationId xmlns:a16="http://schemas.microsoft.com/office/drawing/2014/main" id="{CACE24C2-3CAB-4618-9777-45DFB5F8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62423"/>
            <a:ext cx="2667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326" name="ActionUtility">
            <a:extLst xmlns:a="http://schemas.openxmlformats.org/drawingml/2006/main">
              <a:ext uri="{FF2B5EF4-FFF2-40B4-BE49-F238E27FC236}">
                <a16:creationId xmlns:a16="http://schemas.microsoft.com/office/drawing/2014/main" id="{BFF20E92-0522-46F0-AF02-0BA36655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162423"/>
            <a:ext cx="266700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ActionUtility</a:t>
            </a:r>
          </a:p>
        </p:txBody>
      </p:sp>
      <p:sp>
        <p:nvSpPr>
          <p:cNvPr id="1327" name="矩形">
            <a:extLst xmlns:a="http://schemas.openxmlformats.org/drawingml/2006/main">
              <a:ext uri="{FF2B5EF4-FFF2-40B4-BE49-F238E27FC236}">
                <a16:creationId xmlns:a16="http://schemas.microsoft.com/office/drawing/2014/main" id="{51520B85-6042-47DD-A17C-7B16E0D5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62423"/>
            <a:ext cx="4953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28" name="选择 continue / patch / replan / stop">
            <a:extLst xmlns:a="http://schemas.openxmlformats.org/drawingml/2006/main">
              <a:ext uri="{FF2B5EF4-FFF2-40B4-BE49-F238E27FC236}">
                <a16:creationId xmlns:a16="http://schemas.microsoft.com/office/drawing/2014/main" id="{365F3314-C8F7-4ED5-B9B5-EDF80421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62423"/>
            <a:ext cx="495300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选择 continue / patch / replan / stop</a:t>
            </a:r>
          </a:p>
        </p:txBody>
      </p:sp>
      <p:sp>
        <p:nvSpPr>
          <p:cNvPr id="1329" name="矩形 1013">
            <a:extLst xmlns:a="http://schemas.openxmlformats.org/drawingml/2006/main">
              <a:ext uri="{FF2B5EF4-FFF2-40B4-BE49-F238E27FC236}">
                <a16:creationId xmlns:a16="http://schemas.microsoft.com/office/drawing/2014/main" id="{EAD62384-817B-42D1-9524-B2CB5DA3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10382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330" name="矩形">
            <a:extLst xmlns:a="http://schemas.openxmlformats.org/drawingml/2006/main">
              <a:ext uri="{FF2B5EF4-FFF2-40B4-BE49-F238E27FC236}">
                <a16:creationId xmlns:a16="http://schemas.microsoft.com/office/drawing/2014/main" id="{955EF465-42EB-41BA-A2B4-B4A8ABB5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298"/>
            <a:ext cx="23812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31" name="审计与恢复">
            <a:extLst xmlns:a="http://schemas.openxmlformats.org/drawingml/2006/main">
              <a:ext uri="{FF2B5EF4-FFF2-40B4-BE49-F238E27FC236}">
                <a16:creationId xmlns:a16="http://schemas.microsoft.com/office/drawing/2014/main" id="{71752EB5-4A55-4187-81FB-846D1C866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298"/>
            <a:ext cx="238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审计与恢复</a:t>
            </a:r>
          </a:p>
        </p:txBody>
      </p:sp>
      <p:sp>
        <p:nvSpPr>
          <p:cNvPr id="1332" name="矩形">
            <a:extLst xmlns:a="http://schemas.openxmlformats.org/drawingml/2006/main">
              <a:ext uri="{FF2B5EF4-FFF2-40B4-BE49-F238E27FC236}">
                <a16:creationId xmlns:a16="http://schemas.microsoft.com/office/drawing/2014/main" id="{5C454322-1AD8-4E59-A071-8A5BC5B9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86298"/>
            <a:ext cx="2667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333" name="PendingAction / Decision / EventLog / Snapshot">
            <a:extLst xmlns:a="http://schemas.openxmlformats.org/drawingml/2006/main">
              <a:ext uri="{FF2B5EF4-FFF2-40B4-BE49-F238E27FC236}">
                <a16:creationId xmlns:a16="http://schemas.microsoft.com/office/drawing/2014/main" id="{F89CCEDC-DC0D-4935-B1E0-9656EC98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86298"/>
            <a:ext cx="266700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PendingAction / Decision / EventLog / Snapshot</a:t>
            </a:r>
          </a:p>
        </p:txBody>
      </p:sp>
      <p:sp>
        <p:nvSpPr>
          <p:cNvPr id="1334" name="矩形">
            <a:extLst xmlns:a="http://schemas.openxmlformats.org/drawingml/2006/main">
              <a:ext uri="{FF2B5EF4-FFF2-40B4-BE49-F238E27FC236}">
                <a16:creationId xmlns:a16="http://schemas.microsoft.com/office/drawing/2014/main" id="{A4AB5F1B-6B7F-47AD-99AA-ACC4D719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86298"/>
            <a:ext cx="4953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35" name="动作可确认、可追溯、可恢复">
            <a:extLst xmlns:a="http://schemas.openxmlformats.org/drawingml/2006/main">
              <a:ext uri="{FF2B5EF4-FFF2-40B4-BE49-F238E27FC236}">
                <a16:creationId xmlns:a16="http://schemas.microsoft.com/office/drawing/2014/main" id="{B7E42867-259E-42EB-9218-9A04CD32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86298"/>
            <a:ext cx="4953000" cy="1651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动作可确认、可追溯、可恢复</a:t>
            </a:r>
          </a:p>
        </p:txBody>
      </p:sp>
      <p:sp>
        <p:nvSpPr>
          <p:cNvPr id="1336" name="矩形">
            <a:extLst xmlns:a="http://schemas.openxmlformats.org/drawingml/2006/main">
              <a:ext uri="{FF2B5EF4-FFF2-40B4-BE49-F238E27FC236}">
                <a16:creationId xmlns:a16="http://schemas.microsoft.com/office/drawing/2014/main" id="{5FE1E958-E76E-48DC-9400-F02A474CB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33998"/>
            <a:ext cx="9429750" cy="2857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337" name="实现重点：算法结果最终进入 PendingAction、Decision、EventLog 和 Snapshot，而不是绕过系统状态直接执行。">
            <a:extLst xmlns:a="http://schemas.openxmlformats.org/drawingml/2006/main">
              <a:ext uri="{FF2B5EF4-FFF2-40B4-BE49-F238E27FC236}">
                <a16:creationId xmlns:a16="http://schemas.microsoft.com/office/drawing/2014/main" id="{AF5BAF88-7602-486F-8AB1-79CC3EFD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333998"/>
            <a:ext cx="9429750" cy="2286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3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实现重点：算法结果最终进入 PendingAction、Decision、EventLog 和 Snapshot，而不是绕过系统状态直接执行。</a:t>
            </a:r>
          </a:p>
        </p:txBody>
      </p:sp>
      <p:sp>
        <p:nvSpPr>
          <p:cNvPr id="1341" name="">
            <a:extLst xmlns:a="http://schemas.openxmlformats.org/drawingml/2006/main">
              <a:ext uri="{FF2B5EF4-FFF2-40B4-BE49-F238E27FC236}">
                <a16:creationId xmlns:a16="http://schemas.microsoft.com/office/drawing/2014/main" id="{35671F53-E915-4CBB-9B30-1D50669A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0964395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9" name="矩形">
            <a:extLst xmlns:a="http://schemas.openxmlformats.org/drawingml/2006/main">
              <a:ext uri="{FF2B5EF4-FFF2-40B4-BE49-F238E27FC236}">
                <a16:creationId xmlns:a16="http://schemas.microsoft.com/office/drawing/2014/main" id="{65A5BE8C-4974-4DD9-9702-FB2B722B7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340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441170f16c49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1341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193814e7346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1342" name="矩形">
            <a:extLst xmlns:a="http://schemas.openxmlformats.org/drawingml/2006/main">
              <a:ext uri="{FF2B5EF4-FFF2-40B4-BE49-F238E27FC236}">
                <a16:creationId xmlns:a16="http://schemas.microsoft.com/office/drawing/2014/main" id="{0F861AB3-F01C-4D42-A333-16C800EC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43" name="矩形">
            <a:extLst xmlns:a="http://schemas.openxmlformats.org/drawingml/2006/main">
              <a:ext uri="{FF2B5EF4-FFF2-40B4-BE49-F238E27FC236}">
                <a16:creationId xmlns:a16="http://schemas.microsoft.com/office/drawing/2014/main" id="{A0320553-136E-4994-A133-24ED22AE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44" name="矩形">
            <a:extLst xmlns:a="http://schemas.openxmlformats.org/drawingml/2006/main">
              <a:ext uri="{FF2B5EF4-FFF2-40B4-BE49-F238E27FC236}">
                <a16:creationId xmlns:a16="http://schemas.microsoft.com/office/drawing/2014/main" id="{98441C2B-EF3D-4438-9BE1-17042FD3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45" name="矩形">
            <a:extLst xmlns:a="http://schemas.openxmlformats.org/drawingml/2006/main">
              <a:ext uri="{FF2B5EF4-FFF2-40B4-BE49-F238E27FC236}">
                <a16:creationId xmlns:a16="http://schemas.microsoft.com/office/drawing/2014/main" id="{CCEEFAAE-26E9-4576-AD6C-52B9AB192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46" name="矩形">
            <a:extLst xmlns:a="http://schemas.openxmlformats.org/drawingml/2006/main">
              <a:ext uri="{FF2B5EF4-FFF2-40B4-BE49-F238E27FC236}">
                <a16:creationId xmlns:a16="http://schemas.microsoft.com/office/drawing/2014/main" id="{B2BA82FA-132D-4022-A369-CB7C42BA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47" name="矩形">
            <a:extLst xmlns:a="http://schemas.openxmlformats.org/drawingml/2006/main">
              <a:ext uri="{FF2B5EF4-FFF2-40B4-BE49-F238E27FC236}">
                <a16:creationId xmlns:a16="http://schemas.microsoft.com/office/drawing/2014/main" id="{90C20EFA-82E4-443A-A248-832F9EE5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48" name="矩形">
            <a:extLst xmlns:a="http://schemas.openxmlformats.org/drawingml/2006/main">
              <a:ext uri="{FF2B5EF4-FFF2-40B4-BE49-F238E27FC236}">
                <a16:creationId xmlns:a16="http://schemas.microsoft.com/office/drawing/2014/main" id="{F814EA26-34D3-446B-9C09-8910BE9F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49" name="矩形">
            <a:extLst xmlns:a="http://schemas.openxmlformats.org/drawingml/2006/main">
              <a:ext uri="{FF2B5EF4-FFF2-40B4-BE49-F238E27FC236}">
                <a16:creationId xmlns:a16="http://schemas.microsoft.com/office/drawing/2014/main" id="{828687B6-05B0-455A-A6BD-BF6D41DD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0" name="矩形">
            <a:extLst xmlns:a="http://schemas.openxmlformats.org/drawingml/2006/main">
              <a:ext uri="{FF2B5EF4-FFF2-40B4-BE49-F238E27FC236}">
                <a16:creationId xmlns:a16="http://schemas.microsoft.com/office/drawing/2014/main" id="{518AD9A5-B30A-4FE6-9134-7AE218350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1" name="矩形">
            <a:extLst xmlns:a="http://schemas.openxmlformats.org/drawingml/2006/main">
              <a:ext uri="{FF2B5EF4-FFF2-40B4-BE49-F238E27FC236}">
                <a16:creationId xmlns:a16="http://schemas.microsoft.com/office/drawing/2014/main" id="{D6DE7018-53E4-4394-8597-956BB5A1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2" name="矩形">
            <a:extLst xmlns:a="http://schemas.openxmlformats.org/drawingml/2006/main">
              <a:ext uri="{FF2B5EF4-FFF2-40B4-BE49-F238E27FC236}">
                <a16:creationId xmlns:a16="http://schemas.microsoft.com/office/drawing/2014/main" id="{A6653BFF-EE14-4DEF-8E79-3A88ABD8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3" name="矩形">
            <a:extLst xmlns:a="http://schemas.openxmlformats.org/drawingml/2006/main">
              <a:ext uri="{FF2B5EF4-FFF2-40B4-BE49-F238E27FC236}">
                <a16:creationId xmlns:a16="http://schemas.microsoft.com/office/drawing/2014/main" id="{FE1B4F12-3EFA-4D03-9A41-D27A8E9A0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4" name="矩形">
            <a:extLst xmlns:a="http://schemas.openxmlformats.org/drawingml/2006/main">
              <a:ext uri="{FF2B5EF4-FFF2-40B4-BE49-F238E27FC236}">
                <a16:creationId xmlns:a16="http://schemas.microsoft.com/office/drawing/2014/main" id="{147A75A4-E4E7-4636-970E-8ABB98BD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5" name="矩形">
            <a:extLst xmlns:a="http://schemas.openxmlformats.org/drawingml/2006/main">
              <a:ext uri="{FF2B5EF4-FFF2-40B4-BE49-F238E27FC236}">
                <a16:creationId xmlns:a16="http://schemas.microsoft.com/office/drawing/2014/main" id="{CCB1B50A-C857-49C5-9607-726A8DCD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6" name="矩形">
            <a:extLst xmlns:a="http://schemas.openxmlformats.org/drawingml/2006/main">
              <a:ext uri="{FF2B5EF4-FFF2-40B4-BE49-F238E27FC236}">
                <a16:creationId xmlns:a16="http://schemas.microsoft.com/office/drawing/2014/main" id="{95E65C1F-3A6B-41A3-9F94-E7C074B4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7" name="矩形">
            <a:extLst xmlns:a="http://schemas.openxmlformats.org/drawingml/2006/main">
              <a:ext uri="{FF2B5EF4-FFF2-40B4-BE49-F238E27FC236}">
                <a16:creationId xmlns:a16="http://schemas.microsoft.com/office/drawing/2014/main" id="{0D366DDF-779B-446A-8247-8E03A5B9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8" name="矩形">
            <a:extLst xmlns:a="http://schemas.openxmlformats.org/drawingml/2006/main">
              <a:ext uri="{FF2B5EF4-FFF2-40B4-BE49-F238E27FC236}">
                <a16:creationId xmlns:a16="http://schemas.microsoft.com/office/drawing/2014/main" id="{63851A31-484B-47BF-8C8F-428DBD6E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59" name="矩形">
            <a:extLst xmlns:a="http://schemas.openxmlformats.org/drawingml/2006/main">
              <a:ext uri="{FF2B5EF4-FFF2-40B4-BE49-F238E27FC236}">
                <a16:creationId xmlns:a16="http://schemas.microsoft.com/office/drawing/2014/main" id="{6214143D-E664-40CD-8688-11C308C9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0" name="矩形">
            <a:extLst xmlns:a="http://schemas.openxmlformats.org/drawingml/2006/main">
              <a:ext uri="{FF2B5EF4-FFF2-40B4-BE49-F238E27FC236}">
                <a16:creationId xmlns:a16="http://schemas.microsoft.com/office/drawing/2014/main" id="{2F4A44CB-9810-4BC5-B3AD-767405E9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1" name="矩形">
            <a:extLst xmlns:a="http://schemas.openxmlformats.org/drawingml/2006/main">
              <a:ext uri="{FF2B5EF4-FFF2-40B4-BE49-F238E27FC236}">
                <a16:creationId xmlns:a16="http://schemas.microsoft.com/office/drawing/2014/main" id="{A7A71CCC-1EED-4F89-B69A-2741DA29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2" name="矩形">
            <a:extLst xmlns:a="http://schemas.openxmlformats.org/drawingml/2006/main">
              <a:ext uri="{FF2B5EF4-FFF2-40B4-BE49-F238E27FC236}">
                <a16:creationId xmlns:a16="http://schemas.microsoft.com/office/drawing/2014/main" id="{A4F51766-3C9D-4D22-91A8-31582D82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3" name="矩形">
            <a:extLst xmlns:a="http://schemas.openxmlformats.org/drawingml/2006/main">
              <a:ext uri="{FF2B5EF4-FFF2-40B4-BE49-F238E27FC236}">
                <a16:creationId xmlns:a16="http://schemas.microsoft.com/office/drawing/2014/main" id="{7AF9D526-3EAE-473D-A6F4-81C9B487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4" name="矩形">
            <a:extLst xmlns:a="http://schemas.openxmlformats.org/drawingml/2006/main">
              <a:ext uri="{FF2B5EF4-FFF2-40B4-BE49-F238E27FC236}">
                <a16:creationId xmlns:a16="http://schemas.microsoft.com/office/drawing/2014/main" id="{22F02EC2-FD86-4E3B-AB0C-D8D4F320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5" name="矩形">
            <a:extLst xmlns:a="http://schemas.openxmlformats.org/drawingml/2006/main">
              <a:ext uri="{FF2B5EF4-FFF2-40B4-BE49-F238E27FC236}">
                <a16:creationId xmlns:a16="http://schemas.microsoft.com/office/drawing/2014/main" id="{AB022AAF-5B5F-41C1-84EE-41F0D308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6" name="矩形">
            <a:extLst xmlns:a="http://schemas.openxmlformats.org/drawingml/2006/main">
              <a:ext uri="{FF2B5EF4-FFF2-40B4-BE49-F238E27FC236}">
                <a16:creationId xmlns:a16="http://schemas.microsoft.com/office/drawing/2014/main" id="{A6E828A7-DF2A-4912-A63C-01CE3512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7" name="矩形">
            <a:extLst xmlns:a="http://schemas.openxmlformats.org/drawingml/2006/main">
              <a:ext uri="{FF2B5EF4-FFF2-40B4-BE49-F238E27FC236}">
                <a16:creationId xmlns:a16="http://schemas.microsoft.com/office/drawing/2014/main" id="{17208ED8-F684-4F5F-A000-9F14E306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8" name="矩形">
            <a:extLst xmlns:a="http://schemas.openxmlformats.org/drawingml/2006/main">
              <a:ext uri="{FF2B5EF4-FFF2-40B4-BE49-F238E27FC236}">
                <a16:creationId xmlns:a16="http://schemas.microsoft.com/office/drawing/2014/main" id="{1D186980-4AF3-4FAE-A768-3AB60CF4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69" name="矩形">
            <a:extLst xmlns:a="http://schemas.openxmlformats.org/drawingml/2006/main">
              <a:ext uri="{FF2B5EF4-FFF2-40B4-BE49-F238E27FC236}">
                <a16:creationId xmlns:a16="http://schemas.microsoft.com/office/drawing/2014/main" id="{6811BC24-A955-41D3-8B6A-9DEEF684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0" name="矩形">
            <a:extLst xmlns:a="http://schemas.openxmlformats.org/drawingml/2006/main">
              <a:ext uri="{FF2B5EF4-FFF2-40B4-BE49-F238E27FC236}">
                <a16:creationId xmlns:a16="http://schemas.microsoft.com/office/drawing/2014/main" id="{539E0663-AAFF-4F79-9BCC-2E857F67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1" name="矩形">
            <a:extLst xmlns:a="http://schemas.openxmlformats.org/drawingml/2006/main">
              <a:ext uri="{FF2B5EF4-FFF2-40B4-BE49-F238E27FC236}">
                <a16:creationId xmlns:a16="http://schemas.microsoft.com/office/drawing/2014/main" id="{78C955A2-185E-4535-AE82-0054562B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2" name="矩形">
            <a:extLst xmlns:a="http://schemas.openxmlformats.org/drawingml/2006/main">
              <a:ext uri="{FF2B5EF4-FFF2-40B4-BE49-F238E27FC236}">
                <a16:creationId xmlns:a16="http://schemas.microsoft.com/office/drawing/2014/main" id="{0D02FFCF-33B8-4B20-AD3C-3EA71A4B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3" name="矩形">
            <a:extLst xmlns:a="http://schemas.openxmlformats.org/drawingml/2006/main">
              <a:ext uri="{FF2B5EF4-FFF2-40B4-BE49-F238E27FC236}">
                <a16:creationId xmlns:a16="http://schemas.microsoft.com/office/drawing/2014/main" id="{783C0A93-579F-4620-9828-3E447B7A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4" name="矩形">
            <a:extLst xmlns:a="http://schemas.openxmlformats.org/drawingml/2006/main">
              <a:ext uri="{FF2B5EF4-FFF2-40B4-BE49-F238E27FC236}">
                <a16:creationId xmlns:a16="http://schemas.microsoft.com/office/drawing/2014/main" id="{67349DF2-1EF5-403F-A097-B35214A9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5" name="矩形">
            <a:extLst xmlns:a="http://schemas.openxmlformats.org/drawingml/2006/main">
              <a:ext uri="{FF2B5EF4-FFF2-40B4-BE49-F238E27FC236}">
                <a16:creationId xmlns:a16="http://schemas.microsoft.com/office/drawing/2014/main" id="{B9BDF3E9-4DD9-4881-BDB6-CBA2F8C4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6" name="矩形">
            <a:extLst xmlns:a="http://schemas.openxmlformats.org/drawingml/2006/main">
              <a:ext uri="{FF2B5EF4-FFF2-40B4-BE49-F238E27FC236}">
                <a16:creationId xmlns:a16="http://schemas.microsoft.com/office/drawing/2014/main" id="{8D0EB189-0220-4A7B-B7BB-850F9382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7" name="矩形">
            <a:extLst xmlns:a="http://schemas.openxmlformats.org/drawingml/2006/main">
              <a:ext uri="{FF2B5EF4-FFF2-40B4-BE49-F238E27FC236}">
                <a16:creationId xmlns:a16="http://schemas.microsoft.com/office/drawing/2014/main" id="{5C6167BB-8BFF-41BF-968F-E748A842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8" name="矩形">
            <a:extLst xmlns:a="http://schemas.openxmlformats.org/drawingml/2006/main">
              <a:ext uri="{FF2B5EF4-FFF2-40B4-BE49-F238E27FC236}">
                <a16:creationId xmlns:a16="http://schemas.microsoft.com/office/drawing/2014/main" id="{BFA44C38-165F-422F-8D48-45BCBA37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79" name="矩形">
            <a:extLst xmlns:a="http://schemas.openxmlformats.org/drawingml/2006/main">
              <a:ext uri="{FF2B5EF4-FFF2-40B4-BE49-F238E27FC236}">
                <a16:creationId xmlns:a16="http://schemas.microsoft.com/office/drawing/2014/main" id="{82714C00-768C-40BE-A979-DC5126BF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0" name="矩形">
            <a:extLst xmlns:a="http://schemas.openxmlformats.org/drawingml/2006/main">
              <a:ext uri="{FF2B5EF4-FFF2-40B4-BE49-F238E27FC236}">
                <a16:creationId xmlns:a16="http://schemas.microsoft.com/office/drawing/2014/main" id="{8E2D4F77-1D8D-4B5D-B0E0-267F3971E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1" name="矩形">
            <a:extLst xmlns:a="http://schemas.openxmlformats.org/drawingml/2006/main">
              <a:ext uri="{FF2B5EF4-FFF2-40B4-BE49-F238E27FC236}">
                <a16:creationId xmlns:a16="http://schemas.microsoft.com/office/drawing/2014/main" id="{D3035336-03DF-4F8C-8E17-62B93251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2" name="矩形">
            <a:extLst xmlns:a="http://schemas.openxmlformats.org/drawingml/2006/main">
              <a:ext uri="{FF2B5EF4-FFF2-40B4-BE49-F238E27FC236}">
                <a16:creationId xmlns:a16="http://schemas.microsoft.com/office/drawing/2014/main" id="{B67274F6-A21A-452C-9268-C2FA1A7E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3" name="矩形">
            <a:extLst xmlns:a="http://schemas.openxmlformats.org/drawingml/2006/main">
              <a:ext uri="{FF2B5EF4-FFF2-40B4-BE49-F238E27FC236}">
                <a16:creationId xmlns:a16="http://schemas.microsoft.com/office/drawing/2014/main" id="{2EF1717C-FA80-4512-B88B-7821350E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4" name="矩形">
            <a:extLst xmlns:a="http://schemas.openxmlformats.org/drawingml/2006/main">
              <a:ext uri="{FF2B5EF4-FFF2-40B4-BE49-F238E27FC236}">
                <a16:creationId xmlns:a16="http://schemas.microsoft.com/office/drawing/2014/main" id="{3B188A3E-4CC3-4C68-AA02-B26ECDB8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5" name="矩形">
            <a:extLst xmlns:a="http://schemas.openxmlformats.org/drawingml/2006/main">
              <a:ext uri="{FF2B5EF4-FFF2-40B4-BE49-F238E27FC236}">
                <a16:creationId xmlns:a16="http://schemas.microsoft.com/office/drawing/2014/main" id="{D60F48AD-EEA5-4007-8735-FBCA00B7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6" name="矩形">
            <a:extLst xmlns:a="http://schemas.openxmlformats.org/drawingml/2006/main">
              <a:ext uri="{FF2B5EF4-FFF2-40B4-BE49-F238E27FC236}">
                <a16:creationId xmlns:a16="http://schemas.microsoft.com/office/drawing/2014/main" id="{B3F81058-AADC-47EA-95D2-CC521F5C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7" name="矩形">
            <a:extLst xmlns:a="http://schemas.openxmlformats.org/drawingml/2006/main">
              <a:ext uri="{FF2B5EF4-FFF2-40B4-BE49-F238E27FC236}">
                <a16:creationId xmlns:a16="http://schemas.microsoft.com/office/drawing/2014/main" id="{DF160D8C-EA6A-44FA-9618-F8FB876F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8" name="矩形">
            <a:extLst xmlns:a="http://schemas.openxmlformats.org/drawingml/2006/main">
              <a:ext uri="{FF2B5EF4-FFF2-40B4-BE49-F238E27FC236}">
                <a16:creationId xmlns:a16="http://schemas.microsoft.com/office/drawing/2014/main" id="{E71CC8B1-7E55-426A-8DBF-8A7DEB5F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89" name="矩形">
            <a:extLst xmlns:a="http://schemas.openxmlformats.org/drawingml/2006/main">
              <a:ext uri="{FF2B5EF4-FFF2-40B4-BE49-F238E27FC236}">
                <a16:creationId xmlns:a16="http://schemas.microsoft.com/office/drawing/2014/main" id="{40A7173D-2220-4C8D-86EB-372AD50D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0" name="矩形">
            <a:extLst xmlns:a="http://schemas.openxmlformats.org/drawingml/2006/main">
              <a:ext uri="{FF2B5EF4-FFF2-40B4-BE49-F238E27FC236}">
                <a16:creationId xmlns:a16="http://schemas.microsoft.com/office/drawing/2014/main" id="{7F52883E-6876-48E7-944C-C51A668E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1" name="矩形">
            <a:extLst xmlns:a="http://schemas.openxmlformats.org/drawingml/2006/main">
              <a:ext uri="{FF2B5EF4-FFF2-40B4-BE49-F238E27FC236}">
                <a16:creationId xmlns:a16="http://schemas.microsoft.com/office/drawing/2014/main" id="{DB830210-66B4-44C2-8451-51FD3C25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2" name="矩形">
            <a:extLst xmlns:a="http://schemas.openxmlformats.org/drawingml/2006/main">
              <a:ext uri="{FF2B5EF4-FFF2-40B4-BE49-F238E27FC236}">
                <a16:creationId xmlns:a16="http://schemas.microsoft.com/office/drawing/2014/main" id="{4C6CBC75-A208-4D35-B52A-37DC406B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3" name="矩形">
            <a:extLst xmlns:a="http://schemas.openxmlformats.org/drawingml/2006/main">
              <a:ext uri="{FF2B5EF4-FFF2-40B4-BE49-F238E27FC236}">
                <a16:creationId xmlns:a16="http://schemas.microsoft.com/office/drawing/2014/main" id="{6EFE8F09-CBFB-4FBB-99BB-D48207B5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4" name="矩形">
            <a:extLst xmlns:a="http://schemas.openxmlformats.org/drawingml/2006/main">
              <a:ext uri="{FF2B5EF4-FFF2-40B4-BE49-F238E27FC236}">
                <a16:creationId xmlns:a16="http://schemas.microsoft.com/office/drawing/2014/main" id="{4609B0C6-69A1-46CA-A979-9CF4AEE7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5" name="矩形">
            <a:extLst xmlns:a="http://schemas.openxmlformats.org/drawingml/2006/main">
              <a:ext uri="{FF2B5EF4-FFF2-40B4-BE49-F238E27FC236}">
                <a16:creationId xmlns:a16="http://schemas.microsoft.com/office/drawing/2014/main" id="{2D7ADDD5-EB2B-4B07-948B-B9397D7B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6" name="矩形">
            <a:extLst xmlns:a="http://schemas.openxmlformats.org/drawingml/2006/main">
              <a:ext uri="{FF2B5EF4-FFF2-40B4-BE49-F238E27FC236}">
                <a16:creationId xmlns:a16="http://schemas.microsoft.com/office/drawing/2014/main" id="{1348249B-C9ED-43B1-9B13-76845E75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7" name="矩形">
            <a:extLst xmlns:a="http://schemas.openxmlformats.org/drawingml/2006/main">
              <a:ext uri="{FF2B5EF4-FFF2-40B4-BE49-F238E27FC236}">
                <a16:creationId xmlns:a16="http://schemas.microsoft.com/office/drawing/2014/main" id="{D7BAC17A-8B03-404A-BB43-4AD0E57D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8" name="矩形">
            <a:extLst xmlns:a="http://schemas.openxmlformats.org/drawingml/2006/main">
              <a:ext uri="{FF2B5EF4-FFF2-40B4-BE49-F238E27FC236}">
                <a16:creationId xmlns:a16="http://schemas.microsoft.com/office/drawing/2014/main" id="{670022AD-850B-4CE5-BD31-AE3D0589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399" name="矩形">
            <a:extLst xmlns:a="http://schemas.openxmlformats.org/drawingml/2006/main">
              <a:ext uri="{FF2B5EF4-FFF2-40B4-BE49-F238E27FC236}">
                <a16:creationId xmlns:a16="http://schemas.microsoft.com/office/drawing/2014/main" id="{34658D8E-6D5B-4A02-86FB-05B2FE01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0" name="矩形">
            <a:extLst xmlns:a="http://schemas.openxmlformats.org/drawingml/2006/main">
              <a:ext uri="{FF2B5EF4-FFF2-40B4-BE49-F238E27FC236}">
                <a16:creationId xmlns:a16="http://schemas.microsoft.com/office/drawing/2014/main" id="{28AB7A5F-A2F6-48D6-8455-95DC06F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1" name="矩形">
            <a:extLst xmlns:a="http://schemas.openxmlformats.org/drawingml/2006/main">
              <a:ext uri="{FF2B5EF4-FFF2-40B4-BE49-F238E27FC236}">
                <a16:creationId xmlns:a16="http://schemas.microsoft.com/office/drawing/2014/main" id="{43484E25-742F-48E9-BAE2-C79AD3AE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2" name="矩形">
            <a:extLst xmlns:a="http://schemas.openxmlformats.org/drawingml/2006/main">
              <a:ext uri="{FF2B5EF4-FFF2-40B4-BE49-F238E27FC236}">
                <a16:creationId xmlns:a16="http://schemas.microsoft.com/office/drawing/2014/main" id="{02FC5029-3ACF-45C7-82D4-30FE2AF2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3" name="矩形">
            <a:extLst xmlns:a="http://schemas.openxmlformats.org/drawingml/2006/main">
              <a:ext uri="{FF2B5EF4-FFF2-40B4-BE49-F238E27FC236}">
                <a16:creationId xmlns:a16="http://schemas.microsoft.com/office/drawing/2014/main" id="{F1D8BB8C-9CD7-4F47-82B7-8B1A65BD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4" name="矩形">
            <a:extLst xmlns:a="http://schemas.openxmlformats.org/drawingml/2006/main">
              <a:ext uri="{FF2B5EF4-FFF2-40B4-BE49-F238E27FC236}">
                <a16:creationId xmlns:a16="http://schemas.microsoft.com/office/drawing/2014/main" id="{2AA5C224-9EF3-43F7-8E63-C795DB8F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5" name="矩形">
            <a:extLst xmlns:a="http://schemas.openxmlformats.org/drawingml/2006/main">
              <a:ext uri="{FF2B5EF4-FFF2-40B4-BE49-F238E27FC236}">
                <a16:creationId xmlns:a16="http://schemas.microsoft.com/office/drawing/2014/main" id="{EFB8F1C2-3DB5-45B4-86F0-C122B5E0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6" name="矩形">
            <a:extLst xmlns:a="http://schemas.openxmlformats.org/drawingml/2006/main">
              <a:ext uri="{FF2B5EF4-FFF2-40B4-BE49-F238E27FC236}">
                <a16:creationId xmlns:a16="http://schemas.microsoft.com/office/drawing/2014/main" id="{6A6783EC-E0A1-4576-A96E-9948BEDC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7" name="矩形">
            <a:extLst xmlns:a="http://schemas.openxmlformats.org/drawingml/2006/main">
              <a:ext uri="{FF2B5EF4-FFF2-40B4-BE49-F238E27FC236}">
                <a16:creationId xmlns:a16="http://schemas.microsoft.com/office/drawing/2014/main" id="{FB72D531-32CA-4B93-A1B0-80B00ACF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8" name="矩形">
            <a:extLst xmlns:a="http://schemas.openxmlformats.org/drawingml/2006/main">
              <a:ext uri="{FF2B5EF4-FFF2-40B4-BE49-F238E27FC236}">
                <a16:creationId xmlns:a16="http://schemas.microsoft.com/office/drawing/2014/main" id="{0AA82E22-67BD-47DC-ABF5-CE7CB1C8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09" name="矩形">
            <a:extLst xmlns:a="http://schemas.openxmlformats.org/drawingml/2006/main">
              <a:ext uri="{FF2B5EF4-FFF2-40B4-BE49-F238E27FC236}">
                <a16:creationId xmlns:a16="http://schemas.microsoft.com/office/drawing/2014/main" id="{BA4ACAD9-F332-474F-8146-961E7CBD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410" name="矩形">
            <a:extLst xmlns:a="http://schemas.openxmlformats.org/drawingml/2006/main">
              <a:ext uri="{FF2B5EF4-FFF2-40B4-BE49-F238E27FC236}">
                <a16:creationId xmlns:a16="http://schemas.microsoft.com/office/drawing/2014/main" id="{78552A00-DD57-45D5-B090-50FDB650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411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dd62692d7149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1412" name="矩形">
            <a:extLst xmlns:a="http://schemas.openxmlformats.org/drawingml/2006/main">
              <a:ext uri="{FF2B5EF4-FFF2-40B4-BE49-F238E27FC236}">
                <a16:creationId xmlns:a16="http://schemas.microsoft.com/office/drawing/2014/main" id="{7EE8D21B-FBF4-4B4F-8A5E-8F5B8A81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13" name="验证一：系统测试覆盖关键路径">
            <a:extLst xmlns:a="http://schemas.openxmlformats.org/drawingml/2006/main">
              <a:ext uri="{FF2B5EF4-FFF2-40B4-BE49-F238E27FC236}">
                <a16:creationId xmlns:a16="http://schemas.microsoft.com/office/drawing/2014/main" id="{414CB141-0382-4447-ADD6-C59CDA752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238125"/>
            <a:ext cx="7239000" cy="3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验证一：系统测试覆盖关键路径</a:t>
            </a:r>
          </a:p>
        </p:txBody>
      </p:sp>
      <p:sp>
        <p:nvSpPr>
          <p:cNvPr id="1415" name="矩形">
            <a:extLst xmlns:a="http://schemas.openxmlformats.org/drawingml/2006/main">
              <a:ext uri="{FF2B5EF4-FFF2-40B4-BE49-F238E27FC236}">
                <a16:creationId xmlns:a16="http://schemas.microsoft.com/office/drawing/2014/main" id="{DC8B19AD-9108-446E-A7D0-AC9E273D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416" name="VALIDATION">
            <a:extLst xmlns:a="http://schemas.openxmlformats.org/drawingml/2006/main">
              <a:ext uri="{FF2B5EF4-FFF2-40B4-BE49-F238E27FC236}">
                <a16:creationId xmlns:a16="http://schemas.microsoft.com/office/drawing/2014/main" id="{B0360F7C-8F70-420F-9737-44A8DFAA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269874"/>
            <a:ext cx="1428750" cy="12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VALIDATION</a:t>
            </a:r>
          </a:p>
        </p:txBody>
      </p:sp>
      <p:sp>
        <p:nvSpPr>
          <p:cNvPr id="1418" name="矩形">
            <a:extLst xmlns:a="http://schemas.openxmlformats.org/drawingml/2006/main">
              <a:ext uri="{FF2B5EF4-FFF2-40B4-BE49-F238E27FC236}">
                <a16:creationId xmlns:a16="http://schemas.microsoft.com/office/drawing/2014/main" id="{A44B25C8-5BD7-40E7-A330-D5D710F4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421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7E060341-B9A5-40D8-8992-9A5767B2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43000"/>
            <a:ext cx="1428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E3EDF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22" name="矩形">
            <a:extLst xmlns:a="http://schemas.openxmlformats.org/drawingml/2006/main">
              <a:ext uri="{FF2B5EF4-FFF2-40B4-BE49-F238E27FC236}">
                <a16:creationId xmlns:a16="http://schemas.microsoft.com/office/drawing/2014/main" id="{046AC17E-1CCE-470D-88F2-B863AD48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12477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423" name="13">
            <a:extLst xmlns:a="http://schemas.openxmlformats.org/drawingml/2006/main">
              <a:ext uri="{FF2B5EF4-FFF2-40B4-BE49-F238E27FC236}">
                <a16:creationId xmlns:a16="http://schemas.microsoft.com/office/drawing/2014/main" id="{61FBD154-F54F-4FA2-A1F8-D07BDE4C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1247775"/>
            <a:ext cx="1428750" cy="296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2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13</a:t>
            </a:r>
          </a:p>
        </p:txBody>
      </p:sp>
      <p:sp>
        <p:nvSpPr>
          <p:cNvPr id="1425" name="矩形">
            <a:extLst xmlns:a="http://schemas.openxmlformats.org/drawingml/2006/main">
              <a:ext uri="{FF2B5EF4-FFF2-40B4-BE49-F238E27FC236}">
                <a16:creationId xmlns:a16="http://schemas.microsoft.com/office/drawing/2014/main" id="{FDA7E0E3-F54A-44B3-B17F-C272128C5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1638300"/>
            <a:ext cx="12763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26" name="测试用例">
            <a:extLst xmlns:a="http://schemas.openxmlformats.org/drawingml/2006/main">
              <a:ext uri="{FF2B5EF4-FFF2-40B4-BE49-F238E27FC236}">
                <a16:creationId xmlns:a16="http://schemas.microsoft.com/office/drawing/2014/main" id="{6F120122-E0FD-4010-9689-21822D71D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33450" y="1638300"/>
            <a:ext cx="127635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测试用例</a:t>
            </a:r>
          </a:p>
        </p:txBody>
      </p:sp>
      <p:sp>
        <p:nvSpPr>
          <p:cNvPr id="1428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86E51A55-4D1D-4714-9F5F-189AF1F2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143000"/>
            <a:ext cx="1428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E3EDF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29" name="矩形">
            <a:extLst xmlns:a="http://schemas.openxmlformats.org/drawingml/2006/main">
              <a:ext uri="{FF2B5EF4-FFF2-40B4-BE49-F238E27FC236}">
                <a16:creationId xmlns:a16="http://schemas.microsoft.com/office/drawing/2014/main" id="{A9AEA47C-6C2F-4D0D-B759-A2731723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12477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430" name="12">
            <a:extLst xmlns:a="http://schemas.openxmlformats.org/drawingml/2006/main">
              <a:ext uri="{FF2B5EF4-FFF2-40B4-BE49-F238E27FC236}">
                <a16:creationId xmlns:a16="http://schemas.microsoft.com/office/drawing/2014/main" id="{731D396A-2E6D-4C28-98B9-E0F6E379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571750" y="1247775"/>
            <a:ext cx="1428750" cy="296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21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12</a:t>
            </a:r>
          </a:p>
        </p:txBody>
      </p:sp>
      <p:sp>
        <p:nvSpPr>
          <p:cNvPr id="1432" name="矩形">
            <a:extLst xmlns:a="http://schemas.openxmlformats.org/drawingml/2006/main">
              <a:ext uri="{FF2B5EF4-FFF2-40B4-BE49-F238E27FC236}">
                <a16:creationId xmlns:a16="http://schemas.microsoft.com/office/drawing/2014/main" id="{7049B4EF-47BE-4628-861F-FE59B1F6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47950" y="1638300"/>
            <a:ext cx="12763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33" name="通过">
            <a:extLst xmlns:a="http://schemas.openxmlformats.org/drawingml/2006/main">
              <a:ext uri="{FF2B5EF4-FFF2-40B4-BE49-F238E27FC236}">
                <a16:creationId xmlns:a16="http://schemas.microsoft.com/office/drawing/2014/main" id="{EFE079D3-75E7-4CDB-8A41-EE611295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647950" y="1638300"/>
            <a:ext cx="127635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通过</a:t>
            </a:r>
          </a:p>
        </p:txBody>
      </p:sp>
      <p:sp>
        <p:nvSpPr>
          <p:cNvPr id="1435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0AAFAA80-54B8-4BDD-A819-8C2F1EF6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1428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E3EDF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36" name="矩形">
            <a:extLst xmlns:a="http://schemas.openxmlformats.org/drawingml/2006/main">
              <a:ext uri="{FF2B5EF4-FFF2-40B4-BE49-F238E27FC236}">
                <a16:creationId xmlns:a16="http://schemas.microsoft.com/office/drawing/2014/main" id="{E626CB2F-4296-42C7-AFA9-433FFF26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86250" y="12477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437" name="1">
            <a:extLst xmlns:a="http://schemas.openxmlformats.org/drawingml/2006/main">
              <a:ext uri="{FF2B5EF4-FFF2-40B4-BE49-F238E27FC236}">
                <a16:creationId xmlns:a16="http://schemas.microsoft.com/office/drawing/2014/main" id="{5BEE4993-B72C-4972-A7B0-46C560C1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86250" y="1247775"/>
            <a:ext cx="1428750" cy="296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21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</a:t>
            </a:r>
          </a:p>
        </p:txBody>
      </p:sp>
      <p:sp>
        <p:nvSpPr>
          <p:cNvPr id="1439" name="矩形">
            <a:extLst xmlns:a="http://schemas.openxmlformats.org/drawingml/2006/main">
              <a:ext uri="{FF2B5EF4-FFF2-40B4-BE49-F238E27FC236}">
                <a16:creationId xmlns:a16="http://schemas.microsoft.com/office/drawing/2014/main" id="{4E7E080E-02A1-4A48-A283-C841A93E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62450" y="1638300"/>
            <a:ext cx="12763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40" name="CLI 部分通过">
            <a:extLst xmlns:a="http://schemas.openxmlformats.org/drawingml/2006/main">
              <a:ext uri="{FF2B5EF4-FFF2-40B4-BE49-F238E27FC236}">
                <a16:creationId xmlns:a16="http://schemas.microsoft.com/office/drawing/2014/main" id="{81826D97-B1E6-4F75-B386-B3BF7DA0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62450" y="1638300"/>
            <a:ext cx="127635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CLI 部分通过</a:t>
            </a:r>
          </a:p>
        </p:txBody>
      </p:sp>
      <p:sp>
        <p:nvSpPr>
          <p:cNvPr id="1442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5CB28D67-07C7-43C0-AAD8-F035BC55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1428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E3EDF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43" name="矩形">
            <a:extLst xmlns:a="http://schemas.openxmlformats.org/drawingml/2006/main">
              <a:ext uri="{FF2B5EF4-FFF2-40B4-BE49-F238E27FC236}">
                <a16:creationId xmlns:a16="http://schemas.microsoft.com/office/drawing/2014/main" id="{F3D41CF9-A238-4C11-AEA7-84EB7A08D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12477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444" name="5">
            <a:extLst xmlns:a="http://schemas.openxmlformats.org/drawingml/2006/main">
              <a:ext uri="{FF2B5EF4-FFF2-40B4-BE49-F238E27FC236}">
                <a16:creationId xmlns:a16="http://schemas.microsoft.com/office/drawing/2014/main" id="{4C20FECE-90B5-42B4-BE7B-6AF2D1449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0" y="1247775"/>
            <a:ext cx="1428750" cy="296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21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5</a:t>
            </a:r>
          </a:p>
        </p:txBody>
      </p:sp>
      <p:sp>
        <p:nvSpPr>
          <p:cNvPr id="1446" name="矩形">
            <a:extLst xmlns:a="http://schemas.openxmlformats.org/drawingml/2006/main">
              <a:ext uri="{FF2B5EF4-FFF2-40B4-BE49-F238E27FC236}">
                <a16:creationId xmlns:a16="http://schemas.microsoft.com/office/drawing/2014/main" id="{8B7E4CFC-1943-497D-BAF8-2463106D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1638300"/>
            <a:ext cx="12763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47" name="覆盖族">
            <a:extLst xmlns:a="http://schemas.openxmlformats.org/drawingml/2006/main">
              <a:ext uri="{FF2B5EF4-FFF2-40B4-BE49-F238E27FC236}">
                <a16:creationId xmlns:a16="http://schemas.microsoft.com/office/drawing/2014/main" id="{31BE0B90-BF19-4408-A8FD-55C241BA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1638300"/>
            <a:ext cx="127635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覆盖族</a:t>
            </a:r>
          </a:p>
        </p:txBody>
      </p:sp>
      <p:sp>
        <p:nvSpPr>
          <p:cNvPr id="1449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99EFA0A1-C51D-463A-8ACF-AEE57C33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143000"/>
            <a:ext cx="1428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E3EDF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50" name="矩形">
            <a:extLst xmlns:a="http://schemas.openxmlformats.org/drawingml/2006/main">
              <a:ext uri="{FF2B5EF4-FFF2-40B4-BE49-F238E27FC236}">
                <a16:creationId xmlns:a16="http://schemas.microsoft.com/office/drawing/2014/main" id="{11C30B3F-0633-4126-9DCF-DF5DF767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0" y="1247775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451" name="0">
            <a:extLst xmlns:a="http://schemas.openxmlformats.org/drawingml/2006/main">
              <a:ext uri="{FF2B5EF4-FFF2-40B4-BE49-F238E27FC236}">
                <a16:creationId xmlns:a16="http://schemas.microsoft.com/office/drawing/2014/main" id="{9850162D-C07E-4DDC-BC42-1DB6DCDBC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82000" y="1247775"/>
            <a:ext cx="1428750" cy="296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21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0</a:t>
            </a:r>
          </a:p>
        </p:txBody>
      </p:sp>
      <p:sp>
        <p:nvSpPr>
          <p:cNvPr id="1453" name="矩形">
            <a:extLst xmlns:a="http://schemas.openxmlformats.org/drawingml/2006/main">
              <a:ext uri="{FF2B5EF4-FFF2-40B4-BE49-F238E27FC236}">
                <a16:creationId xmlns:a16="http://schemas.microsoft.com/office/drawing/2014/main" id="{A4719FF1-6ED3-4782-B561-B585B29B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58200" y="1638300"/>
            <a:ext cx="12763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54" name="静默崩溃">
            <a:extLst xmlns:a="http://schemas.openxmlformats.org/drawingml/2006/main">
              <a:ext uri="{FF2B5EF4-FFF2-40B4-BE49-F238E27FC236}">
                <a16:creationId xmlns:a16="http://schemas.microsoft.com/office/drawing/2014/main" id="{2B27E38F-7429-418D-9AD0-091D9B8B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58200" y="1638300"/>
            <a:ext cx="127635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静默崩溃</a:t>
            </a:r>
          </a:p>
        </p:txBody>
      </p:sp>
      <p:sp>
        <p:nvSpPr>
          <p:cNvPr id="1456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AFB7F308-564C-437D-8FA7-E85E92E6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300037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57" name="矩形">
            <a:extLst xmlns:a="http://schemas.openxmlformats.org/drawingml/2006/main">
              <a:ext uri="{FF2B5EF4-FFF2-40B4-BE49-F238E27FC236}">
                <a16:creationId xmlns:a16="http://schemas.microsoft.com/office/drawing/2014/main" id="{2F07F64E-02AE-4DDD-8A76-CCCF3C7BA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3175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58" name="矩形">
            <a:extLst xmlns:a="http://schemas.openxmlformats.org/drawingml/2006/main">
              <a:ext uri="{FF2B5EF4-FFF2-40B4-BE49-F238E27FC236}">
                <a16:creationId xmlns:a16="http://schemas.microsoft.com/office/drawing/2014/main" id="{1E7691B3-E0B5-4935-B3E2-8BA0D30F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2609850"/>
            <a:ext cx="2657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59" name="API / 任务录入">
            <a:extLst xmlns:a="http://schemas.openxmlformats.org/drawingml/2006/main">
              <a:ext uri="{FF2B5EF4-FFF2-40B4-BE49-F238E27FC236}">
                <a16:creationId xmlns:a16="http://schemas.microsoft.com/office/drawing/2014/main" id="{4047A893-0E6E-49E2-B05E-97F60F5F6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2609850"/>
            <a:ext cx="2657475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API / 任务录入</a:t>
            </a:r>
          </a:p>
        </p:txBody>
      </p:sp>
      <p:sp>
        <p:nvSpPr>
          <p:cNvPr id="1461" name="矩形">
            <a:extLst xmlns:a="http://schemas.openxmlformats.org/drawingml/2006/main">
              <a:ext uri="{FF2B5EF4-FFF2-40B4-BE49-F238E27FC236}">
                <a16:creationId xmlns:a16="http://schemas.microsoft.com/office/drawing/2014/main" id="{D5DE5C69-F1B0-4DCB-AC5A-4616CCBB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2895600"/>
            <a:ext cx="2657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62" name="健康检查、任务创建、任务详情、报告接口">
            <a:extLst xmlns:a="http://schemas.openxmlformats.org/drawingml/2006/main">
              <a:ext uri="{FF2B5EF4-FFF2-40B4-BE49-F238E27FC236}">
                <a16:creationId xmlns:a16="http://schemas.microsoft.com/office/drawing/2014/main" id="{010F20BE-68CC-406E-AE7A-8C01940B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28700" y="2895600"/>
            <a:ext cx="2657475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健康检查、任务创建、任务详情、报告接口</a:t>
            </a:r>
          </a:p>
        </p:txBody>
      </p:sp>
      <p:sp>
        <p:nvSpPr>
          <p:cNvPr id="1464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C054DB94-EBB8-428A-ACF7-874F7252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300037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2F9D6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65" name="矩形">
            <a:extLst xmlns:a="http://schemas.openxmlformats.org/drawingml/2006/main">
              <a:ext uri="{FF2B5EF4-FFF2-40B4-BE49-F238E27FC236}">
                <a16:creationId xmlns:a16="http://schemas.microsoft.com/office/drawing/2014/main" id="{06FFF5A0-3DF8-4DAC-AB75-0328EDE7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9D68"/>
          </a:solidFill>
          <a:ln xmlns:a="http://schemas.openxmlformats.org/drawingml/2006/main" w="3175">
            <a:solidFill>
              <a:srgbClr val="2F9D6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66" name="矩形">
            <a:extLst xmlns:a="http://schemas.openxmlformats.org/drawingml/2006/main">
              <a:ext uri="{FF2B5EF4-FFF2-40B4-BE49-F238E27FC236}">
                <a16:creationId xmlns:a16="http://schemas.microsoft.com/office/drawing/2014/main" id="{87F68375-B399-4939-BB06-13D9BE91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57700" y="2609850"/>
            <a:ext cx="2657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67" name="FSM / HITL / 快照">
            <a:extLst xmlns:a="http://schemas.openxmlformats.org/drawingml/2006/main">
              <a:ext uri="{FF2B5EF4-FFF2-40B4-BE49-F238E27FC236}">
                <a16:creationId xmlns:a16="http://schemas.microsoft.com/office/drawing/2014/main" id="{FA4E913E-42A8-4373-AF13-CB6422DA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57700" y="2609850"/>
            <a:ext cx="2657475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FSM / HITL / 快照</a:t>
            </a:r>
          </a:p>
        </p:txBody>
      </p:sp>
      <p:sp>
        <p:nvSpPr>
          <p:cNvPr id="1469" name="矩形">
            <a:extLst xmlns:a="http://schemas.openxmlformats.org/drawingml/2006/main">
              <a:ext uri="{FF2B5EF4-FFF2-40B4-BE49-F238E27FC236}">
                <a16:creationId xmlns:a16="http://schemas.microsoft.com/office/drawing/2014/main" id="{27E75DF8-0EF3-4517-A189-B844151A1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57700" y="2895600"/>
            <a:ext cx="2657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70" name="等待态、人工决策、状态迁移与快照恢复">
            <a:extLst xmlns:a="http://schemas.openxmlformats.org/drawingml/2006/main">
              <a:ext uri="{FF2B5EF4-FFF2-40B4-BE49-F238E27FC236}">
                <a16:creationId xmlns:a16="http://schemas.microsoft.com/office/drawing/2014/main" id="{3C1548CB-A59D-4E0C-B629-DC85916C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57700" y="2895600"/>
            <a:ext cx="2657475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等待态、人工决策、状态迁移与快照恢复</a:t>
            </a:r>
          </a:p>
        </p:txBody>
      </p:sp>
      <p:sp>
        <p:nvSpPr>
          <p:cNvPr id="1472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40AEBF7C-9530-4482-B95B-D1DEBAEE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76500"/>
            <a:ext cx="3000375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9A12A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73" name="矩形">
            <a:extLst xmlns:a="http://schemas.openxmlformats.org/drawingml/2006/main">
              <a:ext uri="{FF2B5EF4-FFF2-40B4-BE49-F238E27FC236}">
                <a16:creationId xmlns:a16="http://schemas.microsoft.com/office/drawing/2014/main" id="{E9A274E4-C9CF-4721-9AEF-2D2EF981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476500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12A"/>
          </a:solidFill>
          <a:ln xmlns:a="http://schemas.openxmlformats.org/drawingml/2006/main" w="3175">
            <a:solidFill>
              <a:srgbClr val="D9A12A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74" name="矩形">
            <a:extLst xmlns:a="http://schemas.openxmlformats.org/drawingml/2006/main">
              <a:ext uri="{FF2B5EF4-FFF2-40B4-BE49-F238E27FC236}">
                <a16:creationId xmlns:a16="http://schemas.microsoft.com/office/drawing/2014/main" id="{9751776A-A0BD-4AA7-B044-283F69967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86700" y="2609850"/>
            <a:ext cx="2657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75" name="Web / CLI">
            <a:extLst xmlns:a="http://schemas.openxmlformats.org/drawingml/2006/main">
              <a:ext uri="{FF2B5EF4-FFF2-40B4-BE49-F238E27FC236}">
                <a16:creationId xmlns:a16="http://schemas.microsoft.com/office/drawing/2014/main" id="{1ED01E38-2ECE-4809-A2A0-CD9EE493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86700" y="2609850"/>
            <a:ext cx="2657475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Web / CLI</a:t>
            </a:r>
          </a:p>
        </p:txBody>
      </p:sp>
      <p:sp>
        <p:nvSpPr>
          <p:cNvPr id="1477" name="矩形">
            <a:extLst xmlns:a="http://schemas.openxmlformats.org/drawingml/2006/main">
              <a:ext uri="{FF2B5EF4-FFF2-40B4-BE49-F238E27FC236}">
                <a16:creationId xmlns:a16="http://schemas.microsoft.com/office/drawing/2014/main" id="{29EDEA7E-9CE6-48F4-84D9-E49A93511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86700" y="2895600"/>
            <a:ext cx="2657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78" name="工作台展示、事件时间线、命令行路径">
            <a:extLst xmlns:a="http://schemas.openxmlformats.org/drawingml/2006/main">
              <a:ext uri="{FF2B5EF4-FFF2-40B4-BE49-F238E27FC236}">
                <a16:creationId xmlns:a16="http://schemas.microsoft.com/office/drawing/2014/main" id="{24A68F24-D6DD-41CF-80AD-EE83DF651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86700" y="2895600"/>
            <a:ext cx="2657475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工作台展示、事件时间线、命令行路径</a:t>
            </a:r>
          </a:p>
        </p:txBody>
      </p:sp>
      <p:sp>
        <p:nvSpPr>
          <p:cNvPr id="1480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72A507DE-BD20-448A-A943-534BE36D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71875"/>
            <a:ext cx="4572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81" name="矩形">
            <a:extLst xmlns:a="http://schemas.openxmlformats.org/drawingml/2006/main">
              <a:ext uri="{FF2B5EF4-FFF2-40B4-BE49-F238E27FC236}">
                <a16:creationId xmlns:a16="http://schemas.microsoft.com/office/drawing/2014/main" id="{E2CE0C4C-43B0-42DF-85A4-3257780B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71875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3175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82" name="矩形">
            <a:extLst xmlns:a="http://schemas.openxmlformats.org/drawingml/2006/main">
              <a:ext uri="{FF2B5EF4-FFF2-40B4-BE49-F238E27FC236}">
                <a16:creationId xmlns:a16="http://schemas.microsoft.com/office/drawing/2014/main" id="{8575884D-E529-4725-8021-3A47D3EF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90700" y="3705225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83" name="端到端 / 工具链">
            <a:extLst xmlns:a="http://schemas.openxmlformats.org/drawingml/2006/main">
              <a:ext uri="{FF2B5EF4-FFF2-40B4-BE49-F238E27FC236}">
                <a16:creationId xmlns:a16="http://schemas.microsoft.com/office/drawing/2014/main" id="{229E4D83-294C-47F7-8D69-5B676FD7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90700" y="3705225"/>
            <a:ext cx="42291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端到端 / 工具链</a:t>
            </a:r>
          </a:p>
        </p:txBody>
      </p:sp>
      <p:sp>
        <p:nvSpPr>
          <p:cNvPr id="1485" name="矩形">
            <a:extLst xmlns:a="http://schemas.openxmlformats.org/drawingml/2006/main">
              <a:ext uri="{FF2B5EF4-FFF2-40B4-BE49-F238E27FC236}">
                <a16:creationId xmlns:a16="http://schemas.microsoft.com/office/drawing/2014/main" id="{42266CA8-A290-405E-A6B0-399379D3B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90700" y="3990975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86" name="计划生成、工具执行、结果汇总链路">
            <a:extLst xmlns:a="http://schemas.openxmlformats.org/drawingml/2006/main">
              <a:ext uri="{FF2B5EF4-FFF2-40B4-BE49-F238E27FC236}">
                <a16:creationId xmlns:a16="http://schemas.microsoft.com/office/drawing/2014/main" id="{BBC79AD7-7F47-4516-9D78-5F7AAFA2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90700" y="3990975"/>
            <a:ext cx="42291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计划生成、工具执行、结果汇总链路</a:t>
            </a:r>
          </a:p>
        </p:txBody>
      </p:sp>
      <p:sp>
        <p:nvSpPr>
          <p:cNvPr id="1488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8F9370A6-B1B7-4ABD-88F3-186025EF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45720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4C4C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89" name="矩形">
            <a:extLst xmlns:a="http://schemas.openxmlformats.org/drawingml/2006/main">
              <a:ext uri="{FF2B5EF4-FFF2-40B4-BE49-F238E27FC236}">
                <a16:creationId xmlns:a16="http://schemas.microsoft.com/office/drawing/2014/main" id="{B173C465-E2AC-47BB-B6C6-39740F63A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57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C4C"/>
          </a:solidFill>
          <a:ln xmlns:a="http://schemas.openxmlformats.org/drawingml/2006/main" w="3175">
            <a:solidFill>
              <a:srgbClr val="C94C4C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90" name="矩形">
            <a:extLst xmlns:a="http://schemas.openxmlformats.org/drawingml/2006/main">
              <a:ext uri="{FF2B5EF4-FFF2-40B4-BE49-F238E27FC236}">
                <a16:creationId xmlns:a16="http://schemas.microsoft.com/office/drawing/2014/main" id="{DF529BE1-4887-47DF-9406-D31E832B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3705225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91" name="异常 / 安全 / 恢复">
            <a:extLst xmlns:a="http://schemas.openxmlformats.org/drawingml/2006/main">
              <a:ext uri="{FF2B5EF4-FFF2-40B4-BE49-F238E27FC236}">
                <a16:creationId xmlns:a16="http://schemas.microsoft.com/office/drawing/2014/main" id="{65AD5E35-8DEC-4117-82E8-212774E3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3705225"/>
            <a:ext cx="42291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异常 / 安全 / 恢复</a:t>
            </a:r>
          </a:p>
        </p:txBody>
      </p:sp>
      <p:sp>
        <p:nvSpPr>
          <p:cNvPr id="1493" name="矩形">
            <a:extLst xmlns:a="http://schemas.openxmlformats.org/drawingml/2006/main">
              <a:ext uri="{FF2B5EF4-FFF2-40B4-BE49-F238E27FC236}">
                <a16:creationId xmlns:a16="http://schemas.microsoft.com/office/drawing/2014/main" id="{62522E23-B4A2-43E8-9294-7C43B673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3990975"/>
            <a:ext cx="422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94" name="失败恢复、安全阻断、边界输入">
            <a:extLst xmlns:a="http://schemas.openxmlformats.org/drawingml/2006/main">
              <a:ext uri="{FF2B5EF4-FFF2-40B4-BE49-F238E27FC236}">
                <a16:creationId xmlns:a16="http://schemas.microsoft.com/office/drawing/2014/main" id="{77C28D5B-F22D-4836-ADF1-9B3078C5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43700" y="3990975"/>
            <a:ext cx="4229100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失败恢复、安全阻断、边界输入</a:t>
            </a:r>
          </a:p>
        </p:txBody>
      </p:sp>
      <p:sp>
        <p:nvSpPr>
          <p:cNvPr id="1496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EDE6F7F9-6F94-4741-B020-E72CEC47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953000"/>
            <a:ext cx="92392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497" name="矩形">
            <a:extLst xmlns:a="http://schemas.openxmlformats.org/drawingml/2006/main">
              <a:ext uri="{FF2B5EF4-FFF2-40B4-BE49-F238E27FC236}">
                <a16:creationId xmlns:a16="http://schemas.microsoft.com/office/drawing/2014/main" id="{5749F863-CAAF-4E48-98E4-FE56DBB5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47825" y="5086350"/>
            <a:ext cx="8896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498" name="工程验证结论">
            <a:extLst xmlns:a="http://schemas.openxmlformats.org/drawingml/2006/main">
              <a:ext uri="{FF2B5EF4-FFF2-40B4-BE49-F238E27FC236}">
                <a16:creationId xmlns:a16="http://schemas.microsoft.com/office/drawing/2014/main" id="{123102B7-7B3F-4574-A1FF-5C6C27A9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47825" y="5086350"/>
            <a:ext cx="889635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工程验证结论</a:t>
            </a:r>
          </a:p>
        </p:txBody>
      </p:sp>
      <p:sp>
        <p:nvSpPr>
          <p:cNvPr id="1500" name="矩形">
            <a:extLst xmlns:a="http://schemas.openxmlformats.org/drawingml/2006/main">
              <a:ext uri="{FF2B5EF4-FFF2-40B4-BE49-F238E27FC236}">
                <a16:creationId xmlns:a16="http://schemas.microsoft.com/office/drawing/2014/main" id="{933218B6-A09A-470D-B40F-A80538C0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47825" y="5276850"/>
            <a:ext cx="8896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501" name="系统测试回答“能不能稳定运行”：任务接入、状态控制、人在环决策、快照恢复和异常路径均有覆盖。">
            <a:extLst xmlns:a="http://schemas.openxmlformats.org/drawingml/2006/main">
              <a:ext uri="{FF2B5EF4-FFF2-40B4-BE49-F238E27FC236}">
                <a16:creationId xmlns:a16="http://schemas.microsoft.com/office/drawing/2014/main" id="{8C76D8C1-EECB-425E-8326-B99C4C67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47825" y="5276850"/>
            <a:ext cx="889635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系统测试回答“能不能稳定运行”：任务接入、状态控制、人在环决策、快照恢复和异常路径均有覆盖。</a:t>
            </a:r>
          </a:p>
        </p:txBody>
      </p:sp>
      <p:sp>
        <p:nvSpPr>
          <p:cNvPr id="1505" name="">
            <a:extLst xmlns:a="http://schemas.openxmlformats.org/drawingml/2006/main">
              <a:ext uri="{FF2B5EF4-FFF2-40B4-BE49-F238E27FC236}">
                <a16:creationId xmlns:a16="http://schemas.microsoft.com/office/drawing/2014/main" id="{3AE2E547-B53E-4C64-9B4A-34ABE66C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5989010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04" name="矩形">
            <a:extLst xmlns:a="http://schemas.openxmlformats.org/drawingml/2006/main">
              <a:ext uri="{FF2B5EF4-FFF2-40B4-BE49-F238E27FC236}">
                <a16:creationId xmlns:a16="http://schemas.microsoft.com/office/drawing/2014/main" id="{99CA6CBB-FBF4-4CBF-B976-60EFAE65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505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bd63e02d246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1506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7613b0591045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1507" name="矩形">
            <a:extLst xmlns:a="http://schemas.openxmlformats.org/drawingml/2006/main">
              <a:ext uri="{FF2B5EF4-FFF2-40B4-BE49-F238E27FC236}">
                <a16:creationId xmlns:a16="http://schemas.microsoft.com/office/drawing/2014/main" id="{A6FAB6E0-3373-49EE-9490-29827A72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08" name="矩形">
            <a:extLst xmlns:a="http://schemas.openxmlformats.org/drawingml/2006/main">
              <a:ext uri="{FF2B5EF4-FFF2-40B4-BE49-F238E27FC236}">
                <a16:creationId xmlns:a16="http://schemas.microsoft.com/office/drawing/2014/main" id="{62107F7D-0654-402C-9301-01A10A9E2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09" name="矩形">
            <a:extLst xmlns:a="http://schemas.openxmlformats.org/drawingml/2006/main">
              <a:ext uri="{FF2B5EF4-FFF2-40B4-BE49-F238E27FC236}">
                <a16:creationId xmlns:a16="http://schemas.microsoft.com/office/drawing/2014/main" id="{792F34BE-421C-474E-8523-673972A5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0" name="矩形">
            <a:extLst xmlns:a="http://schemas.openxmlformats.org/drawingml/2006/main">
              <a:ext uri="{FF2B5EF4-FFF2-40B4-BE49-F238E27FC236}">
                <a16:creationId xmlns:a16="http://schemas.microsoft.com/office/drawing/2014/main" id="{ECEAFABE-4206-4F64-89D3-307F55F0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1" name="矩形">
            <a:extLst xmlns:a="http://schemas.openxmlformats.org/drawingml/2006/main">
              <a:ext uri="{FF2B5EF4-FFF2-40B4-BE49-F238E27FC236}">
                <a16:creationId xmlns:a16="http://schemas.microsoft.com/office/drawing/2014/main" id="{A23B21F6-B8D1-4FD8-BE04-1DEE01BD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2" name="矩形">
            <a:extLst xmlns:a="http://schemas.openxmlformats.org/drawingml/2006/main">
              <a:ext uri="{FF2B5EF4-FFF2-40B4-BE49-F238E27FC236}">
                <a16:creationId xmlns:a16="http://schemas.microsoft.com/office/drawing/2014/main" id="{C97838BC-E802-4B2B-AD1E-EA6F0984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3" name="矩形">
            <a:extLst xmlns:a="http://schemas.openxmlformats.org/drawingml/2006/main">
              <a:ext uri="{FF2B5EF4-FFF2-40B4-BE49-F238E27FC236}">
                <a16:creationId xmlns:a16="http://schemas.microsoft.com/office/drawing/2014/main" id="{F23C59D2-E160-4D1F-A05D-3C7AE583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4" name="矩形">
            <a:extLst xmlns:a="http://schemas.openxmlformats.org/drawingml/2006/main">
              <a:ext uri="{FF2B5EF4-FFF2-40B4-BE49-F238E27FC236}">
                <a16:creationId xmlns:a16="http://schemas.microsoft.com/office/drawing/2014/main" id="{B6E92A4C-3FEA-4EA2-90D5-4F742FA5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5" name="矩形">
            <a:extLst xmlns:a="http://schemas.openxmlformats.org/drawingml/2006/main">
              <a:ext uri="{FF2B5EF4-FFF2-40B4-BE49-F238E27FC236}">
                <a16:creationId xmlns:a16="http://schemas.microsoft.com/office/drawing/2014/main" id="{11F5E355-B1E9-4844-8ECC-02686E36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6" name="矩形">
            <a:extLst xmlns:a="http://schemas.openxmlformats.org/drawingml/2006/main">
              <a:ext uri="{FF2B5EF4-FFF2-40B4-BE49-F238E27FC236}">
                <a16:creationId xmlns:a16="http://schemas.microsoft.com/office/drawing/2014/main" id="{18E4F882-1972-437E-AB7F-665400710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7" name="矩形">
            <a:extLst xmlns:a="http://schemas.openxmlformats.org/drawingml/2006/main">
              <a:ext uri="{FF2B5EF4-FFF2-40B4-BE49-F238E27FC236}">
                <a16:creationId xmlns:a16="http://schemas.microsoft.com/office/drawing/2014/main" id="{7A064E72-D982-4A95-8A49-0EF9DE51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8" name="矩形">
            <a:extLst xmlns:a="http://schemas.openxmlformats.org/drawingml/2006/main">
              <a:ext uri="{FF2B5EF4-FFF2-40B4-BE49-F238E27FC236}">
                <a16:creationId xmlns:a16="http://schemas.microsoft.com/office/drawing/2014/main" id="{2B4A8A25-2575-442D-A16C-7E1C4430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19" name="矩形">
            <a:extLst xmlns:a="http://schemas.openxmlformats.org/drawingml/2006/main">
              <a:ext uri="{FF2B5EF4-FFF2-40B4-BE49-F238E27FC236}">
                <a16:creationId xmlns:a16="http://schemas.microsoft.com/office/drawing/2014/main" id="{2A2187A4-8168-4967-A5E8-6D92163E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0" name="矩形">
            <a:extLst xmlns:a="http://schemas.openxmlformats.org/drawingml/2006/main">
              <a:ext uri="{FF2B5EF4-FFF2-40B4-BE49-F238E27FC236}">
                <a16:creationId xmlns:a16="http://schemas.microsoft.com/office/drawing/2014/main" id="{4D656DF5-BEE0-43D7-8203-596676FF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1" name="矩形">
            <a:extLst xmlns:a="http://schemas.openxmlformats.org/drawingml/2006/main">
              <a:ext uri="{FF2B5EF4-FFF2-40B4-BE49-F238E27FC236}">
                <a16:creationId xmlns:a16="http://schemas.microsoft.com/office/drawing/2014/main" id="{4426954B-1511-462E-B804-155BCCD4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2" name="矩形">
            <a:extLst xmlns:a="http://schemas.openxmlformats.org/drawingml/2006/main">
              <a:ext uri="{FF2B5EF4-FFF2-40B4-BE49-F238E27FC236}">
                <a16:creationId xmlns:a16="http://schemas.microsoft.com/office/drawing/2014/main" id="{924F8E1B-2B52-4F47-93BD-79DB5796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3" name="矩形">
            <a:extLst xmlns:a="http://schemas.openxmlformats.org/drawingml/2006/main">
              <a:ext uri="{FF2B5EF4-FFF2-40B4-BE49-F238E27FC236}">
                <a16:creationId xmlns:a16="http://schemas.microsoft.com/office/drawing/2014/main" id="{323B7A17-EE2E-4552-B758-3139370F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4" name="矩形">
            <a:extLst xmlns:a="http://schemas.openxmlformats.org/drawingml/2006/main">
              <a:ext uri="{FF2B5EF4-FFF2-40B4-BE49-F238E27FC236}">
                <a16:creationId xmlns:a16="http://schemas.microsoft.com/office/drawing/2014/main" id="{C81658B9-640E-4B76-B509-852296F7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5" name="矩形">
            <a:extLst xmlns:a="http://schemas.openxmlformats.org/drawingml/2006/main">
              <a:ext uri="{FF2B5EF4-FFF2-40B4-BE49-F238E27FC236}">
                <a16:creationId xmlns:a16="http://schemas.microsoft.com/office/drawing/2014/main" id="{9AA3376C-C538-43C6-BC2C-CFA97581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6" name="矩形">
            <a:extLst xmlns:a="http://schemas.openxmlformats.org/drawingml/2006/main">
              <a:ext uri="{FF2B5EF4-FFF2-40B4-BE49-F238E27FC236}">
                <a16:creationId xmlns:a16="http://schemas.microsoft.com/office/drawing/2014/main" id="{9C594520-F0B6-4865-85F4-67F2BBC2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7" name="矩形">
            <a:extLst xmlns:a="http://schemas.openxmlformats.org/drawingml/2006/main">
              <a:ext uri="{FF2B5EF4-FFF2-40B4-BE49-F238E27FC236}">
                <a16:creationId xmlns:a16="http://schemas.microsoft.com/office/drawing/2014/main" id="{29DF4382-B02C-4172-8137-A0DBCD96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8" name="矩形">
            <a:extLst xmlns:a="http://schemas.openxmlformats.org/drawingml/2006/main">
              <a:ext uri="{FF2B5EF4-FFF2-40B4-BE49-F238E27FC236}">
                <a16:creationId xmlns:a16="http://schemas.microsoft.com/office/drawing/2014/main" id="{6D779B60-B826-40CF-A074-D3A0E5CC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29" name="矩形">
            <a:extLst xmlns:a="http://schemas.openxmlformats.org/drawingml/2006/main">
              <a:ext uri="{FF2B5EF4-FFF2-40B4-BE49-F238E27FC236}">
                <a16:creationId xmlns:a16="http://schemas.microsoft.com/office/drawing/2014/main" id="{9924652B-570B-47C2-BA63-C1B3D0AE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0" name="矩形">
            <a:extLst xmlns:a="http://schemas.openxmlformats.org/drawingml/2006/main">
              <a:ext uri="{FF2B5EF4-FFF2-40B4-BE49-F238E27FC236}">
                <a16:creationId xmlns:a16="http://schemas.microsoft.com/office/drawing/2014/main" id="{E1B3CBC6-1D36-4691-8E3C-8C638683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1" name="矩形">
            <a:extLst xmlns:a="http://schemas.openxmlformats.org/drawingml/2006/main">
              <a:ext uri="{FF2B5EF4-FFF2-40B4-BE49-F238E27FC236}">
                <a16:creationId xmlns:a16="http://schemas.microsoft.com/office/drawing/2014/main" id="{B1A258AC-CD7B-4E3D-9BDE-F878BB41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2" name="矩形">
            <a:extLst xmlns:a="http://schemas.openxmlformats.org/drawingml/2006/main">
              <a:ext uri="{FF2B5EF4-FFF2-40B4-BE49-F238E27FC236}">
                <a16:creationId xmlns:a16="http://schemas.microsoft.com/office/drawing/2014/main" id="{2E39340D-04E0-435C-8997-B9D85C10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3" name="矩形">
            <a:extLst xmlns:a="http://schemas.openxmlformats.org/drawingml/2006/main">
              <a:ext uri="{FF2B5EF4-FFF2-40B4-BE49-F238E27FC236}">
                <a16:creationId xmlns:a16="http://schemas.microsoft.com/office/drawing/2014/main" id="{384D7022-9F2A-4112-B0F7-230F7A93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4" name="矩形">
            <a:extLst xmlns:a="http://schemas.openxmlformats.org/drawingml/2006/main">
              <a:ext uri="{FF2B5EF4-FFF2-40B4-BE49-F238E27FC236}">
                <a16:creationId xmlns:a16="http://schemas.microsoft.com/office/drawing/2014/main" id="{163C8940-0FD4-4324-A1F3-79B3ECC3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5" name="矩形">
            <a:extLst xmlns:a="http://schemas.openxmlformats.org/drawingml/2006/main">
              <a:ext uri="{FF2B5EF4-FFF2-40B4-BE49-F238E27FC236}">
                <a16:creationId xmlns:a16="http://schemas.microsoft.com/office/drawing/2014/main" id="{FD550C80-B289-4B1E-83E4-775D61C1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6" name="矩形">
            <a:extLst xmlns:a="http://schemas.openxmlformats.org/drawingml/2006/main">
              <a:ext uri="{FF2B5EF4-FFF2-40B4-BE49-F238E27FC236}">
                <a16:creationId xmlns:a16="http://schemas.microsoft.com/office/drawing/2014/main" id="{6F1B6B3E-9081-49D4-9980-728405A4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7" name="矩形">
            <a:extLst xmlns:a="http://schemas.openxmlformats.org/drawingml/2006/main">
              <a:ext uri="{FF2B5EF4-FFF2-40B4-BE49-F238E27FC236}">
                <a16:creationId xmlns:a16="http://schemas.microsoft.com/office/drawing/2014/main" id="{58C77B7B-9A26-4AB1-9265-553BB22D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8" name="矩形">
            <a:extLst xmlns:a="http://schemas.openxmlformats.org/drawingml/2006/main">
              <a:ext uri="{FF2B5EF4-FFF2-40B4-BE49-F238E27FC236}">
                <a16:creationId xmlns:a16="http://schemas.microsoft.com/office/drawing/2014/main" id="{FBCC9FD1-7025-4C55-A66F-23268850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39" name="矩形">
            <a:extLst xmlns:a="http://schemas.openxmlformats.org/drawingml/2006/main">
              <a:ext uri="{FF2B5EF4-FFF2-40B4-BE49-F238E27FC236}">
                <a16:creationId xmlns:a16="http://schemas.microsoft.com/office/drawing/2014/main" id="{9C3A00D4-96F1-47F3-9227-9A8C8478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0" name="矩形">
            <a:extLst xmlns:a="http://schemas.openxmlformats.org/drawingml/2006/main">
              <a:ext uri="{FF2B5EF4-FFF2-40B4-BE49-F238E27FC236}">
                <a16:creationId xmlns:a16="http://schemas.microsoft.com/office/drawing/2014/main" id="{6071D7F7-3982-4471-AB60-21667E73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1" name="矩形">
            <a:extLst xmlns:a="http://schemas.openxmlformats.org/drawingml/2006/main">
              <a:ext uri="{FF2B5EF4-FFF2-40B4-BE49-F238E27FC236}">
                <a16:creationId xmlns:a16="http://schemas.microsoft.com/office/drawing/2014/main" id="{8EBAB20F-9FCC-4F64-B1B5-2103A6142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2" name="矩形">
            <a:extLst xmlns:a="http://schemas.openxmlformats.org/drawingml/2006/main">
              <a:ext uri="{FF2B5EF4-FFF2-40B4-BE49-F238E27FC236}">
                <a16:creationId xmlns:a16="http://schemas.microsoft.com/office/drawing/2014/main" id="{EA1BABD0-D7D8-4568-B33A-4D1C8AA2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3" name="矩形">
            <a:extLst xmlns:a="http://schemas.openxmlformats.org/drawingml/2006/main">
              <a:ext uri="{FF2B5EF4-FFF2-40B4-BE49-F238E27FC236}">
                <a16:creationId xmlns:a16="http://schemas.microsoft.com/office/drawing/2014/main" id="{F2E31EDC-EB44-425F-9C5C-84FD2F7C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4" name="矩形">
            <a:extLst xmlns:a="http://schemas.openxmlformats.org/drawingml/2006/main">
              <a:ext uri="{FF2B5EF4-FFF2-40B4-BE49-F238E27FC236}">
                <a16:creationId xmlns:a16="http://schemas.microsoft.com/office/drawing/2014/main" id="{B45682B5-EB91-4EEA-B05C-6F7CA5B1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5" name="矩形">
            <a:extLst xmlns:a="http://schemas.openxmlformats.org/drawingml/2006/main">
              <a:ext uri="{FF2B5EF4-FFF2-40B4-BE49-F238E27FC236}">
                <a16:creationId xmlns:a16="http://schemas.microsoft.com/office/drawing/2014/main" id="{52DAEEE6-733C-4093-A1FE-AB6FAC0A3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6" name="矩形">
            <a:extLst xmlns:a="http://schemas.openxmlformats.org/drawingml/2006/main">
              <a:ext uri="{FF2B5EF4-FFF2-40B4-BE49-F238E27FC236}">
                <a16:creationId xmlns:a16="http://schemas.microsoft.com/office/drawing/2014/main" id="{5DD61596-B21A-4A53-9276-5B8B5839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7" name="矩形">
            <a:extLst xmlns:a="http://schemas.openxmlformats.org/drawingml/2006/main">
              <a:ext uri="{FF2B5EF4-FFF2-40B4-BE49-F238E27FC236}">
                <a16:creationId xmlns:a16="http://schemas.microsoft.com/office/drawing/2014/main" id="{1761C42D-EDEA-4C46-AEC7-04A6B989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8" name="矩形">
            <a:extLst xmlns:a="http://schemas.openxmlformats.org/drawingml/2006/main">
              <a:ext uri="{FF2B5EF4-FFF2-40B4-BE49-F238E27FC236}">
                <a16:creationId xmlns:a16="http://schemas.microsoft.com/office/drawing/2014/main" id="{F72CFB55-4682-4A3A-898D-BD73FF46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49" name="矩形">
            <a:extLst xmlns:a="http://schemas.openxmlformats.org/drawingml/2006/main">
              <a:ext uri="{FF2B5EF4-FFF2-40B4-BE49-F238E27FC236}">
                <a16:creationId xmlns:a16="http://schemas.microsoft.com/office/drawing/2014/main" id="{B87599E0-E29A-4D27-802A-BAAE91EB0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0" name="矩形">
            <a:extLst xmlns:a="http://schemas.openxmlformats.org/drawingml/2006/main">
              <a:ext uri="{FF2B5EF4-FFF2-40B4-BE49-F238E27FC236}">
                <a16:creationId xmlns:a16="http://schemas.microsoft.com/office/drawing/2014/main" id="{3FC44926-45B4-4251-9923-BB58578AC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1" name="矩形">
            <a:extLst xmlns:a="http://schemas.openxmlformats.org/drawingml/2006/main">
              <a:ext uri="{FF2B5EF4-FFF2-40B4-BE49-F238E27FC236}">
                <a16:creationId xmlns:a16="http://schemas.microsoft.com/office/drawing/2014/main" id="{53113347-7FD6-425D-9AE1-E9373E24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2" name="矩形">
            <a:extLst xmlns:a="http://schemas.openxmlformats.org/drawingml/2006/main">
              <a:ext uri="{FF2B5EF4-FFF2-40B4-BE49-F238E27FC236}">
                <a16:creationId xmlns:a16="http://schemas.microsoft.com/office/drawing/2014/main" id="{36535FC3-B9B2-45A4-B7F1-783E3A6B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3" name="矩形">
            <a:extLst xmlns:a="http://schemas.openxmlformats.org/drawingml/2006/main">
              <a:ext uri="{FF2B5EF4-FFF2-40B4-BE49-F238E27FC236}">
                <a16:creationId xmlns:a16="http://schemas.microsoft.com/office/drawing/2014/main" id="{2E2E890D-5AA9-463C-83F0-30C7E08C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4" name="矩形">
            <a:extLst xmlns:a="http://schemas.openxmlformats.org/drawingml/2006/main">
              <a:ext uri="{FF2B5EF4-FFF2-40B4-BE49-F238E27FC236}">
                <a16:creationId xmlns:a16="http://schemas.microsoft.com/office/drawing/2014/main" id="{75490A91-45C0-4C40-80BA-9F23BF3D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5" name="矩形">
            <a:extLst xmlns:a="http://schemas.openxmlformats.org/drawingml/2006/main">
              <a:ext uri="{FF2B5EF4-FFF2-40B4-BE49-F238E27FC236}">
                <a16:creationId xmlns:a16="http://schemas.microsoft.com/office/drawing/2014/main" id="{25919B24-83DF-472A-BF25-3364E069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6" name="矩形">
            <a:extLst xmlns:a="http://schemas.openxmlformats.org/drawingml/2006/main">
              <a:ext uri="{FF2B5EF4-FFF2-40B4-BE49-F238E27FC236}">
                <a16:creationId xmlns:a16="http://schemas.microsoft.com/office/drawing/2014/main" id="{AEA80E2D-74FB-47FF-A14F-619B6316F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7" name="矩形">
            <a:extLst xmlns:a="http://schemas.openxmlformats.org/drawingml/2006/main">
              <a:ext uri="{FF2B5EF4-FFF2-40B4-BE49-F238E27FC236}">
                <a16:creationId xmlns:a16="http://schemas.microsoft.com/office/drawing/2014/main" id="{790A66D5-B6BE-48CD-A1C7-DC31AD5D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8" name="矩形">
            <a:extLst xmlns:a="http://schemas.openxmlformats.org/drawingml/2006/main">
              <a:ext uri="{FF2B5EF4-FFF2-40B4-BE49-F238E27FC236}">
                <a16:creationId xmlns:a16="http://schemas.microsoft.com/office/drawing/2014/main" id="{D94A15B5-001F-4985-B75D-64386CA2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59" name="矩形">
            <a:extLst xmlns:a="http://schemas.openxmlformats.org/drawingml/2006/main">
              <a:ext uri="{FF2B5EF4-FFF2-40B4-BE49-F238E27FC236}">
                <a16:creationId xmlns:a16="http://schemas.microsoft.com/office/drawing/2014/main" id="{5B42B043-EBB8-402C-A359-993E7139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0" name="矩形">
            <a:extLst xmlns:a="http://schemas.openxmlformats.org/drawingml/2006/main">
              <a:ext uri="{FF2B5EF4-FFF2-40B4-BE49-F238E27FC236}">
                <a16:creationId xmlns:a16="http://schemas.microsoft.com/office/drawing/2014/main" id="{C9056111-76B5-44D3-862F-AB1A9D93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1" name="矩形">
            <a:extLst xmlns:a="http://schemas.openxmlformats.org/drawingml/2006/main">
              <a:ext uri="{FF2B5EF4-FFF2-40B4-BE49-F238E27FC236}">
                <a16:creationId xmlns:a16="http://schemas.microsoft.com/office/drawing/2014/main" id="{4B77A2BD-FFE6-4940-AD2F-7AE17446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2" name="矩形">
            <a:extLst xmlns:a="http://schemas.openxmlformats.org/drawingml/2006/main">
              <a:ext uri="{FF2B5EF4-FFF2-40B4-BE49-F238E27FC236}">
                <a16:creationId xmlns:a16="http://schemas.microsoft.com/office/drawing/2014/main" id="{9B67E239-9DEC-48B1-ACCF-6FB58D53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3" name="矩形">
            <a:extLst xmlns:a="http://schemas.openxmlformats.org/drawingml/2006/main">
              <a:ext uri="{FF2B5EF4-FFF2-40B4-BE49-F238E27FC236}">
                <a16:creationId xmlns:a16="http://schemas.microsoft.com/office/drawing/2014/main" id="{3011C742-99EC-4F09-808A-29A2A7F2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4" name="矩形">
            <a:extLst xmlns:a="http://schemas.openxmlformats.org/drawingml/2006/main">
              <a:ext uri="{FF2B5EF4-FFF2-40B4-BE49-F238E27FC236}">
                <a16:creationId xmlns:a16="http://schemas.microsoft.com/office/drawing/2014/main" id="{A7CC930A-513A-4F7F-AF52-AEC6AE94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5" name="矩形">
            <a:extLst xmlns:a="http://schemas.openxmlformats.org/drawingml/2006/main">
              <a:ext uri="{FF2B5EF4-FFF2-40B4-BE49-F238E27FC236}">
                <a16:creationId xmlns:a16="http://schemas.microsoft.com/office/drawing/2014/main" id="{E72E04EE-021D-45F4-A8F9-4996D66C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6" name="矩形">
            <a:extLst xmlns:a="http://schemas.openxmlformats.org/drawingml/2006/main">
              <a:ext uri="{FF2B5EF4-FFF2-40B4-BE49-F238E27FC236}">
                <a16:creationId xmlns:a16="http://schemas.microsoft.com/office/drawing/2014/main" id="{C48316AB-D6D5-4068-882D-B7A2DE234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7" name="矩形">
            <a:extLst xmlns:a="http://schemas.openxmlformats.org/drawingml/2006/main">
              <a:ext uri="{FF2B5EF4-FFF2-40B4-BE49-F238E27FC236}">
                <a16:creationId xmlns:a16="http://schemas.microsoft.com/office/drawing/2014/main" id="{2A1163CF-DD9C-4887-9281-4CFD8121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8" name="矩形">
            <a:extLst xmlns:a="http://schemas.openxmlformats.org/drawingml/2006/main">
              <a:ext uri="{FF2B5EF4-FFF2-40B4-BE49-F238E27FC236}">
                <a16:creationId xmlns:a16="http://schemas.microsoft.com/office/drawing/2014/main" id="{A86DAE47-8C2A-441B-8ABD-A62B9B19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69" name="矩形">
            <a:extLst xmlns:a="http://schemas.openxmlformats.org/drawingml/2006/main">
              <a:ext uri="{FF2B5EF4-FFF2-40B4-BE49-F238E27FC236}">
                <a16:creationId xmlns:a16="http://schemas.microsoft.com/office/drawing/2014/main" id="{59EC6999-C8DD-48FE-A1D0-A93938F5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70" name="矩形">
            <a:extLst xmlns:a="http://schemas.openxmlformats.org/drawingml/2006/main">
              <a:ext uri="{FF2B5EF4-FFF2-40B4-BE49-F238E27FC236}">
                <a16:creationId xmlns:a16="http://schemas.microsoft.com/office/drawing/2014/main" id="{219B4087-EAA8-4A36-AC6F-F89F1FE2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71" name="矩形">
            <a:extLst xmlns:a="http://schemas.openxmlformats.org/drawingml/2006/main">
              <a:ext uri="{FF2B5EF4-FFF2-40B4-BE49-F238E27FC236}">
                <a16:creationId xmlns:a16="http://schemas.microsoft.com/office/drawing/2014/main" id="{B571D145-7CEB-43D8-A438-2437EBA0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72" name="矩形">
            <a:extLst xmlns:a="http://schemas.openxmlformats.org/drawingml/2006/main">
              <a:ext uri="{FF2B5EF4-FFF2-40B4-BE49-F238E27FC236}">
                <a16:creationId xmlns:a16="http://schemas.microsoft.com/office/drawing/2014/main" id="{111721D1-321B-4E66-81DF-19BC26C3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73" name="矩形">
            <a:extLst xmlns:a="http://schemas.openxmlformats.org/drawingml/2006/main">
              <a:ext uri="{FF2B5EF4-FFF2-40B4-BE49-F238E27FC236}">
                <a16:creationId xmlns:a16="http://schemas.microsoft.com/office/drawing/2014/main" id="{25D2E520-1C69-4DC5-B272-A3C20DD7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74" name="矩形">
            <a:extLst xmlns:a="http://schemas.openxmlformats.org/drawingml/2006/main">
              <a:ext uri="{FF2B5EF4-FFF2-40B4-BE49-F238E27FC236}">
                <a16:creationId xmlns:a16="http://schemas.microsoft.com/office/drawing/2014/main" id="{23502523-5F1D-47A8-B9FC-83F2C7BC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575" name="矩形">
            <a:extLst xmlns:a="http://schemas.openxmlformats.org/drawingml/2006/main">
              <a:ext uri="{FF2B5EF4-FFF2-40B4-BE49-F238E27FC236}">
                <a16:creationId xmlns:a16="http://schemas.microsoft.com/office/drawing/2014/main" id="{BCCDAF39-4DFE-4D4E-A210-520CC743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576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f2cbb3071a40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1577" name="矩形">
            <a:extLst xmlns:a="http://schemas.openxmlformats.org/drawingml/2006/main">
              <a:ext uri="{FF2B5EF4-FFF2-40B4-BE49-F238E27FC236}">
                <a16:creationId xmlns:a16="http://schemas.microsoft.com/office/drawing/2014/main" id="{7E4C81F5-EF2A-40EC-9552-7966C081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578" name="验证二：84 次运行消融实验">
            <a:extLst xmlns:a="http://schemas.openxmlformats.org/drawingml/2006/main">
              <a:ext uri="{FF2B5EF4-FFF2-40B4-BE49-F238E27FC236}">
                <a16:creationId xmlns:a16="http://schemas.microsoft.com/office/drawing/2014/main" id="{E1095748-FC14-47E9-84F4-1FF4AF289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238125"/>
            <a:ext cx="7239000" cy="381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验证二：84 次运行消融实验</a:t>
            </a:r>
          </a:p>
        </p:txBody>
      </p:sp>
      <p:sp>
        <p:nvSpPr>
          <p:cNvPr id="1580" name="矩形">
            <a:extLst xmlns:a="http://schemas.openxmlformats.org/drawingml/2006/main">
              <a:ext uri="{FF2B5EF4-FFF2-40B4-BE49-F238E27FC236}">
                <a16:creationId xmlns:a16="http://schemas.microsoft.com/office/drawing/2014/main" id="{CFD925CA-5A7E-43CD-9F17-1491C3D9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581" name="EXPERIMENT">
            <a:extLst xmlns:a="http://schemas.openxmlformats.org/drawingml/2006/main">
              <a:ext uri="{FF2B5EF4-FFF2-40B4-BE49-F238E27FC236}">
                <a16:creationId xmlns:a16="http://schemas.microsoft.com/office/drawing/2014/main" id="{DB450766-91E3-44AF-9E72-3974EC34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67750" y="269874"/>
            <a:ext cx="1428750" cy="12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EXPERIMENT</a:t>
            </a:r>
          </a:p>
        </p:txBody>
      </p:sp>
      <p:sp>
        <p:nvSpPr>
          <p:cNvPr id="1583" name="矩形">
            <a:extLst xmlns:a="http://schemas.openxmlformats.org/drawingml/2006/main">
              <a:ext uri="{FF2B5EF4-FFF2-40B4-BE49-F238E27FC236}">
                <a16:creationId xmlns:a16="http://schemas.microsoft.com/office/drawing/2014/main" id="{D4FBBA61-7000-45B8-A1F0-2E737E97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586" name="矩形">
            <a:extLst xmlns:a="http://schemas.openxmlformats.org/drawingml/2006/main">
              <a:ext uri="{FF2B5EF4-FFF2-40B4-BE49-F238E27FC236}">
                <a16:creationId xmlns:a16="http://schemas.microsoft.com/office/drawing/2014/main" id="{EA3F0391-3DF2-4EA7-B930-5FF7E87E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875" y="952500"/>
            <a:ext cx="895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587" name="4 组策略 × 每组 21 次运行 = 84 次运行；任务集覆盖 12 个 task_key、8 类场景。">
            <a:extLst xmlns:a="http://schemas.openxmlformats.org/drawingml/2006/main">
              <a:ext uri="{FF2B5EF4-FFF2-40B4-BE49-F238E27FC236}">
                <a16:creationId xmlns:a16="http://schemas.microsoft.com/office/drawing/2014/main" id="{20B8DA4B-0267-4C0C-AD2A-B3A039D2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875" y="952500"/>
            <a:ext cx="89535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4 组策略 × 每组 21 次运行 = 84 次运行；任务集覆盖 12 个 task_key、8 类场景。</a:t>
            </a:r>
          </a:p>
        </p:txBody>
      </p:sp>
      <p:sp>
        <p:nvSpPr>
          <p:cNvPr id="1589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E1D3A3C4-D082-4A1A-8F36-2AD3C361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914400"/>
            <a:ext cx="2095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590" name="矩形">
            <a:extLst xmlns:a="http://schemas.openxmlformats.org/drawingml/2006/main">
              <a:ext uri="{FF2B5EF4-FFF2-40B4-BE49-F238E27FC236}">
                <a16:creationId xmlns:a16="http://schemas.microsoft.com/office/drawing/2014/main" id="{CBAE3B30-D894-4A4B-86D8-6DB03024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48775" y="971550"/>
            <a:ext cx="1981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591" name="总结果：81 DONE / 3 FAILED">
            <a:extLst xmlns:a="http://schemas.openxmlformats.org/drawingml/2006/main">
              <a:ext uri="{FF2B5EF4-FFF2-40B4-BE49-F238E27FC236}">
                <a16:creationId xmlns:a16="http://schemas.microsoft.com/office/drawing/2014/main" id="{482FABB1-BCB1-4159-BB28-22EDED75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48775" y="971550"/>
            <a:ext cx="1981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8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总结果：81 DONE / 3 FAILED</a:t>
            </a:r>
          </a:p>
        </p:txBody>
      </p:sp>
      <p:sp>
        <p:nvSpPr>
          <p:cNvPr id="1593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6658B294-CF5C-4442-86C8-089E16CF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23241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594" name="矩形">
            <a:extLst xmlns:a="http://schemas.openxmlformats.org/drawingml/2006/main">
              <a:ext uri="{FF2B5EF4-FFF2-40B4-BE49-F238E27FC236}">
                <a16:creationId xmlns:a16="http://schemas.microsoft.com/office/drawing/2014/main" id="{6FFDCE68-C2F9-4A71-9013-EA38340B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3175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595" name="矩形">
            <a:extLst xmlns:a="http://schemas.openxmlformats.org/drawingml/2006/main">
              <a:ext uri="{FF2B5EF4-FFF2-40B4-BE49-F238E27FC236}">
                <a16:creationId xmlns:a16="http://schemas.microsoft.com/office/drawing/2014/main" id="{D0339352-BCA0-4752-BF7F-E626D065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1562100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596" name="static_top1">
            <a:extLst xmlns:a="http://schemas.openxmlformats.org/drawingml/2006/main">
              <a:ext uri="{FF2B5EF4-FFF2-40B4-BE49-F238E27FC236}">
                <a16:creationId xmlns:a16="http://schemas.microsoft.com/office/drawing/2014/main" id="{7110B95D-C0D8-4DCD-BD8A-B51A9744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1562100"/>
            <a:ext cx="1981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static_top1</a:t>
            </a:r>
          </a:p>
        </p:txBody>
      </p:sp>
      <p:sp>
        <p:nvSpPr>
          <p:cNvPr id="1598" name="矩形">
            <a:extLst xmlns:a="http://schemas.openxmlformats.org/drawingml/2006/main">
              <a:ext uri="{FF2B5EF4-FFF2-40B4-BE49-F238E27FC236}">
                <a16:creationId xmlns:a16="http://schemas.microsoft.com/office/drawing/2014/main" id="{16D0A095-0C55-46BA-8DCB-256402A2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1790700"/>
            <a:ext cx="198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599" name="静态最高分单候选">
            <a:extLst xmlns:a="http://schemas.openxmlformats.org/drawingml/2006/main">
              <a:ext uri="{FF2B5EF4-FFF2-40B4-BE49-F238E27FC236}">
                <a16:creationId xmlns:a16="http://schemas.microsoft.com/office/drawing/2014/main" id="{6FB88C2A-7F47-493C-BCA2-958DB0A9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1790700"/>
            <a:ext cx="1981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静态最高分单候选</a:t>
            </a:r>
          </a:p>
        </p:txBody>
      </p:sp>
      <p:sp>
        <p:nvSpPr>
          <p:cNvPr id="1601" name="矩形">
            <a:extLst xmlns:a="http://schemas.openxmlformats.org/drawingml/2006/main">
              <a:ext uri="{FF2B5EF4-FFF2-40B4-BE49-F238E27FC236}">
                <a16:creationId xmlns:a16="http://schemas.microsoft.com/office/drawing/2014/main" id="{018C6C92-2A8A-4F58-89A8-99D1948B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152650"/>
            <a:ext cx="5238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02" name="DONE">
            <a:extLst xmlns:a="http://schemas.openxmlformats.org/drawingml/2006/main">
              <a:ext uri="{FF2B5EF4-FFF2-40B4-BE49-F238E27FC236}">
                <a16:creationId xmlns:a16="http://schemas.microsoft.com/office/drawing/2014/main" id="{661E4363-CE57-425B-8FE3-C1972A89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152650"/>
            <a:ext cx="523875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DONE</a:t>
            </a:r>
          </a:p>
        </p:txBody>
      </p:sp>
      <p:sp>
        <p:nvSpPr>
          <p:cNvPr id="1604" name="矩形">
            <a:extLst xmlns:a="http://schemas.openxmlformats.org/drawingml/2006/main">
              <a:ext uri="{FF2B5EF4-FFF2-40B4-BE49-F238E27FC236}">
                <a16:creationId xmlns:a16="http://schemas.microsoft.com/office/drawing/2014/main" id="{88FCED00-22B2-44C0-ADBC-F6D75738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305050"/>
            <a:ext cx="5238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05" name="21">
            <a:extLst xmlns:a="http://schemas.openxmlformats.org/drawingml/2006/main">
              <a:ext uri="{FF2B5EF4-FFF2-40B4-BE49-F238E27FC236}">
                <a16:creationId xmlns:a16="http://schemas.microsoft.com/office/drawing/2014/main" id="{9B1A25E1-8620-4402-A427-E97B99D0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4400" y="2305050"/>
            <a:ext cx="523875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21</a:t>
            </a:r>
          </a:p>
        </p:txBody>
      </p:sp>
      <p:sp>
        <p:nvSpPr>
          <p:cNvPr id="1607" name="矩形">
            <a:extLst xmlns:a="http://schemas.openxmlformats.org/drawingml/2006/main">
              <a:ext uri="{FF2B5EF4-FFF2-40B4-BE49-F238E27FC236}">
                <a16:creationId xmlns:a16="http://schemas.microsoft.com/office/drawing/2014/main" id="{3300CFBF-84CD-48B4-B8FA-B41C02DD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0200" y="215265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08" name="FAILED">
            <a:extLst xmlns:a="http://schemas.openxmlformats.org/drawingml/2006/main">
              <a:ext uri="{FF2B5EF4-FFF2-40B4-BE49-F238E27FC236}">
                <a16:creationId xmlns:a16="http://schemas.microsoft.com/office/drawing/2014/main" id="{B20E13F1-B8B5-4BA2-BA9F-A66A1791B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0200" y="2152650"/>
            <a:ext cx="5715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FAILED</a:t>
            </a:r>
          </a:p>
        </p:txBody>
      </p:sp>
      <p:sp>
        <p:nvSpPr>
          <p:cNvPr id="1610" name="矩形">
            <a:extLst xmlns:a="http://schemas.openxmlformats.org/drawingml/2006/main">
              <a:ext uri="{FF2B5EF4-FFF2-40B4-BE49-F238E27FC236}">
                <a16:creationId xmlns:a16="http://schemas.microsoft.com/office/drawing/2014/main" id="{00227B43-2762-47E4-AFC5-1CDC148C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0200" y="2305050"/>
            <a:ext cx="5715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11" name="0">
            <a:extLst xmlns:a="http://schemas.openxmlformats.org/drawingml/2006/main">
              <a:ext uri="{FF2B5EF4-FFF2-40B4-BE49-F238E27FC236}">
                <a16:creationId xmlns:a16="http://schemas.microsoft.com/office/drawing/2014/main" id="{508EE4E7-0095-48AB-92D1-654D642E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00200" y="2305050"/>
            <a:ext cx="571500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0</a:t>
            </a:r>
          </a:p>
        </p:txBody>
      </p:sp>
      <p:sp>
        <p:nvSpPr>
          <p:cNvPr id="1613" name="矩形">
            <a:extLst xmlns:a="http://schemas.openxmlformats.org/drawingml/2006/main">
              <a:ext uri="{FF2B5EF4-FFF2-40B4-BE49-F238E27FC236}">
                <a16:creationId xmlns:a16="http://schemas.microsoft.com/office/drawing/2014/main" id="{3B20CA3B-9F65-4E59-82FB-4BF5FF4B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215265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14" name="高代价">
            <a:extLst xmlns:a="http://schemas.openxmlformats.org/drawingml/2006/main">
              <a:ext uri="{FF2B5EF4-FFF2-40B4-BE49-F238E27FC236}">
                <a16:creationId xmlns:a16="http://schemas.microsoft.com/office/drawing/2014/main" id="{7DA06C0B-B2DD-47DD-980D-26165596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2152650"/>
            <a:ext cx="55245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高代价</a:t>
            </a:r>
          </a:p>
        </p:txBody>
      </p:sp>
      <p:sp>
        <p:nvSpPr>
          <p:cNvPr id="1616" name="矩形">
            <a:extLst xmlns:a="http://schemas.openxmlformats.org/drawingml/2006/main">
              <a:ext uri="{FF2B5EF4-FFF2-40B4-BE49-F238E27FC236}">
                <a16:creationId xmlns:a16="http://schemas.microsoft.com/office/drawing/2014/main" id="{D6720884-28AB-4ED5-86ED-6ABEEAD5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2305050"/>
            <a:ext cx="552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17" name="21">
            <a:extLst xmlns:a="http://schemas.openxmlformats.org/drawingml/2006/main">
              <a:ext uri="{FF2B5EF4-FFF2-40B4-BE49-F238E27FC236}">
                <a16:creationId xmlns:a16="http://schemas.microsoft.com/office/drawing/2014/main" id="{D7AA24C3-EF37-4175-A03B-843564F1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24100" y="2305050"/>
            <a:ext cx="552450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21</a:t>
            </a:r>
          </a:p>
        </p:txBody>
      </p:sp>
      <p:sp>
        <p:nvSpPr>
          <p:cNvPr id="1619" name="矩形">
            <a:extLst xmlns:a="http://schemas.openxmlformats.org/drawingml/2006/main">
              <a:ext uri="{FF2B5EF4-FFF2-40B4-BE49-F238E27FC236}">
                <a16:creationId xmlns:a16="http://schemas.microsoft.com/office/drawing/2014/main" id="{1D2DF023-1915-4BA1-9C83-35173744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90800"/>
            <a:ext cx="1981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20" name="无运行时自适应">
            <a:extLst xmlns:a="http://schemas.openxmlformats.org/drawingml/2006/main">
              <a:ext uri="{FF2B5EF4-FFF2-40B4-BE49-F238E27FC236}">
                <a16:creationId xmlns:a16="http://schemas.microsoft.com/office/drawing/2014/main" id="{B776DF15-FD71-4C6F-9A16-41A9A80E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7250" y="2590800"/>
            <a:ext cx="19812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无运行时自适应</a:t>
            </a:r>
          </a:p>
        </p:txBody>
      </p:sp>
      <p:sp>
        <p:nvSpPr>
          <p:cNvPr id="1622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48D26F1E-0478-474E-BCA9-8694C85B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428750"/>
            <a:ext cx="23241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9A12A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23" name="矩形">
            <a:extLst xmlns:a="http://schemas.openxmlformats.org/drawingml/2006/main">
              <a:ext uri="{FF2B5EF4-FFF2-40B4-BE49-F238E27FC236}">
                <a16:creationId xmlns:a16="http://schemas.microsoft.com/office/drawing/2014/main" id="{EE302034-6CF0-4C1C-8D4A-91DA72A4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4287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12A"/>
          </a:solidFill>
          <a:ln xmlns:a="http://schemas.openxmlformats.org/drawingml/2006/main" w="3175">
            <a:solidFill>
              <a:srgbClr val="D9A12A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24" name="矩形">
            <a:extLst xmlns:a="http://schemas.openxmlformats.org/drawingml/2006/main">
              <a:ext uri="{FF2B5EF4-FFF2-40B4-BE49-F238E27FC236}">
                <a16:creationId xmlns:a16="http://schemas.microsoft.com/office/drawing/2014/main" id="{D0779D83-9344-4D42-B634-98743734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1562100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25" name="fixed_threshold_gate">
            <a:extLst xmlns:a="http://schemas.openxmlformats.org/drawingml/2006/main">
              <a:ext uri="{FF2B5EF4-FFF2-40B4-BE49-F238E27FC236}">
                <a16:creationId xmlns:a16="http://schemas.microsoft.com/office/drawing/2014/main" id="{EA07DD50-315F-42E8-A327-5E2628FF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1562100"/>
            <a:ext cx="1981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D9A12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fixed_threshold_gate</a:t>
            </a:r>
          </a:p>
        </p:txBody>
      </p:sp>
      <p:sp>
        <p:nvSpPr>
          <p:cNvPr id="1627" name="矩形">
            <a:extLst xmlns:a="http://schemas.openxmlformats.org/drawingml/2006/main">
              <a:ext uri="{FF2B5EF4-FFF2-40B4-BE49-F238E27FC236}">
                <a16:creationId xmlns:a16="http://schemas.microsoft.com/office/drawing/2014/main" id="{06D0236E-8382-4A1E-8D9E-610D68EA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1790700"/>
            <a:ext cx="198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28" name="固定阈值门控">
            <a:extLst xmlns:a="http://schemas.openxmlformats.org/drawingml/2006/main">
              <a:ext uri="{FF2B5EF4-FFF2-40B4-BE49-F238E27FC236}">
                <a16:creationId xmlns:a16="http://schemas.microsoft.com/office/drawing/2014/main" id="{B83DBA11-538A-41D7-94A6-33D53DCDE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1790700"/>
            <a:ext cx="1981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固定阈值门控</a:t>
            </a:r>
          </a:p>
        </p:txBody>
      </p:sp>
      <p:sp>
        <p:nvSpPr>
          <p:cNvPr id="1630" name="矩形">
            <a:extLst xmlns:a="http://schemas.openxmlformats.org/drawingml/2006/main">
              <a:ext uri="{FF2B5EF4-FFF2-40B4-BE49-F238E27FC236}">
                <a16:creationId xmlns:a16="http://schemas.microsoft.com/office/drawing/2014/main" id="{C69A108C-640C-4D0F-BFC3-DFB9DC86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2152650"/>
            <a:ext cx="5238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31" name="DONE">
            <a:extLst xmlns:a="http://schemas.openxmlformats.org/drawingml/2006/main">
              <a:ext uri="{FF2B5EF4-FFF2-40B4-BE49-F238E27FC236}">
                <a16:creationId xmlns:a16="http://schemas.microsoft.com/office/drawing/2014/main" id="{340F703E-2E8F-4CA7-806C-54005CFA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2152650"/>
            <a:ext cx="523875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DONE</a:t>
            </a:r>
          </a:p>
        </p:txBody>
      </p:sp>
      <p:sp>
        <p:nvSpPr>
          <p:cNvPr id="1633" name="矩形">
            <a:extLst xmlns:a="http://schemas.openxmlformats.org/drawingml/2006/main">
              <a:ext uri="{FF2B5EF4-FFF2-40B4-BE49-F238E27FC236}">
                <a16:creationId xmlns:a16="http://schemas.microsoft.com/office/drawing/2014/main" id="{05D9047C-0572-4218-9632-025083CFC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2305050"/>
            <a:ext cx="5238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34" name="20">
            <a:extLst xmlns:a="http://schemas.openxmlformats.org/drawingml/2006/main">
              <a:ext uri="{FF2B5EF4-FFF2-40B4-BE49-F238E27FC236}">
                <a16:creationId xmlns:a16="http://schemas.microsoft.com/office/drawing/2014/main" id="{E3F50AA5-0066-48C3-B0CA-D658E89F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09950" y="2305050"/>
            <a:ext cx="523875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20</a:t>
            </a:r>
          </a:p>
        </p:txBody>
      </p:sp>
      <p:sp>
        <p:nvSpPr>
          <p:cNvPr id="1636" name="矩形">
            <a:extLst xmlns:a="http://schemas.openxmlformats.org/drawingml/2006/main">
              <a:ext uri="{FF2B5EF4-FFF2-40B4-BE49-F238E27FC236}">
                <a16:creationId xmlns:a16="http://schemas.microsoft.com/office/drawing/2014/main" id="{0ACE5FB0-0724-4D8E-ABC2-E854D407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215265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37" name="FAILED">
            <a:extLst xmlns:a="http://schemas.openxmlformats.org/drawingml/2006/main">
              <a:ext uri="{FF2B5EF4-FFF2-40B4-BE49-F238E27FC236}">
                <a16:creationId xmlns:a16="http://schemas.microsoft.com/office/drawing/2014/main" id="{8B86AC68-E7AE-4CA5-8BB6-07FBC029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2152650"/>
            <a:ext cx="5715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FAILED</a:t>
            </a:r>
          </a:p>
        </p:txBody>
      </p:sp>
      <p:sp>
        <p:nvSpPr>
          <p:cNvPr id="1639" name="矩形">
            <a:extLst xmlns:a="http://schemas.openxmlformats.org/drawingml/2006/main">
              <a:ext uri="{FF2B5EF4-FFF2-40B4-BE49-F238E27FC236}">
                <a16:creationId xmlns:a16="http://schemas.microsoft.com/office/drawing/2014/main" id="{61D2CC57-C26A-4098-8848-903819F0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2305050"/>
            <a:ext cx="5715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40" name="1">
            <a:extLst xmlns:a="http://schemas.openxmlformats.org/drawingml/2006/main">
              <a:ext uri="{FF2B5EF4-FFF2-40B4-BE49-F238E27FC236}">
                <a16:creationId xmlns:a16="http://schemas.microsoft.com/office/drawing/2014/main" id="{254ABE4C-5410-4E4F-B522-BABC98F1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95750" y="2305050"/>
            <a:ext cx="571500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</a:t>
            </a:r>
          </a:p>
        </p:txBody>
      </p:sp>
      <p:sp>
        <p:nvSpPr>
          <p:cNvPr id="1642" name="矩形">
            <a:extLst xmlns:a="http://schemas.openxmlformats.org/drawingml/2006/main">
              <a:ext uri="{FF2B5EF4-FFF2-40B4-BE49-F238E27FC236}">
                <a16:creationId xmlns:a16="http://schemas.microsoft.com/office/drawing/2014/main" id="{5E8CC7ED-35BF-4469-AD55-9D17CC6B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9650" y="215265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43" name="高代价">
            <a:extLst xmlns:a="http://schemas.openxmlformats.org/drawingml/2006/main">
              <a:ext uri="{FF2B5EF4-FFF2-40B4-BE49-F238E27FC236}">
                <a16:creationId xmlns:a16="http://schemas.microsoft.com/office/drawing/2014/main" id="{7A3A23F1-EC74-434C-ABA4-B0920D522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9650" y="2152650"/>
            <a:ext cx="55245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高代价</a:t>
            </a:r>
          </a:p>
        </p:txBody>
      </p:sp>
      <p:sp>
        <p:nvSpPr>
          <p:cNvPr id="1645" name="矩形">
            <a:extLst xmlns:a="http://schemas.openxmlformats.org/drawingml/2006/main">
              <a:ext uri="{FF2B5EF4-FFF2-40B4-BE49-F238E27FC236}">
                <a16:creationId xmlns:a16="http://schemas.microsoft.com/office/drawing/2014/main" id="{E34C42D5-C107-4028-A286-9049840D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9650" y="2305050"/>
            <a:ext cx="552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46" name="28">
            <a:extLst xmlns:a="http://schemas.openxmlformats.org/drawingml/2006/main">
              <a:ext uri="{FF2B5EF4-FFF2-40B4-BE49-F238E27FC236}">
                <a16:creationId xmlns:a16="http://schemas.microsoft.com/office/drawing/2014/main" id="{31E13E09-9E43-48C8-85AF-455E5636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19650" y="2305050"/>
            <a:ext cx="552450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28</a:t>
            </a:r>
          </a:p>
        </p:txBody>
      </p:sp>
      <p:sp>
        <p:nvSpPr>
          <p:cNvPr id="1648" name="矩形">
            <a:extLst xmlns:a="http://schemas.openxmlformats.org/drawingml/2006/main">
              <a:ext uri="{FF2B5EF4-FFF2-40B4-BE49-F238E27FC236}">
                <a16:creationId xmlns:a16="http://schemas.microsoft.com/office/drawing/2014/main" id="{D81AB387-616D-46B4-8935-6B81C45AD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590800"/>
            <a:ext cx="1981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49" name="触发 6 次真实 patch">
            <a:extLst xmlns:a="http://schemas.openxmlformats.org/drawingml/2006/main">
              <a:ext uri="{FF2B5EF4-FFF2-40B4-BE49-F238E27FC236}">
                <a16:creationId xmlns:a16="http://schemas.microsoft.com/office/drawing/2014/main" id="{12E56990-02B7-4F6B-AD14-A49D20BB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352800" y="2590800"/>
            <a:ext cx="19812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触发 6 次真实 patch</a:t>
            </a:r>
          </a:p>
        </p:txBody>
      </p:sp>
      <p:sp>
        <p:nvSpPr>
          <p:cNvPr id="1651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5139D919-92DD-41A1-8521-D50A221D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28750"/>
            <a:ext cx="23241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52" name="矩形">
            <a:extLst xmlns:a="http://schemas.openxmlformats.org/drawingml/2006/main">
              <a:ext uri="{FF2B5EF4-FFF2-40B4-BE49-F238E27FC236}">
                <a16:creationId xmlns:a16="http://schemas.microsoft.com/office/drawing/2014/main" id="{3CDA501C-5A98-4386-8935-B0E9CD8D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287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3175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53" name="矩形">
            <a:extLst xmlns:a="http://schemas.openxmlformats.org/drawingml/2006/main">
              <a:ext uri="{FF2B5EF4-FFF2-40B4-BE49-F238E27FC236}">
                <a16:creationId xmlns:a16="http://schemas.microsoft.com/office/drawing/2014/main" id="{D276DC49-1498-4B8D-A90D-33C85732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562100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54" name="dynamic_no_belief">
            <a:extLst xmlns:a="http://schemas.openxmlformats.org/drawingml/2006/main">
              <a:ext uri="{FF2B5EF4-FFF2-40B4-BE49-F238E27FC236}">
                <a16:creationId xmlns:a16="http://schemas.microsoft.com/office/drawing/2014/main" id="{F03B05EA-DE0F-44BA-8D40-F4992ED3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562100"/>
            <a:ext cx="1981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dynamic_no_belief</a:t>
            </a:r>
          </a:p>
        </p:txBody>
      </p:sp>
      <p:sp>
        <p:nvSpPr>
          <p:cNvPr id="1656" name="矩形">
            <a:extLst xmlns:a="http://schemas.openxmlformats.org/drawingml/2006/main">
              <a:ext uri="{FF2B5EF4-FFF2-40B4-BE49-F238E27FC236}">
                <a16:creationId xmlns:a16="http://schemas.microsoft.com/office/drawing/2014/main" id="{A0121AFF-9C93-4B0B-B5C3-D045573D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790700"/>
            <a:ext cx="198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57" name="动态恢复，无显式信念状态">
            <a:extLst xmlns:a="http://schemas.openxmlformats.org/drawingml/2006/main">
              <a:ext uri="{FF2B5EF4-FFF2-40B4-BE49-F238E27FC236}">
                <a16:creationId xmlns:a16="http://schemas.microsoft.com/office/drawing/2014/main" id="{4EEB5CC9-2F56-4035-BFE8-BBBC3908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1790700"/>
            <a:ext cx="1981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动态恢复，无显式信念状态</a:t>
            </a:r>
          </a:p>
        </p:txBody>
      </p:sp>
      <p:sp>
        <p:nvSpPr>
          <p:cNvPr id="1659" name="矩形">
            <a:extLst xmlns:a="http://schemas.openxmlformats.org/drawingml/2006/main">
              <a:ext uri="{FF2B5EF4-FFF2-40B4-BE49-F238E27FC236}">
                <a16:creationId xmlns:a16="http://schemas.microsoft.com/office/drawing/2014/main" id="{C2135429-796E-4413-9B07-50DCD0AE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2152650"/>
            <a:ext cx="5238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60" name="DONE">
            <a:extLst xmlns:a="http://schemas.openxmlformats.org/drawingml/2006/main">
              <a:ext uri="{FF2B5EF4-FFF2-40B4-BE49-F238E27FC236}">
                <a16:creationId xmlns:a16="http://schemas.microsoft.com/office/drawing/2014/main" id="{9EDACAE2-FFCA-420A-8135-E4D16DB5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2152650"/>
            <a:ext cx="523875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DONE</a:t>
            </a:r>
          </a:p>
        </p:txBody>
      </p:sp>
      <p:sp>
        <p:nvSpPr>
          <p:cNvPr id="1662" name="矩形">
            <a:extLst xmlns:a="http://schemas.openxmlformats.org/drawingml/2006/main">
              <a:ext uri="{FF2B5EF4-FFF2-40B4-BE49-F238E27FC236}">
                <a16:creationId xmlns:a16="http://schemas.microsoft.com/office/drawing/2014/main" id="{E0EB4A93-6ABB-4CBF-A5E3-BC12999C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2305050"/>
            <a:ext cx="5238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63" name="20">
            <a:extLst xmlns:a="http://schemas.openxmlformats.org/drawingml/2006/main">
              <a:ext uri="{FF2B5EF4-FFF2-40B4-BE49-F238E27FC236}">
                <a16:creationId xmlns:a16="http://schemas.microsoft.com/office/drawing/2014/main" id="{D1F4CCEE-7B7E-43BA-9DD2-76EA987E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05500" y="2305050"/>
            <a:ext cx="523875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20</a:t>
            </a:r>
          </a:p>
        </p:txBody>
      </p:sp>
      <p:sp>
        <p:nvSpPr>
          <p:cNvPr id="1665" name="矩形">
            <a:extLst xmlns:a="http://schemas.openxmlformats.org/drawingml/2006/main">
              <a:ext uri="{FF2B5EF4-FFF2-40B4-BE49-F238E27FC236}">
                <a16:creationId xmlns:a16="http://schemas.microsoft.com/office/drawing/2014/main" id="{0B3CAB56-8572-44A3-A03A-D30690F65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15265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66" name="FAILED">
            <a:extLst xmlns:a="http://schemas.openxmlformats.org/drawingml/2006/main">
              <a:ext uri="{FF2B5EF4-FFF2-40B4-BE49-F238E27FC236}">
                <a16:creationId xmlns:a16="http://schemas.microsoft.com/office/drawing/2014/main" id="{FFCA677D-AC5B-463E-8550-3C7C4D69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152650"/>
            <a:ext cx="5715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FAILED</a:t>
            </a:r>
          </a:p>
        </p:txBody>
      </p:sp>
      <p:sp>
        <p:nvSpPr>
          <p:cNvPr id="1668" name="矩形">
            <a:extLst xmlns:a="http://schemas.openxmlformats.org/drawingml/2006/main">
              <a:ext uri="{FF2B5EF4-FFF2-40B4-BE49-F238E27FC236}">
                <a16:creationId xmlns:a16="http://schemas.microsoft.com/office/drawing/2014/main" id="{FE9BE7CF-37AC-4F24-9D12-1BFE8491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305050"/>
            <a:ext cx="5715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69" name="1">
            <a:extLst xmlns:a="http://schemas.openxmlformats.org/drawingml/2006/main">
              <a:ext uri="{FF2B5EF4-FFF2-40B4-BE49-F238E27FC236}">
                <a16:creationId xmlns:a16="http://schemas.microsoft.com/office/drawing/2014/main" id="{5DA11838-11B3-4C38-93BB-5D2ABD59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591300" y="2305050"/>
            <a:ext cx="571500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</a:t>
            </a:r>
          </a:p>
        </p:txBody>
      </p:sp>
      <p:sp>
        <p:nvSpPr>
          <p:cNvPr id="1671" name="矩形">
            <a:extLst xmlns:a="http://schemas.openxmlformats.org/drawingml/2006/main">
              <a:ext uri="{FF2B5EF4-FFF2-40B4-BE49-F238E27FC236}">
                <a16:creationId xmlns:a16="http://schemas.microsoft.com/office/drawing/2014/main" id="{F3B2697F-7BB1-4686-AEA4-5F559CB9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5200" y="215265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72" name="高代价">
            <a:extLst xmlns:a="http://schemas.openxmlformats.org/drawingml/2006/main">
              <a:ext uri="{FF2B5EF4-FFF2-40B4-BE49-F238E27FC236}">
                <a16:creationId xmlns:a16="http://schemas.microsoft.com/office/drawing/2014/main" id="{11181B50-5113-4757-A9CE-6AFD9292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5200" y="2152650"/>
            <a:ext cx="55245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高代价</a:t>
            </a:r>
          </a:p>
        </p:txBody>
      </p:sp>
      <p:sp>
        <p:nvSpPr>
          <p:cNvPr id="1674" name="矩形">
            <a:extLst xmlns:a="http://schemas.openxmlformats.org/drawingml/2006/main">
              <a:ext uri="{FF2B5EF4-FFF2-40B4-BE49-F238E27FC236}">
                <a16:creationId xmlns:a16="http://schemas.microsoft.com/office/drawing/2014/main" id="{4EECA237-4284-4439-AB76-EAFB9A88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5200" y="2305050"/>
            <a:ext cx="552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75" name="20">
            <a:extLst xmlns:a="http://schemas.openxmlformats.org/drawingml/2006/main">
              <a:ext uri="{FF2B5EF4-FFF2-40B4-BE49-F238E27FC236}">
                <a16:creationId xmlns:a16="http://schemas.microsoft.com/office/drawing/2014/main" id="{19DA2D83-3AD8-4757-9045-3E946229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15200" y="2305050"/>
            <a:ext cx="552450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20</a:t>
            </a:r>
          </a:p>
        </p:txBody>
      </p:sp>
      <p:sp>
        <p:nvSpPr>
          <p:cNvPr id="1677" name="矩形">
            <a:extLst xmlns:a="http://schemas.openxmlformats.org/drawingml/2006/main">
              <a:ext uri="{FF2B5EF4-FFF2-40B4-BE49-F238E27FC236}">
                <a16:creationId xmlns:a16="http://schemas.microsoft.com/office/drawing/2014/main" id="{123A32EF-3462-4726-8419-2AA42595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2590800"/>
            <a:ext cx="1981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78" name="减少高代价调用">
            <a:extLst xmlns:a="http://schemas.openxmlformats.org/drawingml/2006/main">
              <a:ext uri="{FF2B5EF4-FFF2-40B4-BE49-F238E27FC236}">
                <a16:creationId xmlns:a16="http://schemas.microsoft.com/office/drawing/2014/main" id="{49C2C448-3FFA-40D6-8637-C64A851C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48350" y="2590800"/>
            <a:ext cx="19812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减少高代价调用</a:t>
            </a:r>
          </a:p>
        </p:txBody>
      </p:sp>
      <p:sp>
        <p:nvSpPr>
          <p:cNvPr id="1680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DD55BF31-C0D2-4408-92D6-DD9A53C74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28750"/>
            <a:ext cx="2324100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2F9D6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81" name="矩形">
            <a:extLst xmlns:a="http://schemas.openxmlformats.org/drawingml/2006/main">
              <a:ext uri="{FF2B5EF4-FFF2-40B4-BE49-F238E27FC236}">
                <a16:creationId xmlns:a16="http://schemas.microsoft.com/office/drawing/2014/main" id="{13F00081-8CF1-45F1-AA37-128634A8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28750"/>
            <a:ext cx="571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9D68"/>
          </a:solidFill>
          <a:ln xmlns:a="http://schemas.openxmlformats.org/drawingml/2006/main" w="3175">
            <a:solidFill>
              <a:srgbClr val="2F9D6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682" name="矩形">
            <a:extLst xmlns:a="http://schemas.openxmlformats.org/drawingml/2006/main">
              <a:ext uri="{FF2B5EF4-FFF2-40B4-BE49-F238E27FC236}">
                <a16:creationId xmlns:a16="http://schemas.microsoft.com/office/drawing/2014/main" id="{FFA6F750-E5B6-4404-BA56-30A3F150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1562100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83" name="lite_belief_state">
            <a:extLst xmlns:a="http://schemas.openxmlformats.org/drawingml/2006/main">
              <a:ext uri="{FF2B5EF4-FFF2-40B4-BE49-F238E27FC236}">
                <a16:creationId xmlns:a16="http://schemas.microsoft.com/office/drawing/2014/main" id="{8335EE2D-3CDF-4C2D-8C98-24AF1C9E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1562100"/>
            <a:ext cx="1981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000" b="1">
                <a:solidFill>
                  <a:srgbClr val="2F9D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lite_belief_state</a:t>
            </a:r>
          </a:p>
        </p:txBody>
      </p:sp>
      <p:sp>
        <p:nvSpPr>
          <p:cNvPr id="1685" name="矩形">
            <a:extLst xmlns:a="http://schemas.openxmlformats.org/drawingml/2006/main">
              <a:ext uri="{FF2B5EF4-FFF2-40B4-BE49-F238E27FC236}">
                <a16:creationId xmlns:a16="http://schemas.microsoft.com/office/drawing/2014/main" id="{EC25D711-C7D1-4C42-A55A-B8BFD548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1790700"/>
            <a:ext cx="198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686" name="完整 CEBRA-WP 机制">
            <a:extLst xmlns:a="http://schemas.openxmlformats.org/drawingml/2006/main">
              <a:ext uri="{FF2B5EF4-FFF2-40B4-BE49-F238E27FC236}">
                <a16:creationId xmlns:a16="http://schemas.microsoft.com/office/drawing/2014/main" id="{0007243D-4ACA-40C8-B4C1-0F981A97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1790700"/>
            <a:ext cx="1981200" cy="13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8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完整 CEBRA-WP 机制</a:t>
            </a:r>
          </a:p>
        </p:txBody>
      </p:sp>
      <p:sp>
        <p:nvSpPr>
          <p:cNvPr id="1688" name="矩形">
            <a:extLst xmlns:a="http://schemas.openxmlformats.org/drawingml/2006/main">
              <a:ext uri="{FF2B5EF4-FFF2-40B4-BE49-F238E27FC236}">
                <a16:creationId xmlns:a16="http://schemas.microsoft.com/office/drawing/2014/main" id="{AF6221E2-5F42-4C38-9DD0-87A3A12C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2152650"/>
            <a:ext cx="52387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89" name="DONE">
            <a:extLst xmlns:a="http://schemas.openxmlformats.org/drawingml/2006/main">
              <a:ext uri="{FF2B5EF4-FFF2-40B4-BE49-F238E27FC236}">
                <a16:creationId xmlns:a16="http://schemas.microsoft.com/office/drawing/2014/main" id="{AE03BD94-A82B-4438-AAE2-9CE5A5C0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2152650"/>
            <a:ext cx="523875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DONE</a:t>
            </a:r>
          </a:p>
        </p:txBody>
      </p:sp>
      <p:sp>
        <p:nvSpPr>
          <p:cNvPr id="1691" name="矩形">
            <a:extLst xmlns:a="http://schemas.openxmlformats.org/drawingml/2006/main">
              <a:ext uri="{FF2B5EF4-FFF2-40B4-BE49-F238E27FC236}">
                <a16:creationId xmlns:a16="http://schemas.microsoft.com/office/drawing/2014/main" id="{DECE9A33-B2CF-4CC4-B9B3-35253451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2305050"/>
            <a:ext cx="5238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92" name="20">
            <a:extLst xmlns:a="http://schemas.openxmlformats.org/drawingml/2006/main">
              <a:ext uri="{FF2B5EF4-FFF2-40B4-BE49-F238E27FC236}">
                <a16:creationId xmlns:a16="http://schemas.microsoft.com/office/drawing/2014/main" id="{97DE2302-B12C-4F44-92F1-6E20975D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401050" y="2305050"/>
            <a:ext cx="523875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20</a:t>
            </a:r>
          </a:p>
        </p:txBody>
      </p:sp>
      <p:sp>
        <p:nvSpPr>
          <p:cNvPr id="1694" name="矩形">
            <a:extLst xmlns:a="http://schemas.openxmlformats.org/drawingml/2006/main">
              <a:ext uri="{FF2B5EF4-FFF2-40B4-BE49-F238E27FC236}">
                <a16:creationId xmlns:a16="http://schemas.microsoft.com/office/drawing/2014/main" id="{9C9ABEA8-B117-444E-82D4-BB8D9044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6850" y="2152650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95" name="FAILED">
            <a:extLst xmlns:a="http://schemas.openxmlformats.org/drawingml/2006/main">
              <a:ext uri="{FF2B5EF4-FFF2-40B4-BE49-F238E27FC236}">
                <a16:creationId xmlns:a16="http://schemas.microsoft.com/office/drawing/2014/main" id="{48EF0D8B-ACBF-4950-BC3E-184B0355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6850" y="2152650"/>
            <a:ext cx="5715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FAILED</a:t>
            </a:r>
          </a:p>
        </p:txBody>
      </p:sp>
      <p:sp>
        <p:nvSpPr>
          <p:cNvPr id="1697" name="矩形">
            <a:extLst xmlns:a="http://schemas.openxmlformats.org/drawingml/2006/main">
              <a:ext uri="{FF2B5EF4-FFF2-40B4-BE49-F238E27FC236}">
                <a16:creationId xmlns:a16="http://schemas.microsoft.com/office/drawing/2014/main" id="{6A49253E-83DF-4E9F-8FFF-E5973861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6850" y="2305050"/>
            <a:ext cx="5715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698" name="1">
            <a:extLst xmlns:a="http://schemas.openxmlformats.org/drawingml/2006/main">
              <a:ext uri="{FF2B5EF4-FFF2-40B4-BE49-F238E27FC236}">
                <a16:creationId xmlns:a16="http://schemas.microsoft.com/office/drawing/2014/main" id="{23D5E266-AA4F-48DA-BDE2-57699442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86850" y="2305050"/>
            <a:ext cx="571500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C94C4C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1</a:t>
            </a:r>
          </a:p>
        </p:txBody>
      </p:sp>
      <p:sp>
        <p:nvSpPr>
          <p:cNvPr id="1700" name="矩形">
            <a:extLst xmlns:a="http://schemas.openxmlformats.org/drawingml/2006/main">
              <a:ext uri="{FF2B5EF4-FFF2-40B4-BE49-F238E27FC236}">
                <a16:creationId xmlns:a16="http://schemas.microsoft.com/office/drawing/2014/main" id="{E6DEA060-A7BC-4EB8-9911-DE5A58EE0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0" y="2152650"/>
            <a:ext cx="552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01" name="高代价">
            <a:extLst xmlns:a="http://schemas.openxmlformats.org/drawingml/2006/main">
              <a:ext uri="{FF2B5EF4-FFF2-40B4-BE49-F238E27FC236}">
                <a16:creationId xmlns:a16="http://schemas.microsoft.com/office/drawing/2014/main" id="{681BED68-2BB5-473E-A222-4FE4076F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0" y="2152650"/>
            <a:ext cx="55245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高代价</a:t>
            </a:r>
          </a:p>
        </p:txBody>
      </p:sp>
      <p:sp>
        <p:nvSpPr>
          <p:cNvPr id="1703" name="矩形">
            <a:extLst xmlns:a="http://schemas.openxmlformats.org/drawingml/2006/main">
              <a:ext uri="{FF2B5EF4-FFF2-40B4-BE49-F238E27FC236}">
                <a16:creationId xmlns:a16="http://schemas.microsoft.com/office/drawing/2014/main" id="{56F28F97-573B-4B32-9512-0C4AF06E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0" y="2305050"/>
            <a:ext cx="5524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04" name="20">
            <a:extLst xmlns:a="http://schemas.openxmlformats.org/drawingml/2006/main">
              <a:ext uri="{FF2B5EF4-FFF2-40B4-BE49-F238E27FC236}">
                <a16:creationId xmlns:a16="http://schemas.microsoft.com/office/drawing/2014/main" id="{E9A0018B-70A5-4657-9228-6DD96593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10750" y="2305050"/>
            <a:ext cx="552450" cy="2219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16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20</a:t>
            </a:r>
          </a:p>
        </p:txBody>
      </p:sp>
      <p:sp>
        <p:nvSpPr>
          <p:cNvPr id="1706" name="矩形">
            <a:extLst xmlns:a="http://schemas.openxmlformats.org/drawingml/2006/main">
              <a:ext uri="{FF2B5EF4-FFF2-40B4-BE49-F238E27FC236}">
                <a16:creationId xmlns:a16="http://schemas.microsoft.com/office/drawing/2014/main" id="{20AA40A5-44F9-488E-BFC5-0C8AA3C3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2590800"/>
            <a:ext cx="1981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07" name="21/21 产生 RuntimeState">
            <a:extLst xmlns:a="http://schemas.openxmlformats.org/drawingml/2006/main">
              <a:ext uri="{FF2B5EF4-FFF2-40B4-BE49-F238E27FC236}">
                <a16:creationId xmlns:a16="http://schemas.microsoft.com/office/drawing/2014/main" id="{5EF27BED-61DC-4D2D-A570-1905EC58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343900" y="2590800"/>
            <a:ext cx="19812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 algn="ctr">
              <a:buNone/>
              <a:defRPr sz="7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21/21 产生 RuntimeState</a:t>
            </a:r>
          </a:p>
        </p:txBody>
      </p:sp>
      <p:sp>
        <p:nvSpPr>
          <p:cNvPr id="1709" name="矩形">
            <a:extLst xmlns:a="http://schemas.openxmlformats.org/drawingml/2006/main">
              <a:ext uri="{FF2B5EF4-FFF2-40B4-BE49-F238E27FC236}">
                <a16:creationId xmlns:a16="http://schemas.microsoft.com/office/drawing/2014/main" id="{EB269B14-DF36-4137-B436-902E69C8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3286125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10" name="高代价调用总数">
            <a:extLst xmlns:a="http://schemas.openxmlformats.org/drawingml/2006/main">
              <a:ext uri="{FF2B5EF4-FFF2-40B4-BE49-F238E27FC236}">
                <a16:creationId xmlns:a16="http://schemas.microsoft.com/office/drawing/2014/main" id="{450DF569-C3FF-42E4-ADD3-ABFFE8C8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3286125"/>
            <a:ext cx="2857500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高代价调用总数</a:t>
            </a:r>
          </a:p>
        </p:txBody>
      </p:sp>
      <p:sp>
        <p:nvSpPr>
          <p:cNvPr id="1712" name="矩形">
            <a:extLst xmlns:a="http://schemas.openxmlformats.org/drawingml/2006/main">
              <a:ext uri="{FF2B5EF4-FFF2-40B4-BE49-F238E27FC236}">
                <a16:creationId xmlns:a16="http://schemas.microsoft.com/office/drawing/2014/main" id="{DCE7E610-F3D9-4388-8CF1-8551E9B3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733800"/>
            <a:ext cx="838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13" name="static">
            <a:extLst xmlns:a="http://schemas.openxmlformats.org/drawingml/2006/main">
              <a:ext uri="{FF2B5EF4-FFF2-40B4-BE49-F238E27FC236}">
                <a16:creationId xmlns:a16="http://schemas.microsoft.com/office/drawing/2014/main" id="{CD0904AF-7213-40BB-92FE-7C78DA8FB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3733800"/>
            <a:ext cx="8382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static</a:t>
            </a:r>
          </a:p>
        </p:txBody>
      </p:sp>
      <p:sp>
        <p:nvSpPr>
          <p:cNvPr id="1715" name="矩形">
            <a:extLst xmlns:a="http://schemas.openxmlformats.org/drawingml/2006/main">
              <a:ext uri="{FF2B5EF4-FFF2-40B4-BE49-F238E27FC236}">
                <a16:creationId xmlns:a16="http://schemas.microsoft.com/office/drawing/2014/main" id="{9BDF740E-B998-4F48-8037-5787292A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6957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B"/>
          </a:solidFill>
          <a:ln xmlns:a="http://schemas.openxmlformats.org/drawingml/2006/main" w="3175">
            <a:solidFill>
              <a:srgbClr val="EEF4FB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16" name="矩形">
            <a:extLst xmlns:a="http://schemas.openxmlformats.org/drawingml/2006/main">
              <a:ext uri="{FF2B5EF4-FFF2-40B4-BE49-F238E27FC236}">
                <a16:creationId xmlns:a16="http://schemas.microsoft.com/office/drawing/2014/main" id="{9623759B-E917-462E-B583-F4190F05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695700"/>
            <a:ext cx="27908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3175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17" name="矩形">
            <a:extLst xmlns:a="http://schemas.openxmlformats.org/drawingml/2006/main">
              <a:ext uri="{FF2B5EF4-FFF2-40B4-BE49-F238E27FC236}">
                <a16:creationId xmlns:a16="http://schemas.microsoft.com/office/drawing/2014/main" id="{BA2B9D3D-3CCF-4194-BB1D-14B3C1CB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7147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18" name="21">
            <a:extLst xmlns:a="http://schemas.openxmlformats.org/drawingml/2006/main">
              <a:ext uri="{FF2B5EF4-FFF2-40B4-BE49-F238E27FC236}">
                <a16:creationId xmlns:a16="http://schemas.microsoft.com/office/drawing/2014/main" id="{15D13B1F-AA93-4775-8D14-4F0BF9FF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3714750"/>
            <a:ext cx="3810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21</a:t>
            </a:r>
          </a:p>
        </p:txBody>
      </p:sp>
      <p:sp>
        <p:nvSpPr>
          <p:cNvPr id="1720" name="矩形">
            <a:extLst xmlns:a="http://schemas.openxmlformats.org/drawingml/2006/main">
              <a:ext uri="{FF2B5EF4-FFF2-40B4-BE49-F238E27FC236}">
                <a16:creationId xmlns:a16="http://schemas.microsoft.com/office/drawing/2014/main" id="{3F8BBFB2-30D9-43D0-A6D3-9DF424A8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133850"/>
            <a:ext cx="838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21" name="fixed">
            <a:extLst xmlns:a="http://schemas.openxmlformats.org/drawingml/2006/main">
              <a:ext uri="{FF2B5EF4-FFF2-40B4-BE49-F238E27FC236}">
                <a16:creationId xmlns:a16="http://schemas.microsoft.com/office/drawing/2014/main" id="{4E1118CC-4BEB-43FD-A15E-F28F1C17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133850"/>
            <a:ext cx="8382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fixed</a:t>
            </a:r>
          </a:p>
        </p:txBody>
      </p:sp>
      <p:sp>
        <p:nvSpPr>
          <p:cNvPr id="1723" name="矩形">
            <a:extLst xmlns:a="http://schemas.openxmlformats.org/drawingml/2006/main">
              <a:ext uri="{FF2B5EF4-FFF2-40B4-BE49-F238E27FC236}">
                <a16:creationId xmlns:a16="http://schemas.microsoft.com/office/drawing/2014/main" id="{C44EFDE1-D564-4344-BE15-712D38F3B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957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B"/>
          </a:solidFill>
          <a:ln xmlns:a="http://schemas.openxmlformats.org/drawingml/2006/main" w="3175">
            <a:solidFill>
              <a:srgbClr val="EEF4FB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24" name="矩形">
            <a:extLst xmlns:a="http://schemas.openxmlformats.org/drawingml/2006/main">
              <a:ext uri="{FF2B5EF4-FFF2-40B4-BE49-F238E27FC236}">
                <a16:creationId xmlns:a16="http://schemas.microsoft.com/office/drawing/2014/main" id="{6607C8ED-C066-4505-8D4B-E11389CE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957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A12A"/>
          </a:solidFill>
          <a:ln xmlns:a="http://schemas.openxmlformats.org/drawingml/2006/main" w="3175">
            <a:solidFill>
              <a:srgbClr val="D9A12A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25" name="矩形">
            <a:extLst xmlns:a="http://schemas.openxmlformats.org/drawingml/2006/main">
              <a:ext uri="{FF2B5EF4-FFF2-40B4-BE49-F238E27FC236}">
                <a16:creationId xmlns:a16="http://schemas.microsoft.com/office/drawing/2014/main" id="{4DA484E6-A3DC-474E-A7B1-EDCC67F8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1148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26" name="28">
            <a:extLst xmlns:a="http://schemas.openxmlformats.org/drawingml/2006/main">
              <a:ext uri="{FF2B5EF4-FFF2-40B4-BE49-F238E27FC236}">
                <a16:creationId xmlns:a16="http://schemas.microsoft.com/office/drawing/2014/main" id="{574F7643-385A-48A9-8500-A73A4E4C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114800"/>
            <a:ext cx="3810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 b="1">
                <a:solidFill>
                  <a:srgbClr val="D9A12A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28</a:t>
            </a:r>
          </a:p>
        </p:txBody>
      </p:sp>
      <p:sp>
        <p:nvSpPr>
          <p:cNvPr id="1728" name="矩形">
            <a:extLst xmlns:a="http://schemas.openxmlformats.org/drawingml/2006/main">
              <a:ext uri="{FF2B5EF4-FFF2-40B4-BE49-F238E27FC236}">
                <a16:creationId xmlns:a16="http://schemas.microsoft.com/office/drawing/2014/main" id="{B1DE739D-1338-45B7-98B7-0F4C45C0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533900"/>
            <a:ext cx="838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29" name="dynamic">
            <a:extLst xmlns:a="http://schemas.openxmlformats.org/drawingml/2006/main">
              <a:ext uri="{FF2B5EF4-FFF2-40B4-BE49-F238E27FC236}">
                <a16:creationId xmlns:a16="http://schemas.microsoft.com/office/drawing/2014/main" id="{6B7B0B20-930C-41A5-8618-A99B0DD8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533900"/>
            <a:ext cx="8382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dynamic</a:t>
            </a:r>
          </a:p>
        </p:txBody>
      </p:sp>
      <p:sp>
        <p:nvSpPr>
          <p:cNvPr id="1731" name="矩形">
            <a:extLst xmlns:a="http://schemas.openxmlformats.org/drawingml/2006/main">
              <a:ext uri="{FF2B5EF4-FFF2-40B4-BE49-F238E27FC236}">
                <a16:creationId xmlns:a16="http://schemas.microsoft.com/office/drawing/2014/main" id="{6C9713F6-20A3-4221-85CA-5B833D54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4958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B"/>
          </a:solidFill>
          <a:ln xmlns:a="http://schemas.openxmlformats.org/drawingml/2006/main" w="3175">
            <a:solidFill>
              <a:srgbClr val="EEF4FB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32" name="矩形">
            <a:extLst xmlns:a="http://schemas.openxmlformats.org/drawingml/2006/main">
              <a:ext uri="{FF2B5EF4-FFF2-40B4-BE49-F238E27FC236}">
                <a16:creationId xmlns:a16="http://schemas.microsoft.com/office/drawing/2014/main" id="{1FBF70CE-DA54-48D7-99CD-0BCC035D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495800"/>
            <a:ext cx="2657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2A5"/>
          </a:solidFill>
          <a:ln xmlns:a="http://schemas.openxmlformats.org/drawingml/2006/main" w="3175">
            <a:solidFill>
              <a:srgbClr val="0052A5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33" name="矩形">
            <a:extLst xmlns:a="http://schemas.openxmlformats.org/drawingml/2006/main">
              <a:ext uri="{FF2B5EF4-FFF2-40B4-BE49-F238E27FC236}">
                <a16:creationId xmlns:a16="http://schemas.microsoft.com/office/drawing/2014/main" id="{7107613A-E496-4D6D-AB8E-34721FEC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51485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34" name="20">
            <a:extLst xmlns:a="http://schemas.openxmlformats.org/drawingml/2006/main">
              <a:ext uri="{FF2B5EF4-FFF2-40B4-BE49-F238E27FC236}">
                <a16:creationId xmlns:a16="http://schemas.microsoft.com/office/drawing/2014/main" id="{13C7C700-85DF-44BE-87D8-51D7CF93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514850"/>
            <a:ext cx="3810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20</a:t>
            </a:r>
          </a:p>
        </p:txBody>
      </p:sp>
      <p:sp>
        <p:nvSpPr>
          <p:cNvPr id="1736" name="矩形">
            <a:extLst xmlns:a="http://schemas.openxmlformats.org/drawingml/2006/main">
              <a:ext uri="{FF2B5EF4-FFF2-40B4-BE49-F238E27FC236}">
                <a16:creationId xmlns:a16="http://schemas.microsoft.com/office/drawing/2014/main" id="{BFA34ACA-A0E4-435C-8580-E6779C55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933950"/>
            <a:ext cx="838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37" name="lite">
            <a:extLst xmlns:a="http://schemas.openxmlformats.org/drawingml/2006/main">
              <a:ext uri="{FF2B5EF4-FFF2-40B4-BE49-F238E27FC236}">
                <a16:creationId xmlns:a16="http://schemas.microsoft.com/office/drawing/2014/main" id="{5BA63133-5CB0-416A-9528-BA427527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0125" y="4933950"/>
            <a:ext cx="8382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lite</a:t>
            </a:r>
          </a:p>
        </p:txBody>
      </p:sp>
      <p:sp>
        <p:nvSpPr>
          <p:cNvPr id="1739" name="矩形">
            <a:extLst xmlns:a="http://schemas.openxmlformats.org/drawingml/2006/main">
              <a:ext uri="{FF2B5EF4-FFF2-40B4-BE49-F238E27FC236}">
                <a16:creationId xmlns:a16="http://schemas.microsoft.com/office/drawing/2014/main" id="{8BE524A4-E17E-4B65-B935-DD812A38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895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B"/>
          </a:solidFill>
          <a:ln xmlns:a="http://schemas.openxmlformats.org/drawingml/2006/main" w="3175">
            <a:solidFill>
              <a:srgbClr val="EEF4FB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40" name="矩形">
            <a:extLst xmlns:a="http://schemas.openxmlformats.org/drawingml/2006/main">
              <a:ext uri="{FF2B5EF4-FFF2-40B4-BE49-F238E27FC236}">
                <a16:creationId xmlns:a16="http://schemas.microsoft.com/office/drawing/2014/main" id="{33703970-63D8-42A5-B735-AED2046F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895850"/>
            <a:ext cx="2657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9D68"/>
          </a:solidFill>
          <a:ln xmlns:a="http://schemas.openxmlformats.org/drawingml/2006/main" w="3175">
            <a:solidFill>
              <a:srgbClr val="2F9D68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41" name="矩形">
            <a:extLst xmlns:a="http://schemas.openxmlformats.org/drawingml/2006/main">
              <a:ext uri="{FF2B5EF4-FFF2-40B4-BE49-F238E27FC236}">
                <a16:creationId xmlns:a16="http://schemas.microsoft.com/office/drawing/2014/main" id="{7FA03D3E-4942-4D4B-94F0-95AA8429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914900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742" name="20">
            <a:extLst xmlns:a="http://schemas.openxmlformats.org/drawingml/2006/main">
              <a:ext uri="{FF2B5EF4-FFF2-40B4-BE49-F238E27FC236}">
                <a16:creationId xmlns:a16="http://schemas.microsoft.com/office/drawing/2014/main" id="{7CA4DC5D-9B47-447D-9E0F-EE4C0179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10250" y="4914900"/>
            <a:ext cx="381000" cy="12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 b="1">
                <a:solidFill>
                  <a:srgbClr val="2F9D6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20</a:t>
            </a:r>
          </a:p>
        </p:txBody>
      </p:sp>
      <p:sp>
        <p:nvSpPr>
          <p:cNvPr id="1744" name="矩形">
            <a:extLst xmlns:a="http://schemas.openxmlformats.org/drawingml/2006/main">
              <a:ext uri="{FF2B5EF4-FFF2-40B4-BE49-F238E27FC236}">
                <a16:creationId xmlns:a16="http://schemas.microsoft.com/office/drawing/2014/main" id="{F63D5858-FEBA-46A2-8798-888EF0B8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533400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45" name="dynamic / lite 相比 fixed：20 vs 28，减少 28.6%">
            <a:extLst xmlns:a="http://schemas.openxmlformats.org/drawingml/2006/main">
              <a:ext uri="{FF2B5EF4-FFF2-40B4-BE49-F238E27FC236}">
                <a16:creationId xmlns:a16="http://schemas.microsoft.com/office/drawing/2014/main" id="{25887597-1841-44E6-B7A6-95A7485F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625" y="5334000"/>
            <a:ext cx="4286250" cy="2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dynamic / lite 相比 fixed：20 vs 28，减少 28.6%</a:t>
            </a:r>
          </a:p>
        </p:txBody>
      </p:sp>
      <p:sp>
        <p:nvSpPr>
          <p:cNvPr id="1747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5C71ADAE-7E1E-49D4-97AA-CB8CD4F3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38576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48" name="矩形">
            <a:extLst xmlns:a="http://schemas.openxmlformats.org/drawingml/2006/main">
              <a:ext uri="{FF2B5EF4-FFF2-40B4-BE49-F238E27FC236}">
                <a16:creationId xmlns:a16="http://schemas.microsoft.com/office/drawing/2014/main" id="{06BD34D1-308F-48F0-BC95-CBEEB52DE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3467100"/>
            <a:ext cx="3514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49" name="机制证据 1：状态可观测">
            <a:extLst xmlns:a="http://schemas.openxmlformats.org/drawingml/2006/main">
              <a:ext uri="{FF2B5EF4-FFF2-40B4-BE49-F238E27FC236}">
                <a16:creationId xmlns:a16="http://schemas.microsoft.com/office/drawing/2014/main" id="{86DC9BB0-E746-435F-B5AA-AB8609CD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3467100"/>
            <a:ext cx="3514725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机制证据 1：状态可观测</a:t>
            </a:r>
          </a:p>
        </p:txBody>
      </p:sp>
      <p:sp>
        <p:nvSpPr>
          <p:cNvPr id="1751" name="矩形">
            <a:extLst xmlns:a="http://schemas.openxmlformats.org/drawingml/2006/main">
              <a:ext uri="{FF2B5EF4-FFF2-40B4-BE49-F238E27FC236}">
                <a16:creationId xmlns:a16="http://schemas.microsoft.com/office/drawing/2014/main" id="{D8B5FFDF-7A23-454D-87FC-8E5B9264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3714750"/>
            <a:ext cx="35147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52" name="lite 组 21/21 产生 RuntimeState；其他三组为 0/21。">
            <a:extLst xmlns:a="http://schemas.openxmlformats.org/drawingml/2006/main">
              <a:ext uri="{FF2B5EF4-FFF2-40B4-BE49-F238E27FC236}">
                <a16:creationId xmlns:a16="http://schemas.microsoft.com/office/drawing/2014/main" id="{F873AA77-A5FF-4362-8CFF-D53C064C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3714750"/>
            <a:ext cx="3514725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lite 组 21/21 产生 RuntimeState；其他三组为 0/21。</a:t>
            </a:r>
          </a:p>
        </p:txBody>
      </p:sp>
      <p:sp>
        <p:nvSpPr>
          <p:cNvPr id="1754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00B9E61E-7D77-4784-958C-BD2C8121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38625"/>
            <a:ext cx="3857625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55" name="矩形">
            <a:extLst xmlns:a="http://schemas.openxmlformats.org/drawingml/2006/main">
              <a:ext uri="{FF2B5EF4-FFF2-40B4-BE49-F238E27FC236}">
                <a16:creationId xmlns:a16="http://schemas.microsoft.com/office/drawing/2014/main" id="{266ADFAC-C92E-4CFD-ACC4-E7DB4061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4371975"/>
            <a:ext cx="3514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56" name="机制证据 2：成本控制">
            <a:extLst xmlns:a="http://schemas.openxmlformats.org/drawingml/2006/main">
              <a:ext uri="{FF2B5EF4-FFF2-40B4-BE49-F238E27FC236}">
                <a16:creationId xmlns:a16="http://schemas.microsoft.com/office/drawing/2014/main" id="{A5B4BE75-CB9E-461B-8621-8EBC94DB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4371975"/>
            <a:ext cx="3514725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机制证据 2：成本控制</a:t>
            </a:r>
          </a:p>
        </p:txBody>
      </p:sp>
      <p:sp>
        <p:nvSpPr>
          <p:cNvPr id="1758" name="矩形">
            <a:extLst xmlns:a="http://schemas.openxmlformats.org/drawingml/2006/main">
              <a:ext uri="{FF2B5EF4-FFF2-40B4-BE49-F238E27FC236}">
                <a16:creationId xmlns:a16="http://schemas.microsoft.com/office/drawing/2014/main" id="{F49186CB-D70E-40EE-ABC0-34F9F61A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4619625"/>
            <a:ext cx="35147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59" name="dynamic / lite 高代价调用为 20，fixed 为 28。">
            <a:extLst xmlns:a="http://schemas.openxmlformats.org/drawingml/2006/main">
              <a:ext uri="{FF2B5EF4-FFF2-40B4-BE49-F238E27FC236}">
                <a16:creationId xmlns:a16="http://schemas.microsoft.com/office/drawing/2014/main" id="{C42C3EAC-FFFA-4EBE-B9A7-BDBC125C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4619625"/>
            <a:ext cx="3514725" cy="17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dynamic / lite 高代价调用为 20，fixed 为 28。</a:t>
            </a:r>
          </a:p>
        </p:txBody>
      </p:sp>
      <p:sp>
        <p:nvSpPr>
          <p:cNvPr id="1761" name="圆角矩形">
            <a:extLst xmlns:a="http://schemas.openxmlformats.org/drawingml/2006/main">
              <a:ext uri="{FF2B5EF4-FFF2-40B4-BE49-F238E27FC236}">
                <a16:creationId xmlns:a16="http://schemas.microsoft.com/office/drawing/2014/main" id="{8FA6F684-8D9A-4122-9D57-93FB2BD3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43500"/>
            <a:ext cx="3857625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</a:pPr>
          </a:p>
        </p:txBody>
      </p:sp>
      <p:sp>
        <p:nvSpPr>
          <p:cNvPr id="1762" name="矩形">
            <a:extLst xmlns:a="http://schemas.openxmlformats.org/drawingml/2006/main">
              <a:ext uri="{FF2B5EF4-FFF2-40B4-BE49-F238E27FC236}">
                <a16:creationId xmlns:a16="http://schemas.microsoft.com/office/drawing/2014/main" id="{ABF8EAD3-E053-4D1B-AA10-2AABE51D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5200650"/>
            <a:ext cx="3514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63" name="结论边界">
            <a:extLst xmlns:a="http://schemas.openxmlformats.org/drawingml/2006/main">
              <a:ext uri="{FF2B5EF4-FFF2-40B4-BE49-F238E27FC236}">
                <a16:creationId xmlns:a16="http://schemas.microsoft.com/office/drawing/2014/main" id="{320D4826-4505-46A2-A118-AD937D6F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5200650"/>
            <a:ext cx="3514725" cy="21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C94C4C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结论边界</a:t>
            </a:r>
          </a:p>
        </p:txBody>
      </p:sp>
      <p:sp>
        <p:nvSpPr>
          <p:cNvPr id="1765" name="矩形">
            <a:extLst xmlns:a="http://schemas.openxmlformats.org/drawingml/2006/main">
              <a:ext uri="{FF2B5EF4-FFF2-40B4-BE49-F238E27FC236}">
                <a16:creationId xmlns:a16="http://schemas.microsoft.com/office/drawing/2014/main" id="{A86CCA82-7FE9-4CD8-A3FE-26C4B296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5429250"/>
            <a:ext cx="35147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766" name="不把成功率提升作为主要结论。">
            <a:extLst xmlns:a="http://schemas.openxmlformats.org/drawingml/2006/main">
              <a:ext uri="{FF2B5EF4-FFF2-40B4-BE49-F238E27FC236}">
                <a16:creationId xmlns:a16="http://schemas.microsoft.com/office/drawing/2014/main" id="{6C42A385-9342-4296-8547-6B836D15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29450" y="5429250"/>
            <a:ext cx="3514725" cy="1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2700">
            <a:noFill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>
            <a:lvl1pPr>
              <a:buNone/>
              <a:defRPr sz="9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不把成功率提升作为主要结论。</a:t>
            </a:r>
          </a:p>
        </p:txBody>
      </p:sp>
      <p:sp>
        <p:nvSpPr>
          <p:cNvPr id="1770" name="">
            <a:extLst xmlns:a="http://schemas.openxmlformats.org/drawingml/2006/main">
              <a:ext uri="{FF2B5EF4-FFF2-40B4-BE49-F238E27FC236}">
                <a16:creationId xmlns:a16="http://schemas.microsoft.com/office/drawing/2014/main" id="{BA3CA2FB-B5FE-4143-8F39-2F2B616E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7760283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9" name="矩形">
            <a:extLst xmlns:a="http://schemas.openxmlformats.org/drawingml/2006/main">
              <a:ext uri="{FF2B5EF4-FFF2-40B4-BE49-F238E27FC236}">
                <a16:creationId xmlns:a16="http://schemas.microsoft.com/office/drawing/2014/main" id="{9187BEFE-CE3B-4B68-A592-18A14A9E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770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091a2ca2e84e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1771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ebf4a732c4e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1772" name="矩形">
            <a:extLst xmlns:a="http://schemas.openxmlformats.org/drawingml/2006/main">
              <a:ext uri="{FF2B5EF4-FFF2-40B4-BE49-F238E27FC236}">
                <a16:creationId xmlns:a16="http://schemas.microsoft.com/office/drawing/2014/main" id="{B36D0B53-5C3F-4630-BFA7-99C115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73" name="矩形">
            <a:extLst xmlns:a="http://schemas.openxmlformats.org/drawingml/2006/main">
              <a:ext uri="{FF2B5EF4-FFF2-40B4-BE49-F238E27FC236}">
                <a16:creationId xmlns:a16="http://schemas.microsoft.com/office/drawing/2014/main" id="{59D8F522-82E2-41F0-B09F-D679D820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74" name="矩形">
            <a:extLst xmlns:a="http://schemas.openxmlformats.org/drawingml/2006/main">
              <a:ext uri="{FF2B5EF4-FFF2-40B4-BE49-F238E27FC236}">
                <a16:creationId xmlns:a16="http://schemas.microsoft.com/office/drawing/2014/main" id="{9B99CB37-F389-44F2-AB57-FC3A37BC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75" name="矩形">
            <a:extLst xmlns:a="http://schemas.openxmlformats.org/drawingml/2006/main">
              <a:ext uri="{FF2B5EF4-FFF2-40B4-BE49-F238E27FC236}">
                <a16:creationId xmlns:a16="http://schemas.microsoft.com/office/drawing/2014/main" id="{8A11F7B9-BBE7-46CF-B453-C0820078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76" name="矩形">
            <a:extLst xmlns:a="http://schemas.openxmlformats.org/drawingml/2006/main">
              <a:ext uri="{FF2B5EF4-FFF2-40B4-BE49-F238E27FC236}">
                <a16:creationId xmlns:a16="http://schemas.microsoft.com/office/drawing/2014/main" id="{CC66EBE4-D498-44F8-9F87-E7DED5A5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77" name="矩形">
            <a:extLst xmlns:a="http://schemas.openxmlformats.org/drawingml/2006/main">
              <a:ext uri="{FF2B5EF4-FFF2-40B4-BE49-F238E27FC236}">
                <a16:creationId xmlns:a16="http://schemas.microsoft.com/office/drawing/2014/main" id="{E14DC7F7-DB6E-44E9-88CF-EE66A935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78" name="矩形">
            <a:extLst xmlns:a="http://schemas.openxmlformats.org/drawingml/2006/main">
              <a:ext uri="{FF2B5EF4-FFF2-40B4-BE49-F238E27FC236}">
                <a16:creationId xmlns:a16="http://schemas.microsoft.com/office/drawing/2014/main" id="{8EF6F1A4-049D-44BD-82D7-503B4707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79" name="矩形">
            <a:extLst xmlns:a="http://schemas.openxmlformats.org/drawingml/2006/main">
              <a:ext uri="{FF2B5EF4-FFF2-40B4-BE49-F238E27FC236}">
                <a16:creationId xmlns:a16="http://schemas.microsoft.com/office/drawing/2014/main" id="{97F64C37-1A34-4622-B2E8-7C407B88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80" name="矩形">
            <a:extLst xmlns:a="http://schemas.openxmlformats.org/drawingml/2006/main">
              <a:ext uri="{FF2B5EF4-FFF2-40B4-BE49-F238E27FC236}">
                <a16:creationId xmlns:a16="http://schemas.microsoft.com/office/drawing/2014/main" id="{47D333F7-F9CF-4364-889A-EE34135D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81" name="矩形">
            <a:extLst xmlns:a="http://schemas.openxmlformats.org/drawingml/2006/main">
              <a:ext uri="{FF2B5EF4-FFF2-40B4-BE49-F238E27FC236}">
                <a16:creationId xmlns:a16="http://schemas.microsoft.com/office/drawing/2014/main" id="{64BBF27B-18CA-47AF-8C82-6577631E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82" name="矩形">
            <a:extLst xmlns:a="http://schemas.openxmlformats.org/drawingml/2006/main">
              <a:ext uri="{FF2B5EF4-FFF2-40B4-BE49-F238E27FC236}">
                <a16:creationId xmlns:a16="http://schemas.microsoft.com/office/drawing/2014/main" id="{014B0C43-00AF-468C-904E-D22F1D9F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83" name="矩形">
            <a:extLst xmlns:a="http://schemas.openxmlformats.org/drawingml/2006/main">
              <a:ext uri="{FF2B5EF4-FFF2-40B4-BE49-F238E27FC236}">
                <a16:creationId xmlns:a16="http://schemas.microsoft.com/office/drawing/2014/main" id="{B0625354-0E75-4F4A-B3C7-E489CA40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84" name="矩形">
            <a:extLst xmlns:a="http://schemas.openxmlformats.org/drawingml/2006/main">
              <a:ext uri="{FF2B5EF4-FFF2-40B4-BE49-F238E27FC236}">
                <a16:creationId xmlns:a16="http://schemas.microsoft.com/office/drawing/2014/main" id="{8B513425-C783-4C54-B2F7-48B0CECE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85" name="矩形">
            <a:extLst xmlns:a="http://schemas.openxmlformats.org/drawingml/2006/main">
              <a:ext uri="{FF2B5EF4-FFF2-40B4-BE49-F238E27FC236}">
                <a16:creationId xmlns:a16="http://schemas.microsoft.com/office/drawing/2014/main" id="{7AB6BEC9-CFC7-4895-B4F5-AE476EF5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86" name="矩形">
            <a:extLst xmlns:a="http://schemas.openxmlformats.org/drawingml/2006/main">
              <a:ext uri="{FF2B5EF4-FFF2-40B4-BE49-F238E27FC236}">
                <a16:creationId xmlns:a16="http://schemas.microsoft.com/office/drawing/2014/main" id="{ABE7B20C-32C5-469D-B52E-264D65D0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87" name="矩形">
            <a:extLst xmlns:a="http://schemas.openxmlformats.org/drawingml/2006/main">
              <a:ext uri="{FF2B5EF4-FFF2-40B4-BE49-F238E27FC236}">
                <a16:creationId xmlns:a16="http://schemas.microsoft.com/office/drawing/2014/main" id="{CADD0CF6-DC70-4C4F-AC56-4F2E8D07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88" name="矩形">
            <a:extLst xmlns:a="http://schemas.openxmlformats.org/drawingml/2006/main">
              <a:ext uri="{FF2B5EF4-FFF2-40B4-BE49-F238E27FC236}">
                <a16:creationId xmlns:a16="http://schemas.microsoft.com/office/drawing/2014/main" id="{C79B00CE-7C7F-4AEE-A547-0641B585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89" name="矩形">
            <a:extLst xmlns:a="http://schemas.openxmlformats.org/drawingml/2006/main">
              <a:ext uri="{FF2B5EF4-FFF2-40B4-BE49-F238E27FC236}">
                <a16:creationId xmlns:a16="http://schemas.microsoft.com/office/drawing/2014/main" id="{7B18FC10-C1EC-476B-A7BF-57EA9DB8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90" name="矩形">
            <a:extLst xmlns:a="http://schemas.openxmlformats.org/drawingml/2006/main">
              <a:ext uri="{FF2B5EF4-FFF2-40B4-BE49-F238E27FC236}">
                <a16:creationId xmlns:a16="http://schemas.microsoft.com/office/drawing/2014/main" id="{5770241F-B952-450E-9AF4-00C21D4B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91" name="矩形">
            <a:extLst xmlns:a="http://schemas.openxmlformats.org/drawingml/2006/main">
              <a:ext uri="{FF2B5EF4-FFF2-40B4-BE49-F238E27FC236}">
                <a16:creationId xmlns:a16="http://schemas.microsoft.com/office/drawing/2014/main" id="{5F3E3099-4CC3-4D5F-AE53-1EF64D62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92" name="矩形">
            <a:extLst xmlns:a="http://schemas.openxmlformats.org/drawingml/2006/main">
              <a:ext uri="{FF2B5EF4-FFF2-40B4-BE49-F238E27FC236}">
                <a16:creationId xmlns:a16="http://schemas.microsoft.com/office/drawing/2014/main" id="{972B3477-1902-4D19-80FD-AA9894EE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93" name="矩形">
            <a:extLst xmlns:a="http://schemas.openxmlformats.org/drawingml/2006/main">
              <a:ext uri="{FF2B5EF4-FFF2-40B4-BE49-F238E27FC236}">
                <a16:creationId xmlns:a16="http://schemas.microsoft.com/office/drawing/2014/main" id="{BC6566F6-8BFA-45ED-A1E5-78DDACC6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94" name="矩形">
            <a:extLst xmlns:a="http://schemas.openxmlformats.org/drawingml/2006/main">
              <a:ext uri="{FF2B5EF4-FFF2-40B4-BE49-F238E27FC236}">
                <a16:creationId xmlns:a16="http://schemas.microsoft.com/office/drawing/2014/main" id="{5CDB5F92-0212-428F-9F20-13D656B7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95" name="矩形">
            <a:extLst xmlns:a="http://schemas.openxmlformats.org/drawingml/2006/main">
              <a:ext uri="{FF2B5EF4-FFF2-40B4-BE49-F238E27FC236}">
                <a16:creationId xmlns:a16="http://schemas.microsoft.com/office/drawing/2014/main" id="{ABF2D14B-3F17-4D97-BE04-C8996944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96" name="矩形">
            <a:extLst xmlns:a="http://schemas.openxmlformats.org/drawingml/2006/main">
              <a:ext uri="{FF2B5EF4-FFF2-40B4-BE49-F238E27FC236}">
                <a16:creationId xmlns:a16="http://schemas.microsoft.com/office/drawing/2014/main" id="{3774B249-E475-44D5-A824-0B4DBE88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97" name="矩形">
            <a:extLst xmlns:a="http://schemas.openxmlformats.org/drawingml/2006/main">
              <a:ext uri="{FF2B5EF4-FFF2-40B4-BE49-F238E27FC236}">
                <a16:creationId xmlns:a16="http://schemas.microsoft.com/office/drawing/2014/main" id="{952EC7BC-5168-40CC-A7B0-B468BE64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98" name="矩形">
            <a:extLst xmlns:a="http://schemas.openxmlformats.org/drawingml/2006/main">
              <a:ext uri="{FF2B5EF4-FFF2-40B4-BE49-F238E27FC236}">
                <a16:creationId xmlns:a16="http://schemas.microsoft.com/office/drawing/2014/main" id="{E4926380-6073-4AFC-92D4-2BFA1C96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799" name="矩形">
            <a:extLst xmlns:a="http://schemas.openxmlformats.org/drawingml/2006/main">
              <a:ext uri="{FF2B5EF4-FFF2-40B4-BE49-F238E27FC236}">
                <a16:creationId xmlns:a16="http://schemas.microsoft.com/office/drawing/2014/main" id="{9D2521D3-5681-404A-9170-049A5996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00" name="矩形">
            <a:extLst xmlns:a="http://schemas.openxmlformats.org/drawingml/2006/main">
              <a:ext uri="{FF2B5EF4-FFF2-40B4-BE49-F238E27FC236}">
                <a16:creationId xmlns:a16="http://schemas.microsoft.com/office/drawing/2014/main" id="{53EADB1D-9CE1-4D65-9E93-E5B082F8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01" name="矩形">
            <a:extLst xmlns:a="http://schemas.openxmlformats.org/drawingml/2006/main">
              <a:ext uri="{FF2B5EF4-FFF2-40B4-BE49-F238E27FC236}">
                <a16:creationId xmlns:a16="http://schemas.microsoft.com/office/drawing/2014/main" id="{84C0E9E8-CD40-4E98-A0B9-1A7C9F94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02" name="矩形">
            <a:extLst xmlns:a="http://schemas.openxmlformats.org/drawingml/2006/main">
              <a:ext uri="{FF2B5EF4-FFF2-40B4-BE49-F238E27FC236}">
                <a16:creationId xmlns:a16="http://schemas.microsoft.com/office/drawing/2014/main" id="{37165354-BE86-4249-B064-2BF91FC6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03" name="矩形">
            <a:extLst xmlns:a="http://schemas.openxmlformats.org/drawingml/2006/main">
              <a:ext uri="{FF2B5EF4-FFF2-40B4-BE49-F238E27FC236}">
                <a16:creationId xmlns:a16="http://schemas.microsoft.com/office/drawing/2014/main" id="{BFDB1CFB-5307-4A7B-80BD-446AE756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04" name="矩形">
            <a:extLst xmlns:a="http://schemas.openxmlformats.org/drawingml/2006/main">
              <a:ext uri="{FF2B5EF4-FFF2-40B4-BE49-F238E27FC236}">
                <a16:creationId xmlns:a16="http://schemas.microsoft.com/office/drawing/2014/main" id="{BA1AED18-95B3-4848-831D-55435745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05" name="矩形">
            <a:extLst xmlns:a="http://schemas.openxmlformats.org/drawingml/2006/main">
              <a:ext uri="{FF2B5EF4-FFF2-40B4-BE49-F238E27FC236}">
                <a16:creationId xmlns:a16="http://schemas.microsoft.com/office/drawing/2014/main" id="{E77212FD-9C81-48A5-A4B5-EDEBF253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06" name="矩形">
            <a:extLst xmlns:a="http://schemas.openxmlformats.org/drawingml/2006/main">
              <a:ext uri="{FF2B5EF4-FFF2-40B4-BE49-F238E27FC236}">
                <a16:creationId xmlns:a16="http://schemas.microsoft.com/office/drawing/2014/main" id="{0D436D37-CC19-410C-90EA-B9F65645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07" name="矩形">
            <a:extLst xmlns:a="http://schemas.openxmlformats.org/drawingml/2006/main">
              <a:ext uri="{FF2B5EF4-FFF2-40B4-BE49-F238E27FC236}">
                <a16:creationId xmlns:a16="http://schemas.microsoft.com/office/drawing/2014/main" id="{D41DD528-55FA-4BCC-A9F1-8569E180A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08" name="矩形">
            <a:extLst xmlns:a="http://schemas.openxmlformats.org/drawingml/2006/main">
              <a:ext uri="{FF2B5EF4-FFF2-40B4-BE49-F238E27FC236}">
                <a16:creationId xmlns:a16="http://schemas.microsoft.com/office/drawing/2014/main" id="{4C9A58C0-3177-43A3-A51B-98B22D92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09" name="矩形">
            <a:extLst xmlns:a="http://schemas.openxmlformats.org/drawingml/2006/main">
              <a:ext uri="{FF2B5EF4-FFF2-40B4-BE49-F238E27FC236}">
                <a16:creationId xmlns:a16="http://schemas.microsoft.com/office/drawing/2014/main" id="{DA343DCD-45F5-4E6C-8526-6DA6B93C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10" name="矩形">
            <a:extLst xmlns:a="http://schemas.openxmlformats.org/drawingml/2006/main">
              <a:ext uri="{FF2B5EF4-FFF2-40B4-BE49-F238E27FC236}">
                <a16:creationId xmlns:a16="http://schemas.microsoft.com/office/drawing/2014/main" id="{C4895153-F499-4A68-A257-0234A205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11" name="矩形">
            <a:extLst xmlns:a="http://schemas.openxmlformats.org/drawingml/2006/main">
              <a:ext uri="{FF2B5EF4-FFF2-40B4-BE49-F238E27FC236}">
                <a16:creationId xmlns:a16="http://schemas.microsoft.com/office/drawing/2014/main" id="{F7A7FBFF-B985-4574-9EC8-8DF53216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12" name="矩形">
            <a:extLst xmlns:a="http://schemas.openxmlformats.org/drawingml/2006/main">
              <a:ext uri="{FF2B5EF4-FFF2-40B4-BE49-F238E27FC236}">
                <a16:creationId xmlns:a16="http://schemas.microsoft.com/office/drawing/2014/main" id="{265E82DE-CA11-40C4-AC7A-3DE18215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13" name="矩形">
            <a:extLst xmlns:a="http://schemas.openxmlformats.org/drawingml/2006/main">
              <a:ext uri="{FF2B5EF4-FFF2-40B4-BE49-F238E27FC236}">
                <a16:creationId xmlns:a16="http://schemas.microsoft.com/office/drawing/2014/main" id="{BF67D819-F04A-499B-AEAF-948CD626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14" name="矩形">
            <a:extLst xmlns:a="http://schemas.openxmlformats.org/drawingml/2006/main">
              <a:ext uri="{FF2B5EF4-FFF2-40B4-BE49-F238E27FC236}">
                <a16:creationId xmlns:a16="http://schemas.microsoft.com/office/drawing/2014/main" id="{6653BC9A-14C4-452E-AFDA-7C76BFBC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15" name="矩形">
            <a:extLst xmlns:a="http://schemas.openxmlformats.org/drawingml/2006/main">
              <a:ext uri="{FF2B5EF4-FFF2-40B4-BE49-F238E27FC236}">
                <a16:creationId xmlns:a16="http://schemas.microsoft.com/office/drawing/2014/main" id="{6B831EBC-F16E-48FA-ADE5-7F477714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16" name="矩形">
            <a:extLst xmlns:a="http://schemas.openxmlformats.org/drawingml/2006/main">
              <a:ext uri="{FF2B5EF4-FFF2-40B4-BE49-F238E27FC236}">
                <a16:creationId xmlns:a16="http://schemas.microsoft.com/office/drawing/2014/main" id="{90751D97-7EA5-440D-8C35-F8EF0633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17" name="矩形">
            <a:extLst xmlns:a="http://schemas.openxmlformats.org/drawingml/2006/main">
              <a:ext uri="{FF2B5EF4-FFF2-40B4-BE49-F238E27FC236}">
                <a16:creationId xmlns:a16="http://schemas.microsoft.com/office/drawing/2014/main" id="{859727B7-CD5A-4BB5-BB29-FB22C00B8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18" name="矩形">
            <a:extLst xmlns:a="http://schemas.openxmlformats.org/drawingml/2006/main">
              <a:ext uri="{FF2B5EF4-FFF2-40B4-BE49-F238E27FC236}">
                <a16:creationId xmlns:a16="http://schemas.microsoft.com/office/drawing/2014/main" id="{BFF72557-757D-4A55-AA13-0C6850AD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19" name="矩形">
            <a:extLst xmlns:a="http://schemas.openxmlformats.org/drawingml/2006/main">
              <a:ext uri="{FF2B5EF4-FFF2-40B4-BE49-F238E27FC236}">
                <a16:creationId xmlns:a16="http://schemas.microsoft.com/office/drawing/2014/main" id="{8FFC829A-6819-46ED-9279-C88B9AFE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20" name="矩形">
            <a:extLst xmlns:a="http://schemas.openxmlformats.org/drawingml/2006/main">
              <a:ext uri="{FF2B5EF4-FFF2-40B4-BE49-F238E27FC236}">
                <a16:creationId xmlns:a16="http://schemas.microsoft.com/office/drawing/2014/main" id="{B7F22DD3-7F05-4875-AF65-E7BBE8FD0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21" name="矩形">
            <a:extLst xmlns:a="http://schemas.openxmlformats.org/drawingml/2006/main">
              <a:ext uri="{FF2B5EF4-FFF2-40B4-BE49-F238E27FC236}">
                <a16:creationId xmlns:a16="http://schemas.microsoft.com/office/drawing/2014/main" id="{773904A2-5F05-4648-A888-8B36E462F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22" name="矩形">
            <a:extLst xmlns:a="http://schemas.openxmlformats.org/drawingml/2006/main">
              <a:ext uri="{FF2B5EF4-FFF2-40B4-BE49-F238E27FC236}">
                <a16:creationId xmlns:a16="http://schemas.microsoft.com/office/drawing/2014/main" id="{B43E10E1-E488-492F-8595-D1CA1F96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23" name="矩形">
            <a:extLst xmlns:a="http://schemas.openxmlformats.org/drawingml/2006/main">
              <a:ext uri="{FF2B5EF4-FFF2-40B4-BE49-F238E27FC236}">
                <a16:creationId xmlns:a16="http://schemas.microsoft.com/office/drawing/2014/main" id="{996D8309-BA42-449D-912C-7755AC1E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24" name="矩形">
            <a:extLst xmlns:a="http://schemas.openxmlformats.org/drawingml/2006/main">
              <a:ext uri="{FF2B5EF4-FFF2-40B4-BE49-F238E27FC236}">
                <a16:creationId xmlns:a16="http://schemas.microsoft.com/office/drawing/2014/main" id="{3757EA13-754D-406C-A5E5-4F553B66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25" name="矩形">
            <a:extLst xmlns:a="http://schemas.openxmlformats.org/drawingml/2006/main">
              <a:ext uri="{FF2B5EF4-FFF2-40B4-BE49-F238E27FC236}">
                <a16:creationId xmlns:a16="http://schemas.microsoft.com/office/drawing/2014/main" id="{87A4CA34-2433-47B8-AC1D-40F8DDEE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26" name="矩形">
            <a:extLst xmlns:a="http://schemas.openxmlformats.org/drawingml/2006/main">
              <a:ext uri="{FF2B5EF4-FFF2-40B4-BE49-F238E27FC236}">
                <a16:creationId xmlns:a16="http://schemas.microsoft.com/office/drawing/2014/main" id="{4CFC3C5B-1B78-42B5-AA94-75D3F279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27" name="矩形">
            <a:extLst xmlns:a="http://schemas.openxmlformats.org/drawingml/2006/main">
              <a:ext uri="{FF2B5EF4-FFF2-40B4-BE49-F238E27FC236}">
                <a16:creationId xmlns:a16="http://schemas.microsoft.com/office/drawing/2014/main" id="{EE4D25B3-A616-493B-9008-20C94F7F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28" name="矩形">
            <a:extLst xmlns:a="http://schemas.openxmlformats.org/drawingml/2006/main">
              <a:ext uri="{FF2B5EF4-FFF2-40B4-BE49-F238E27FC236}">
                <a16:creationId xmlns:a16="http://schemas.microsoft.com/office/drawing/2014/main" id="{246761F2-F6DA-4D6B-B46F-5D099DED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29" name="矩形">
            <a:extLst xmlns:a="http://schemas.openxmlformats.org/drawingml/2006/main">
              <a:ext uri="{FF2B5EF4-FFF2-40B4-BE49-F238E27FC236}">
                <a16:creationId xmlns:a16="http://schemas.microsoft.com/office/drawing/2014/main" id="{0A388D36-D7D2-4C1D-AAB8-02EB50A1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30" name="矩形">
            <a:extLst xmlns:a="http://schemas.openxmlformats.org/drawingml/2006/main">
              <a:ext uri="{FF2B5EF4-FFF2-40B4-BE49-F238E27FC236}">
                <a16:creationId xmlns:a16="http://schemas.microsoft.com/office/drawing/2014/main" id="{2305941A-D40A-4911-A841-E9D66DC8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31" name="矩形">
            <a:extLst xmlns:a="http://schemas.openxmlformats.org/drawingml/2006/main">
              <a:ext uri="{FF2B5EF4-FFF2-40B4-BE49-F238E27FC236}">
                <a16:creationId xmlns:a16="http://schemas.microsoft.com/office/drawing/2014/main" id="{7DB8D2A8-9AED-44C8-A89B-1C2256657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32" name="矩形">
            <a:extLst xmlns:a="http://schemas.openxmlformats.org/drawingml/2006/main">
              <a:ext uri="{FF2B5EF4-FFF2-40B4-BE49-F238E27FC236}">
                <a16:creationId xmlns:a16="http://schemas.microsoft.com/office/drawing/2014/main" id="{0C4F563D-807C-47B5-A0E3-2E594A63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33" name="矩形">
            <a:extLst xmlns:a="http://schemas.openxmlformats.org/drawingml/2006/main">
              <a:ext uri="{FF2B5EF4-FFF2-40B4-BE49-F238E27FC236}">
                <a16:creationId xmlns:a16="http://schemas.microsoft.com/office/drawing/2014/main" id="{19E4B453-4519-4AFF-9847-55FDD03E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34" name="矩形">
            <a:extLst xmlns:a="http://schemas.openxmlformats.org/drawingml/2006/main">
              <a:ext uri="{FF2B5EF4-FFF2-40B4-BE49-F238E27FC236}">
                <a16:creationId xmlns:a16="http://schemas.microsoft.com/office/drawing/2014/main" id="{9947E764-5A90-4F20-8ABB-9865E8A5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35" name="矩形">
            <a:extLst xmlns:a="http://schemas.openxmlformats.org/drawingml/2006/main">
              <a:ext uri="{FF2B5EF4-FFF2-40B4-BE49-F238E27FC236}">
                <a16:creationId xmlns:a16="http://schemas.microsoft.com/office/drawing/2014/main" id="{C9D4695D-72D7-4D3F-A3AC-571A48DB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36" name="矩形">
            <a:extLst xmlns:a="http://schemas.openxmlformats.org/drawingml/2006/main">
              <a:ext uri="{FF2B5EF4-FFF2-40B4-BE49-F238E27FC236}">
                <a16:creationId xmlns:a16="http://schemas.microsoft.com/office/drawing/2014/main" id="{D88B2904-F050-42F1-A947-ECBEFE82A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37" name="矩形">
            <a:extLst xmlns:a="http://schemas.openxmlformats.org/drawingml/2006/main">
              <a:ext uri="{FF2B5EF4-FFF2-40B4-BE49-F238E27FC236}">
                <a16:creationId xmlns:a16="http://schemas.microsoft.com/office/drawing/2014/main" id="{1FA5A9C6-2FE4-41FD-823A-DB082932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38" name="矩形">
            <a:extLst xmlns:a="http://schemas.openxmlformats.org/drawingml/2006/main">
              <a:ext uri="{FF2B5EF4-FFF2-40B4-BE49-F238E27FC236}">
                <a16:creationId xmlns:a16="http://schemas.microsoft.com/office/drawing/2014/main" id="{685C17B7-4377-42DE-ACD5-006CF90F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39" name="矩形">
            <a:extLst xmlns:a="http://schemas.openxmlformats.org/drawingml/2006/main">
              <a:ext uri="{FF2B5EF4-FFF2-40B4-BE49-F238E27FC236}">
                <a16:creationId xmlns:a16="http://schemas.microsoft.com/office/drawing/2014/main" id="{84193227-CE5B-477F-A132-105CC946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40" name="矩形">
            <a:extLst xmlns:a="http://schemas.openxmlformats.org/drawingml/2006/main">
              <a:ext uri="{FF2B5EF4-FFF2-40B4-BE49-F238E27FC236}">
                <a16:creationId xmlns:a16="http://schemas.microsoft.com/office/drawing/2014/main" id="{85CA3734-B38C-49F4-922E-0205B86D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841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de4f78e6d4a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1842" name="矩形">
            <a:extLst xmlns:a="http://schemas.openxmlformats.org/drawingml/2006/main">
              <a:ext uri="{FF2B5EF4-FFF2-40B4-BE49-F238E27FC236}">
                <a16:creationId xmlns:a16="http://schemas.microsoft.com/office/drawing/2014/main" id="{CE382408-3C55-45F0-8FC2-115269944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43" name="贡献、局限与结论边界">
            <a:extLst xmlns:a="http://schemas.openxmlformats.org/drawingml/2006/main">
              <a:ext uri="{FF2B5EF4-FFF2-40B4-BE49-F238E27FC236}">
                <a16:creationId xmlns:a16="http://schemas.microsoft.com/office/drawing/2014/main" id="{0CF13FDE-0C2D-405A-A72C-6CEA972D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贡献、局限与结论边界</a:t>
            </a:r>
          </a:p>
        </p:txBody>
      </p:sp>
      <p:sp>
        <p:nvSpPr>
          <p:cNvPr id="1844" name="矩形">
            <a:extLst xmlns:a="http://schemas.openxmlformats.org/drawingml/2006/main">
              <a:ext uri="{FF2B5EF4-FFF2-40B4-BE49-F238E27FC236}">
                <a16:creationId xmlns:a16="http://schemas.microsoft.com/office/drawing/2014/main" id="{4900660C-3443-42D6-9098-7DA9E2F2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845" name="CONCLUSION">
            <a:extLst xmlns:a="http://schemas.openxmlformats.org/drawingml/2006/main">
              <a:ext uri="{FF2B5EF4-FFF2-40B4-BE49-F238E27FC236}">
                <a16:creationId xmlns:a16="http://schemas.microsoft.com/office/drawing/2014/main" id="{6C753472-ABD2-4129-867E-DCCE6A05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CONCLUSION</a:t>
            </a:r>
          </a:p>
        </p:txBody>
      </p:sp>
      <p:sp>
        <p:nvSpPr>
          <p:cNvPr id="1846" name="矩形">
            <a:extLst xmlns:a="http://schemas.openxmlformats.org/drawingml/2006/main">
              <a:ext uri="{FF2B5EF4-FFF2-40B4-BE49-F238E27FC236}">
                <a16:creationId xmlns:a16="http://schemas.microsoft.com/office/drawing/2014/main" id="{022798D8-C7EE-4D34-AFC4-08A24E95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847" name="圆角矩形 985">
            <a:extLst xmlns:a="http://schemas.openxmlformats.org/drawingml/2006/main">
              <a:ext uri="{FF2B5EF4-FFF2-40B4-BE49-F238E27FC236}">
                <a16:creationId xmlns:a16="http://schemas.microsoft.com/office/drawing/2014/main" id="{2E35E539-F410-4A64-A980-33E82E336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38250"/>
            <a:ext cx="4572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848" name="矩形">
            <a:extLst xmlns:a="http://schemas.openxmlformats.org/drawingml/2006/main">
              <a:ext uri="{FF2B5EF4-FFF2-40B4-BE49-F238E27FC236}">
                <a16:creationId xmlns:a16="http://schemas.microsoft.com/office/drawing/2014/main" id="{C48BF7D5-1E89-40A1-BD53-8F0CE8A2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37160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49" name="可恢复可审计原型">
            <a:extLst xmlns:a="http://schemas.openxmlformats.org/drawingml/2006/main">
              <a:ext uri="{FF2B5EF4-FFF2-40B4-BE49-F238E27FC236}">
                <a16:creationId xmlns:a16="http://schemas.microsoft.com/office/drawing/2014/main" id="{A870CEE0-2382-4257-B9DF-1AE7F31E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371600"/>
            <a:ext cx="42291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可恢复可审计原型</a:t>
            </a:r>
          </a:p>
        </p:txBody>
      </p:sp>
      <p:sp>
        <p:nvSpPr>
          <p:cNvPr id="1850" name="矩形">
            <a:extLst xmlns:a="http://schemas.openxmlformats.org/drawingml/2006/main">
              <a:ext uri="{FF2B5EF4-FFF2-40B4-BE49-F238E27FC236}">
                <a16:creationId xmlns:a16="http://schemas.microsoft.com/office/drawing/2014/main" id="{4BE49B05-60BD-4B0E-9E09-B416230D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399"/>
            <a:ext cx="4229100" cy="485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51" name="打通任务接入、候选计划、工具执行、人工决策和报告输出">
            <a:extLst xmlns:a="http://schemas.openxmlformats.org/drawingml/2006/main">
              <a:ext uri="{FF2B5EF4-FFF2-40B4-BE49-F238E27FC236}">
                <a16:creationId xmlns:a16="http://schemas.microsoft.com/office/drawing/2014/main" id="{1290949E-1F8C-4844-BD62-9EC054BE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398"/>
            <a:ext cx="422910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打通任务接入、候选计划、工具执行、人工决策和报告输出</a:t>
            </a:r>
          </a:p>
        </p:txBody>
      </p:sp>
      <p:sp>
        <p:nvSpPr>
          <p:cNvPr id="1852" name="圆角矩形 988">
            <a:extLst xmlns:a="http://schemas.openxmlformats.org/drawingml/2006/main">
              <a:ext uri="{FF2B5EF4-FFF2-40B4-BE49-F238E27FC236}">
                <a16:creationId xmlns:a16="http://schemas.microsoft.com/office/drawing/2014/main" id="{81C3CFAF-82CC-48FD-B5E1-2F81B73F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238250"/>
            <a:ext cx="4572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>
            <a:solidFill>
              <a:srgbClr val="9DC3E6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853" name="矩形">
            <a:extLst xmlns:a="http://schemas.openxmlformats.org/drawingml/2006/main">
              <a:ext uri="{FF2B5EF4-FFF2-40B4-BE49-F238E27FC236}">
                <a16:creationId xmlns:a16="http://schemas.microsoft.com/office/drawing/2014/main" id="{EA79781D-73D9-49E1-BF99-F040A78F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71600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54" name="CEBRA-WP 机制">
            <a:extLst xmlns:a="http://schemas.openxmlformats.org/drawingml/2006/main">
              <a:ext uri="{FF2B5EF4-FFF2-40B4-BE49-F238E27FC236}">
                <a16:creationId xmlns:a16="http://schemas.microsoft.com/office/drawing/2014/main" id="{B67B2AA7-81A4-4AD9-BA04-89FA0264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71600"/>
            <a:ext cx="42291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CEBRA-WP 机制</a:t>
            </a:r>
          </a:p>
        </p:txBody>
      </p:sp>
      <p:sp>
        <p:nvSpPr>
          <p:cNvPr id="1855" name="矩形">
            <a:extLst xmlns:a="http://schemas.openxmlformats.org/drawingml/2006/main">
              <a:ext uri="{FF2B5EF4-FFF2-40B4-BE49-F238E27FC236}">
                <a16:creationId xmlns:a16="http://schemas.microsoft.com/office/drawing/2014/main" id="{7E39BBBB-871E-4936-8E7F-A449EF44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399"/>
            <a:ext cx="4229100" cy="485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56" name="将约束、证据、轻量状态和恢复动作纳入规划闭环">
            <a:extLst xmlns:a="http://schemas.openxmlformats.org/drawingml/2006/main">
              <a:ext uri="{FF2B5EF4-FFF2-40B4-BE49-F238E27FC236}">
                <a16:creationId xmlns:a16="http://schemas.microsoft.com/office/drawing/2014/main" id="{1989A789-26F6-46C3-9675-516DE87F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398"/>
            <a:ext cx="422910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将约束、证据、轻量状态和恢复动作纳入规划闭环</a:t>
            </a:r>
          </a:p>
        </p:txBody>
      </p:sp>
      <p:sp>
        <p:nvSpPr>
          <p:cNvPr id="1857" name="圆角矩形 991">
            <a:extLst xmlns:a="http://schemas.openxmlformats.org/drawingml/2006/main">
              <a:ext uri="{FF2B5EF4-FFF2-40B4-BE49-F238E27FC236}">
                <a16:creationId xmlns:a16="http://schemas.microsoft.com/office/drawing/2014/main" id="{7A0292E6-5BE5-4469-A9D9-B527ABCF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19375"/>
            <a:ext cx="4572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858" name="矩形">
            <a:extLst xmlns:a="http://schemas.openxmlformats.org/drawingml/2006/main">
              <a:ext uri="{FF2B5EF4-FFF2-40B4-BE49-F238E27FC236}">
                <a16:creationId xmlns:a16="http://schemas.microsoft.com/office/drawing/2014/main" id="{085C65C8-3E75-4300-9058-060C31190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59" name="FSM/HITL 约束">
            <a:extLst xmlns:a="http://schemas.openxmlformats.org/drawingml/2006/main">
              <a:ext uri="{FF2B5EF4-FFF2-40B4-BE49-F238E27FC236}">
                <a16:creationId xmlns:a16="http://schemas.microsoft.com/office/drawing/2014/main" id="{964ED778-EB27-4238-A4C3-3498ECFB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42291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FSM/HITL 约束</a:t>
            </a:r>
          </a:p>
        </p:txBody>
      </p:sp>
      <p:sp>
        <p:nvSpPr>
          <p:cNvPr id="1860" name="矩形">
            <a:extLst xmlns:a="http://schemas.openxmlformats.org/drawingml/2006/main">
              <a:ext uri="{FF2B5EF4-FFF2-40B4-BE49-F238E27FC236}">
                <a16:creationId xmlns:a16="http://schemas.microsoft.com/office/drawing/2014/main" id="{FAF8CD46-FC3B-4DE0-A710-33358A40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57524"/>
            <a:ext cx="4229100" cy="485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61" name="用等待态、Decision、Snapshot 和 EventLog 约束 Agent 行为">
            <a:extLst xmlns:a="http://schemas.openxmlformats.org/drawingml/2006/main">
              <a:ext uri="{FF2B5EF4-FFF2-40B4-BE49-F238E27FC236}">
                <a16:creationId xmlns:a16="http://schemas.microsoft.com/office/drawing/2014/main" id="{10090E08-4FAD-4946-B42D-7F066A5F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57523"/>
            <a:ext cx="422910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用等待态、Decision、Snapshot 和 EventLog 约束 Agent 行为</a:t>
            </a:r>
          </a:p>
        </p:txBody>
      </p:sp>
      <p:sp>
        <p:nvSpPr>
          <p:cNvPr id="1862" name="圆角矩形 994">
            <a:extLst xmlns:a="http://schemas.openxmlformats.org/drawingml/2006/main">
              <a:ext uri="{FF2B5EF4-FFF2-40B4-BE49-F238E27FC236}">
                <a16:creationId xmlns:a16="http://schemas.microsoft.com/office/drawing/2014/main" id="{FD241A04-C38D-40BA-A0E8-0C2078C0A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19375"/>
            <a:ext cx="4572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863" name="矩形">
            <a:extLst xmlns:a="http://schemas.openxmlformats.org/drawingml/2006/main">
              <a:ext uri="{FF2B5EF4-FFF2-40B4-BE49-F238E27FC236}">
                <a16:creationId xmlns:a16="http://schemas.microsoft.com/office/drawing/2014/main" id="{31558FD9-516F-4138-821E-66788F92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52725"/>
            <a:ext cx="4229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64" name="证据链验证">
            <a:extLst xmlns:a="http://schemas.openxmlformats.org/drawingml/2006/main">
              <a:ext uri="{FF2B5EF4-FFF2-40B4-BE49-F238E27FC236}">
                <a16:creationId xmlns:a16="http://schemas.microsoft.com/office/drawing/2014/main" id="{731EE7E4-C2F4-4517-AD54-41B79B9B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52725"/>
            <a:ext cx="42291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证据链验证</a:t>
            </a:r>
          </a:p>
        </p:txBody>
      </p:sp>
      <p:sp>
        <p:nvSpPr>
          <p:cNvPr id="1865" name="矩形">
            <a:extLst xmlns:a="http://schemas.openxmlformats.org/drawingml/2006/main">
              <a:ext uri="{FF2B5EF4-FFF2-40B4-BE49-F238E27FC236}">
                <a16:creationId xmlns:a16="http://schemas.microsoft.com/office/drawing/2014/main" id="{EF358367-B931-40FD-ACFD-F1E242C2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57524"/>
            <a:ext cx="4229100" cy="4857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66" name="系统测试与 84-run 消融支撑主要结论">
            <a:extLst xmlns:a="http://schemas.openxmlformats.org/drawingml/2006/main">
              <a:ext uri="{FF2B5EF4-FFF2-40B4-BE49-F238E27FC236}">
                <a16:creationId xmlns:a16="http://schemas.microsoft.com/office/drawing/2014/main" id="{9F2B0841-8FEA-49A8-80A9-6F4434D8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57523"/>
            <a:ext cx="422910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系统测试与 84-run 消融支撑主要结论</a:t>
            </a:r>
          </a:p>
        </p:txBody>
      </p:sp>
      <p:sp>
        <p:nvSpPr>
          <p:cNvPr id="1867" name="圆角矩形 997">
            <a:extLst xmlns:a="http://schemas.openxmlformats.org/drawingml/2006/main">
              <a:ext uri="{FF2B5EF4-FFF2-40B4-BE49-F238E27FC236}">
                <a16:creationId xmlns:a16="http://schemas.microsoft.com/office/drawing/2014/main" id="{3855AC4F-4879-4478-891C-5E0AA86F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86250"/>
            <a:ext cx="9334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868" name="矩形">
            <a:extLst xmlns:a="http://schemas.openxmlformats.org/drawingml/2006/main">
              <a:ext uri="{FF2B5EF4-FFF2-40B4-BE49-F238E27FC236}">
                <a16:creationId xmlns:a16="http://schemas.microsoft.com/office/drawing/2014/main" id="{B46C50EC-1BE0-47EB-9B64-664530A3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41960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69" name="结论边界">
            <a:extLst xmlns:a="http://schemas.openxmlformats.org/drawingml/2006/main">
              <a:ext uri="{FF2B5EF4-FFF2-40B4-BE49-F238E27FC236}">
                <a16:creationId xmlns:a16="http://schemas.microsoft.com/office/drawing/2014/main" id="{A4C54E07-5F4B-4A71-9AD7-7E37B8ED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419600"/>
            <a:ext cx="8991600" cy="22860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3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结论边界</a:t>
            </a:r>
          </a:p>
        </p:txBody>
      </p:sp>
      <p:sp>
        <p:nvSpPr>
          <p:cNvPr id="1870" name="矩形">
            <a:extLst xmlns:a="http://schemas.openxmlformats.org/drawingml/2006/main">
              <a:ext uri="{FF2B5EF4-FFF2-40B4-BE49-F238E27FC236}">
                <a16:creationId xmlns:a16="http://schemas.microsoft.com/office/drawing/2014/main" id="{7F5410D6-D137-4572-8BDA-59AF5DD0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24398"/>
            <a:ext cx="8991600" cy="2476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871" name="本文验证的是工作流层的规划、执行、恢复和审计机制；不把计算评分扩大为湿实验结论，也不声称 CEBRA-WP 显著提升成功率。">
            <a:extLst xmlns:a="http://schemas.openxmlformats.org/drawingml/2006/main">
              <a:ext uri="{FF2B5EF4-FFF2-40B4-BE49-F238E27FC236}">
                <a16:creationId xmlns:a16="http://schemas.microsoft.com/office/drawing/2014/main" id="{5CCDD830-6EB5-428E-B91F-5A091B28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24398"/>
            <a:ext cx="8991600" cy="2159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本文验证的是工作流层的规划、执行、恢复和审计机制；不把计算评分扩大为湿实验结论，也不声称 CEBRA-WP 显著提升成功率。</a:t>
            </a:r>
          </a:p>
        </p:txBody>
      </p:sp>
      <p:sp>
        <p:nvSpPr>
          <p:cNvPr id="1872" name="矩形">
            <a:extLst xmlns:a="http://schemas.openxmlformats.org/drawingml/2006/main">
              <a:ext uri="{FF2B5EF4-FFF2-40B4-BE49-F238E27FC236}">
                <a16:creationId xmlns:a16="http://schemas.microsoft.com/office/drawing/2014/main" id="{DE23372C-7775-42AD-8DF9-E9B5581F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877" name="">
            <a:extLst xmlns:a="http://schemas.openxmlformats.org/drawingml/2006/main">
              <a:ext uri="{FF2B5EF4-FFF2-40B4-BE49-F238E27FC236}">
                <a16:creationId xmlns:a16="http://schemas.microsoft.com/office/drawing/2014/main" id="{82C0364E-DCE7-49EF-9C71-0A971B226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608470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76" name="矩形">
            <a:extLst xmlns:a="http://schemas.openxmlformats.org/drawingml/2006/main">
              <a:ext uri="{FF2B5EF4-FFF2-40B4-BE49-F238E27FC236}">
                <a16:creationId xmlns:a16="http://schemas.microsoft.com/office/drawing/2014/main" id="{2FFC2081-CBA8-4272-BB36-9918F8F9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877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926e70a574b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1878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8b960dc9a342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1879" name="矩形">
            <a:extLst xmlns:a="http://schemas.openxmlformats.org/drawingml/2006/main">
              <a:ext uri="{FF2B5EF4-FFF2-40B4-BE49-F238E27FC236}">
                <a16:creationId xmlns:a16="http://schemas.microsoft.com/office/drawing/2014/main" id="{54676680-6635-479F-B67F-15F19F12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80" name="矩形">
            <a:extLst xmlns:a="http://schemas.openxmlformats.org/drawingml/2006/main">
              <a:ext uri="{FF2B5EF4-FFF2-40B4-BE49-F238E27FC236}">
                <a16:creationId xmlns:a16="http://schemas.microsoft.com/office/drawing/2014/main" id="{A0C6ED5B-51E8-4A62-8FD3-523AC7DF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81" name="矩形">
            <a:extLst xmlns:a="http://schemas.openxmlformats.org/drawingml/2006/main">
              <a:ext uri="{FF2B5EF4-FFF2-40B4-BE49-F238E27FC236}">
                <a16:creationId xmlns:a16="http://schemas.microsoft.com/office/drawing/2014/main" id="{49A1B7C4-74F9-486D-9834-EC34364C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82" name="矩形">
            <a:extLst xmlns:a="http://schemas.openxmlformats.org/drawingml/2006/main">
              <a:ext uri="{FF2B5EF4-FFF2-40B4-BE49-F238E27FC236}">
                <a16:creationId xmlns:a16="http://schemas.microsoft.com/office/drawing/2014/main" id="{7EFB987B-0ED0-4514-8100-E4E5EB35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83" name="矩形">
            <a:extLst xmlns:a="http://schemas.openxmlformats.org/drawingml/2006/main">
              <a:ext uri="{FF2B5EF4-FFF2-40B4-BE49-F238E27FC236}">
                <a16:creationId xmlns:a16="http://schemas.microsoft.com/office/drawing/2014/main" id="{2A937899-C469-4DB6-917C-755BCD77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84" name="矩形">
            <a:extLst xmlns:a="http://schemas.openxmlformats.org/drawingml/2006/main">
              <a:ext uri="{FF2B5EF4-FFF2-40B4-BE49-F238E27FC236}">
                <a16:creationId xmlns:a16="http://schemas.microsoft.com/office/drawing/2014/main" id="{B1976F6E-099B-45AF-9D70-A13DB8DB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85" name="矩形">
            <a:extLst xmlns:a="http://schemas.openxmlformats.org/drawingml/2006/main">
              <a:ext uri="{FF2B5EF4-FFF2-40B4-BE49-F238E27FC236}">
                <a16:creationId xmlns:a16="http://schemas.microsoft.com/office/drawing/2014/main" id="{2C37AB38-9E21-454B-92E6-D3A6EDE0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86" name="矩形">
            <a:extLst xmlns:a="http://schemas.openxmlformats.org/drawingml/2006/main">
              <a:ext uri="{FF2B5EF4-FFF2-40B4-BE49-F238E27FC236}">
                <a16:creationId xmlns:a16="http://schemas.microsoft.com/office/drawing/2014/main" id="{36808E7D-7634-456C-9A6B-AF1C4A6D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87" name="矩形">
            <a:extLst xmlns:a="http://schemas.openxmlformats.org/drawingml/2006/main">
              <a:ext uri="{FF2B5EF4-FFF2-40B4-BE49-F238E27FC236}">
                <a16:creationId xmlns:a16="http://schemas.microsoft.com/office/drawing/2014/main" id="{55254938-DD05-4456-A9E3-456F0F74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88" name="矩形">
            <a:extLst xmlns:a="http://schemas.openxmlformats.org/drawingml/2006/main">
              <a:ext uri="{FF2B5EF4-FFF2-40B4-BE49-F238E27FC236}">
                <a16:creationId xmlns:a16="http://schemas.microsoft.com/office/drawing/2014/main" id="{1645024E-C704-4A60-92A9-82A2B0AA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89" name="矩形">
            <a:extLst xmlns:a="http://schemas.openxmlformats.org/drawingml/2006/main">
              <a:ext uri="{FF2B5EF4-FFF2-40B4-BE49-F238E27FC236}">
                <a16:creationId xmlns:a16="http://schemas.microsoft.com/office/drawing/2014/main" id="{5CD98421-8A2F-41E8-8AD2-CA6EA77E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90" name="矩形">
            <a:extLst xmlns:a="http://schemas.openxmlformats.org/drawingml/2006/main">
              <a:ext uri="{FF2B5EF4-FFF2-40B4-BE49-F238E27FC236}">
                <a16:creationId xmlns:a16="http://schemas.microsoft.com/office/drawing/2014/main" id="{206034F1-AA7A-4193-AA38-3CF85D96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91" name="矩形">
            <a:extLst xmlns:a="http://schemas.openxmlformats.org/drawingml/2006/main">
              <a:ext uri="{FF2B5EF4-FFF2-40B4-BE49-F238E27FC236}">
                <a16:creationId xmlns:a16="http://schemas.microsoft.com/office/drawing/2014/main" id="{6D73D047-EED6-49F0-9155-8A462BB2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92" name="矩形">
            <a:extLst xmlns:a="http://schemas.openxmlformats.org/drawingml/2006/main">
              <a:ext uri="{FF2B5EF4-FFF2-40B4-BE49-F238E27FC236}">
                <a16:creationId xmlns:a16="http://schemas.microsoft.com/office/drawing/2014/main" id="{1C57E542-2120-4294-8EEB-F15E1A44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93" name="矩形">
            <a:extLst xmlns:a="http://schemas.openxmlformats.org/drawingml/2006/main">
              <a:ext uri="{FF2B5EF4-FFF2-40B4-BE49-F238E27FC236}">
                <a16:creationId xmlns:a16="http://schemas.microsoft.com/office/drawing/2014/main" id="{D73DE7E3-548C-45B1-87A0-CAC8E937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94" name="矩形">
            <a:extLst xmlns:a="http://schemas.openxmlformats.org/drawingml/2006/main">
              <a:ext uri="{FF2B5EF4-FFF2-40B4-BE49-F238E27FC236}">
                <a16:creationId xmlns:a16="http://schemas.microsoft.com/office/drawing/2014/main" id="{C51CA6C2-AB68-4F4E-8314-C5CCE381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95" name="矩形">
            <a:extLst xmlns:a="http://schemas.openxmlformats.org/drawingml/2006/main">
              <a:ext uri="{FF2B5EF4-FFF2-40B4-BE49-F238E27FC236}">
                <a16:creationId xmlns:a16="http://schemas.microsoft.com/office/drawing/2014/main" id="{3F8716B5-45A7-47AC-8974-CF7F35B7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96" name="矩形">
            <a:extLst xmlns:a="http://schemas.openxmlformats.org/drawingml/2006/main">
              <a:ext uri="{FF2B5EF4-FFF2-40B4-BE49-F238E27FC236}">
                <a16:creationId xmlns:a16="http://schemas.microsoft.com/office/drawing/2014/main" id="{5A1D682B-64C2-4DE0-9D6A-42BCD017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97" name="矩形">
            <a:extLst xmlns:a="http://schemas.openxmlformats.org/drawingml/2006/main">
              <a:ext uri="{FF2B5EF4-FFF2-40B4-BE49-F238E27FC236}">
                <a16:creationId xmlns:a16="http://schemas.microsoft.com/office/drawing/2014/main" id="{1ED6BE80-466C-4EE7-8D65-78C006DE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98" name="矩形">
            <a:extLst xmlns:a="http://schemas.openxmlformats.org/drawingml/2006/main">
              <a:ext uri="{FF2B5EF4-FFF2-40B4-BE49-F238E27FC236}">
                <a16:creationId xmlns:a16="http://schemas.microsoft.com/office/drawing/2014/main" id="{0B657063-7C53-42D3-9436-6C8A6008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899" name="矩形">
            <a:extLst xmlns:a="http://schemas.openxmlformats.org/drawingml/2006/main">
              <a:ext uri="{FF2B5EF4-FFF2-40B4-BE49-F238E27FC236}">
                <a16:creationId xmlns:a16="http://schemas.microsoft.com/office/drawing/2014/main" id="{C56D215B-1F7E-4BC6-BC5E-3C277D55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00" name="矩形">
            <a:extLst xmlns:a="http://schemas.openxmlformats.org/drawingml/2006/main">
              <a:ext uri="{FF2B5EF4-FFF2-40B4-BE49-F238E27FC236}">
                <a16:creationId xmlns:a16="http://schemas.microsoft.com/office/drawing/2014/main" id="{3DAE8891-12CC-4202-A221-C849C391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01" name="矩形">
            <a:extLst xmlns:a="http://schemas.openxmlformats.org/drawingml/2006/main">
              <a:ext uri="{FF2B5EF4-FFF2-40B4-BE49-F238E27FC236}">
                <a16:creationId xmlns:a16="http://schemas.microsoft.com/office/drawing/2014/main" id="{7EF1F0D5-7CEF-4D96-BFE3-E976D6EF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02" name="矩形">
            <a:extLst xmlns:a="http://schemas.openxmlformats.org/drawingml/2006/main">
              <a:ext uri="{FF2B5EF4-FFF2-40B4-BE49-F238E27FC236}">
                <a16:creationId xmlns:a16="http://schemas.microsoft.com/office/drawing/2014/main" id="{B2EFEBFA-9062-434E-A2EF-8A1ED602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03" name="矩形">
            <a:extLst xmlns:a="http://schemas.openxmlformats.org/drawingml/2006/main">
              <a:ext uri="{FF2B5EF4-FFF2-40B4-BE49-F238E27FC236}">
                <a16:creationId xmlns:a16="http://schemas.microsoft.com/office/drawing/2014/main" id="{022D440E-D80C-4FAC-B6BC-9629E4E2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04" name="矩形">
            <a:extLst xmlns:a="http://schemas.openxmlformats.org/drawingml/2006/main">
              <a:ext uri="{FF2B5EF4-FFF2-40B4-BE49-F238E27FC236}">
                <a16:creationId xmlns:a16="http://schemas.microsoft.com/office/drawing/2014/main" id="{B6E813CA-DA20-4B36-8191-2C6041AC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05" name="矩形">
            <a:extLst xmlns:a="http://schemas.openxmlformats.org/drawingml/2006/main">
              <a:ext uri="{FF2B5EF4-FFF2-40B4-BE49-F238E27FC236}">
                <a16:creationId xmlns:a16="http://schemas.microsoft.com/office/drawing/2014/main" id="{A38F4EDA-42AC-42B4-B5F2-6EDC4688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06" name="矩形">
            <a:extLst xmlns:a="http://schemas.openxmlformats.org/drawingml/2006/main">
              <a:ext uri="{FF2B5EF4-FFF2-40B4-BE49-F238E27FC236}">
                <a16:creationId xmlns:a16="http://schemas.microsoft.com/office/drawing/2014/main" id="{E2B6AD9A-715B-49A7-981F-DDB907E6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07" name="矩形">
            <a:extLst xmlns:a="http://schemas.openxmlformats.org/drawingml/2006/main">
              <a:ext uri="{FF2B5EF4-FFF2-40B4-BE49-F238E27FC236}">
                <a16:creationId xmlns:a16="http://schemas.microsoft.com/office/drawing/2014/main" id="{19A30EE6-95DF-4ECA-B5B3-7D1DEC26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08" name="矩形">
            <a:extLst xmlns:a="http://schemas.openxmlformats.org/drawingml/2006/main">
              <a:ext uri="{FF2B5EF4-FFF2-40B4-BE49-F238E27FC236}">
                <a16:creationId xmlns:a16="http://schemas.microsoft.com/office/drawing/2014/main" id="{E884ED5A-3EDB-451F-AD24-447A29FF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09" name="矩形">
            <a:extLst xmlns:a="http://schemas.openxmlformats.org/drawingml/2006/main">
              <a:ext uri="{FF2B5EF4-FFF2-40B4-BE49-F238E27FC236}">
                <a16:creationId xmlns:a16="http://schemas.microsoft.com/office/drawing/2014/main" id="{56934043-0B20-4A57-A3F8-63AD53DA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10" name="矩形">
            <a:extLst xmlns:a="http://schemas.openxmlformats.org/drawingml/2006/main">
              <a:ext uri="{FF2B5EF4-FFF2-40B4-BE49-F238E27FC236}">
                <a16:creationId xmlns:a16="http://schemas.microsoft.com/office/drawing/2014/main" id="{B7FBA4A7-0EC8-4A9F-80F0-385F59B5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11" name="矩形">
            <a:extLst xmlns:a="http://schemas.openxmlformats.org/drawingml/2006/main">
              <a:ext uri="{FF2B5EF4-FFF2-40B4-BE49-F238E27FC236}">
                <a16:creationId xmlns:a16="http://schemas.microsoft.com/office/drawing/2014/main" id="{624FC8DF-FED0-420E-8049-6B425E924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12" name="矩形">
            <a:extLst xmlns:a="http://schemas.openxmlformats.org/drawingml/2006/main">
              <a:ext uri="{FF2B5EF4-FFF2-40B4-BE49-F238E27FC236}">
                <a16:creationId xmlns:a16="http://schemas.microsoft.com/office/drawing/2014/main" id="{FE071B63-F8E4-40EB-9314-5A429971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13" name="矩形">
            <a:extLst xmlns:a="http://schemas.openxmlformats.org/drawingml/2006/main">
              <a:ext uri="{FF2B5EF4-FFF2-40B4-BE49-F238E27FC236}">
                <a16:creationId xmlns:a16="http://schemas.microsoft.com/office/drawing/2014/main" id="{00DBCE19-71AB-4AF0-BDCE-405910F0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14" name="矩形">
            <a:extLst xmlns:a="http://schemas.openxmlformats.org/drawingml/2006/main">
              <a:ext uri="{FF2B5EF4-FFF2-40B4-BE49-F238E27FC236}">
                <a16:creationId xmlns:a16="http://schemas.microsoft.com/office/drawing/2014/main" id="{B7DE5A0F-1716-4D82-8A9D-08C222F1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15" name="矩形">
            <a:extLst xmlns:a="http://schemas.openxmlformats.org/drawingml/2006/main">
              <a:ext uri="{FF2B5EF4-FFF2-40B4-BE49-F238E27FC236}">
                <a16:creationId xmlns:a16="http://schemas.microsoft.com/office/drawing/2014/main" id="{A00F1ADF-285C-405B-B1DB-A8D6E3C44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16" name="矩形">
            <a:extLst xmlns:a="http://schemas.openxmlformats.org/drawingml/2006/main">
              <a:ext uri="{FF2B5EF4-FFF2-40B4-BE49-F238E27FC236}">
                <a16:creationId xmlns:a16="http://schemas.microsoft.com/office/drawing/2014/main" id="{5B905FC4-79C2-446D-BD1A-DA5C3854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17" name="矩形">
            <a:extLst xmlns:a="http://schemas.openxmlformats.org/drawingml/2006/main">
              <a:ext uri="{FF2B5EF4-FFF2-40B4-BE49-F238E27FC236}">
                <a16:creationId xmlns:a16="http://schemas.microsoft.com/office/drawing/2014/main" id="{972DD6A9-BE1D-4134-B7D3-A94A3CFB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18" name="矩形">
            <a:extLst xmlns:a="http://schemas.openxmlformats.org/drawingml/2006/main">
              <a:ext uri="{FF2B5EF4-FFF2-40B4-BE49-F238E27FC236}">
                <a16:creationId xmlns:a16="http://schemas.microsoft.com/office/drawing/2014/main" id="{49364E16-8B6B-4A7A-BACE-B31713AA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19" name="矩形">
            <a:extLst xmlns:a="http://schemas.openxmlformats.org/drawingml/2006/main">
              <a:ext uri="{FF2B5EF4-FFF2-40B4-BE49-F238E27FC236}">
                <a16:creationId xmlns:a16="http://schemas.microsoft.com/office/drawing/2014/main" id="{6A618FD5-1F49-4245-81F6-62E3E6F5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20" name="矩形">
            <a:extLst xmlns:a="http://schemas.openxmlformats.org/drawingml/2006/main">
              <a:ext uri="{FF2B5EF4-FFF2-40B4-BE49-F238E27FC236}">
                <a16:creationId xmlns:a16="http://schemas.microsoft.com/office/drawing/2014/main" id="{E6F64C3D-4BF2-48D1-8D91-D8F52008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21" name="矩形">
            <a:extLst xmlns:a="http://schemas.openxmlformats.org/drawingml/2006/main">
              <a:ext uri="{FF2B5EF4-FFF2-40B4-BE49-F238E27FC236}">
                <a16:creationId xmlns:a16="http://schemas.microsoft.com/office/drawing/2014/main" id="{20AF63C2-ECD9-4D3C-89D9-EE0A28D5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22" name="矩形">
            <a:extLst xmlns:a="http://schemas.openxmlformats.org/drawingml/2006/main">
              <a:ext uri="{FF2B5EF4-FFF2-40B4-BE49-F238E27FC236}">
                <a16:creationId xmlns:a16="http://schemas.microsoft.com/office/drawing/2014/main" id="{C904719D-C43A-4757-BA4B-B8E8EF38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23" name="矩形">
            <a:extLst xmlns:a="http://schemas.openxmlformats.org/drawingml/2006/main">
              <a:ext uri="{FF2B5EF4-FFF2-40B4-BE49-F238E27FC236}">
                <a16:creationId xmlns:a16="http://schemas.microsoft.com/office/drawing/2014/main" id="{6438341D-0E57-41AE-8231-6661E230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24" name="矩形">
            <a:extLst xmlns:a="http://schemas.openxmlformats.org/drawingml/2006/main">
              <a:ext uri="{FF2B5EF4-FFF2-40B4-BE49-F238E27FC236}">
                <a16:creationId xmlns:a16="http://schemas.microsoft.com/office/drawing/2014/main" id="{1B5311CE-03DA-416C-BEA6-5638F6C3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25" name="矩形">
            <a:extLst xmlns:a="http://schemas.openxmlformats.org/drawingml/2006/main">
              <a:ext uri="{FF2B5EF4-FFF2-40B4-BE49-F238E27FC236}">
                <a16:creationId xmlns:a16="http://schemas.microsoft.com/office/drawing/2014/main" id="{A34D172F-EECB-4984-B22B-B9CF2B23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26" name="矩形">
            <a:extLst xmlns:a="http://schemas.openxmlformats.org/drawingml/2006/main">
              <a:ext uri="{FF2B5EF4-FFF2-40B4-BE49-F238E27FC236}">
                <a16:creationId xmlns:a16="http://schemas.microsoft.com/office/drawing/2014/main" id="{8C2954A4-48ED-47F8-901C-08AAC63E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27" name="矩形">
            <a:extLst xmlns:a="http://schemas.openxmlformats.org/drawingml/2006/main">
              <a:ext uri="{FF2B5EF4-FFF2-40B4-BE49-F238E27FC236}">
                <a16:creationId xmlns:a16="http://schemas.microsoft.com/office/drawing/2014/main" id="{F50F1EC9-832E-464D-A2B0-AA9D6426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28" name="矩形">
            <a:extLst xmlns:a="http://schemas.openxmlformats.org/drawingml/2006/main">
              <a:ext uri="{FF2B5EF4-FFF2-40B4-BE49-F238E27FC236}">
                <a16:creationId xmlns:a16="http://schemas.microsoft.com/office/drawing/2014/main" id="{A2B94734-05C4-4FD0-8E7E-FE26518B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29" name="矩形">
            <a:extLst xmlns:a="http://schemas.openxmlformats.org/drawingml/2006/main">
              <a:ext uri="{FF2B5EF4-FFF2-40B4-BE49-F238E27FC236}">
                <a16:creationId xmlns:a16="http://schemas.microsoft.com/office/drawing/2014/main" id="{482044C9-3913-4D9C-B78A-CD46B611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30" name="矩形">
            <a:extLst xmlns:a="http://schemas.openxmlformats.org/drawingml/2006/main">
              <a:ext uri="{FF2B5EF4-FFF2-40B4-BE49-F238E27FC236}">
                <a16:creationId xmlns:a16="http://schemas.microsoft.com/office/drawing/2014/main" id="{BFC462CE-D9CE-467D-9D0D-B2E3AE85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31" name="矩形">
            <a:extLst xmlns:a="http://schemas.openxmlformats.org/drawingml/2006/main">
              <a:ext uri="{FF2B5EF4-FFF2-40B4-BE49-F238E27FC236}">
                <a16:creationId xmlns:a16="http://schemas.microsoft.com/office/drawing/2014/main" id="{DEA22CE0-D04D-4D91-A30F-4FD324A0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32" name="矩形">
            <a:extLst xmlns:a="http://schemas.openxmlformats.org/drawingml/2006/main">
              <a:ext uri="{FF2B5EF4-FFF2-40B4-BE49-F238E27FC236}">
                <a16:creationId xmlns:a16="http://schemas.microsoft.com/office/drawing/2014/main" id="{8FCEC87A-7AE8-44C9-AEA9-9CC03224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33" name="矩形">
            <a:extLst xmlns:a="http://schemas.openxmlformats.org/drawingml/2006/main">
              <a:ext uri="{FF2B5EF4-FFF2-40B4-BE49-F238E27FC236}">
                <a16:creationId xmlns:a16="http://schemas.microsoft.com/office/drawing/2014/main" id="{C146AF40-3A88-465A-872B-407AEFAA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34" name="矩形">
            <a:extLst xmlns:a="http://schemas.openxmlformats.org/drawingml/2006/main">
              <a:ext uri="{FF2B5EF4-FFF2-40B4-BE49-F238E27FC236}">
                <a16:creationId xmlns:a16="http://schemas.microsoft.com/office/drawing/2014/main" id="{D73F6ED8-3A94-4B5D-BAD1-802F7D4E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35" name="矩形">
            <a:extLst xmlns:a="http://schemas.openxmlformats.org/drawingml/2006/main">
              <a:ext uri="{FF2B5EF4-FFF2-40B4-BE49-F238E27FC236}">
                <a16:creationId xmlns:a16="http://schemas.microsoft.com/office/drawing/2014/main" id="{A80A3CA7-93C7-42A6-A99B-88A780EF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36" name="矩形">
            <a:extLst xmlns:a="http://schemas.openxmlformats.org/drawingml/2006/main">
              <a:ext uri="{FF2B5EF4-FFF2-40B4-BE49-F238E27FC236}">
                <a16:creationId xmlns:a16="http://schemas.microsoft.com/office/drawing/2014/main" id="{D9CAB47B-64D8-4373-8F12-1742CB03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37" name="矩形">
            <a:extLst xmlns:a="http://schemas.openxmlformats.org/drawingml/2006/main">
              <a:ext uri="{FF2B5EF4-FFF2-40B4-BE49-F238E27FC236}">
                <a16:creationId xmlns:a16="http://schemas.microsoft.com/office/drawing/2014/main" id="{03131463-A614-4AE5-95D6-78E568EC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38" name="矩形">
            <a:extLst xmlns:a="http://schemas.openxmlformats.org/drawingml/2006/main">
              <a:ext uri="{FF2B5EF4-FFF2-40B4-BE49-F238E27FC236}">
                <a16:creationId xmlns:a16="http://schemas.microsoft.com/office/drawing/2014/main" id="{887CDC54-60BE-4057-97E8-19715E7C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39" name="矩形">
            <a:extLst xmlns:a="http://schemas.openxmlformats.org/drawingml/2006/main">
              <a:ext uri="{FF2B5EF4-FFF2-40B4-BE49-F238E27FC236}">
                <a16:creationId xmlns:a16="http://schemas.microsoft.com/office/drawing/2014/main" id="{1E91536F-CCFE-429A-9D00-4E255B8E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40" name="矩形">
            <a:extLst xmlns:a="http://schemas.openxmlformats.org/drawingml/2006/main">
              <a:ext uri="{FF2B5EF4-FFF2-40B4-BE49-F238E27FC236}">
                <a16:creationId xmlns:a16="http://schemas.microsoft.com/office/drawing/2014/main" id="{C3DC211F-243F-4793-8BDE-982D16C8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41" name="矩形">
            <a:extLst xmlns:a="http://schemas.openxmlformats.org/drawingml/2006/main">
              <a:ext uri="{FF2B5EF4-FFF2-40B4-BE49-F238E27FC236}">
                <a16:creationId xmlns:a16="http://schemas.microsoft.com/office/drawing/2014/main" id="{0CCC9677-64DA-4493-945E-56931C1D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42" name="矩形">
            <a:extLst xmlns:a="http://schemas.openxmlformats.org/drawingml/2006/main">
              <a:ext uri="{FF2B5EF4-FFF2-40B4-BE49-F238E27FC236}">
                <a16:creationId xmlns:a16="http://schemas.microsoft.com/office/drawing/2014/main" id="{4B1533EB-8AD3-44CA-8201-FFFCADE6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43" name="矩形">
            <a:extLst xmlns:a="http://schemas.openxmlformats.org/drawingml/2006/main">
              <a:ext uri="{FF2B5EF4-FFF2-40B4-BE49-F238E27FC236}">
                <a16:creationId xmlns:a16="http://schemas.microsoft.com/office/drawing/2014/main" id="{3A877DFB-2944-467B-985D-7CAEA41E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44" name="矩形">
            <a:extLst xmlns:a="http://schemas.openxmlformats.org/drawingml/2006/main">
              <a:ext uri="{FF2B5EF4-FFF2-40B4-BE49-F238E27FC236}">
                <a16:creationId xmlns:a16="http://schemas.microsoft.com/office/drawing/2014/main" id="{40B6BE5A-5933-466B-B0BD-1CCE87B3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45" name="矩形">
            <a:extLst xmlns:a="http://schemas.openxmlformats.org/drawingml/2006/main">
              <a:ext uri="{FF2B5EF4-FFF2-40B4-BE49-F238E27FC236}">
                <a16:creationId xmlns:a16="http://schemas.microsoft.com/office/drawing/2014/main" id="{C9C8646B-EBB1-443C-8CC1-CDE04962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46" name="矩形">
            <a:extLst xmlns:a="http://schemas.openxmlformats.org/drawingml/2006/main">
              <a:ext uri="{FF2B5EF4-FFF2-40B4-BE49-F238E27FC236}">
                <a16:creationId xmlns:a16="http://schemas.microsoft.com/office/drawing/2014/main" id="{D2F064D4-ABD8-48A9-8209-E12E724C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1947" name="矩形">
            <a:extLst xmlns:a="http://schemas.openxmlformats.org/drawingml/2006/main">
              <a:ext uri="{FF2B5EF4-FFF2-40B4-BE49-F238E27FC236}">
                <a16:creationId xmlns:a16="http://schemas.microsoft.com/office/drawing/2014/main" id="{03A187C9-65CC-40AF-9716-685B8DB6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1948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9a160c9a34f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1949" name="矩形">
            <a:extLst xmlns:a="http://schemas.openxmlformats.org/drawingml/2006/main">
              <a:ext uri="{FF2B5EF4-FFF2-40B4-BE49-F238E27FC236}">
                <a16:creationId xmlns:a16="http://schemas.microsoft.com/office/drawing/2014/main" id="{877157D5-5764-4AE7-B5BE-1343BA4C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950" name="备份：公式与字段映射">
            <a:extLst xmlns:a="http://schemas.openxmlformats.org/drawingml/2006/main">
              <a:ext uri="{FF2B5EF4-FFF2-40B4-BE49-F238E27FC236}">
                <a16:creationId xmlns:a16="http://schemas.microsoft.com/office/drawing/2014/main" id="{23CA4D0A-1D6A-4511-9274-92807DAC0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备份：公式与字段映射</a:t>
            </a:r>
          </a:p>
        </p:txBody>
      </p:sp>
      <p:sp>
        <p:nvSpPr>
          <p:cNvPr id="1951" name="矩形">
            <a:extLst xmlns:a="http://schemas.openxmlformats.org/drawingml/2006/main">
              <a:ext uri="{FF2B5EF4-FFF2-40B4-BE49-F238E27FC236}">
                <a16:creationId xmlns:a16="http://schemas.microsoft.com/office/drawing/2014/main" id="{1CDB6EE1-66DF-4A26-B079-705769DD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52" name="BACKUP">
            <a:extLst xmlns:a="http://schemas.openxmlformats.org/drawingml/2006/main">
              <a:ext uri="{FF2B5EF4-FFF2-40B4-BE49-F238E27FC236}">
                <a16:creationId xmlns:a16="http://schemas.microsoft.com/office/drawing/2014/main" id="{84F9EFED-952D-41DE-B355-61002F70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BACKUP</a:t>
            </a:r>
          </a:p>
        </p:txBody>
      </p:sp>
      <p:sp>
        <p:nvSpPr>
          <p:cNvPr id="1953" name="矩形">
            <a:extLst xmlns:a="http://schemas.openxmlformats.org/drawingml/2006/main">
              <a:ext uri="{FF2B5EF4-FFF2-40B4-BE49-F238E27FC236}">
                <a16:creationId xmlns:a16="http://schemas.microsoft.com/office/drawing/2014/main" id="{D4270B3D-4C29-4183-8B12-B2EE5F0C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54" name="矩形 985">
            <a:extLst xmlns:a="http://schemas.openxmlformats.org/drawingml/2006/main">
              <a:ext uri="{FF2B5EF4-FFF2-40B4-BE49-F238E27FC236}">
                <a16:creationId xmlns:a16="http://schemas.microsoft.com/office/drawing/2014/main" id="{50F26EFE-7C25-4A63-A758-EC24FF65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430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955" name="矩形">
            <a:extLst xmlns:a="http://schemas.openxmlformats.org/drawingml/2006/main">
              <a:ext uri="{FF2B5EF4-FFF2-40B4-BE49-F238E27FC236}">
                <a16:creationId xmlns:a16="http://schemas.microsoft.com/office/drawing/2014/main" id="{A30968ED-5C80-4534-B529-C13EF55F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2382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56" name="F_h">
            <a:extLst xmlns:a="http://schemas.openxmlformats.org/drawingml/2006/main">
              <a:ext uri="{FF2B5EF4-FFF2-40B4-BE49-F238E27FC236}">
                <a16:creationId xmlns:a16="http://schemas.microsoft.com/office/drawing/2014/main" id="{36C3620B-C7B2-43E4-ADB2-A93BC5649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238250"/>
            <a:ext cx="1143000" cy="2175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</m:e>
                    <m:sub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</m:t>
                      </m:r>
                    </m:sub>
                  </m:sSub>
                </m:oMath>
              </m:oMathPara>
            </a14:m>
          </a:p>
        </p:txBody>
      </p:sp>
      <p:sp>
        <p:nvSpPr>
          <p:cNvPr id="1957" name="矩形">
            <a:extLst xmlns:a="http://schemas.openxmlformats.org/drawingml/2006/main">
              <a:ext uri="{FF2B5EF4-FFF2-40B4-BE49-F238E27FC236}">
                <a16:creationId xmlns:a16="http://schemas.microsoft.com/office/drawing/2014/main" id="{CB011BDC-9701-4A28-86A5-A998ED7A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238249"/>
            <a:ext cx="29527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58" name="candidate_feasibility">
            <a:extLst xmlns:a="http://schemas.openxmlformats.org/drawingml/2006/main">
              <a:ext uri="{FF2B5EF4-FFF2-40B4-BE49-F238E27FC236}">
                <a16:creationId xmlns:a16="http://schemas.microsoft.com/office/drawing/2014/main" id="{C1B71268-B024-478E-9B3E-3A900ACAC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238247"/>
            <a:ext cx="2952750" cy="13554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candidate_feasibility</a:t>
            </a:r>
          </a:p>
        </p:txBody>
      </p:sp>
      <p:sp>
        <p:nvSpPr>
          <p:cNvPr id="1959" name="矩形">
            <a:extLst xmlns:a="http://schemas.openxmlformats.org/drawingml/2006/main">
              <a:ext uri="{FF2B5EF4-FFF2-40B4-BE49-F238E27FC236}">
                <a16:creationId xmlns:a16="http://schemas.microsoft.com/office/drawing/2014/main" id="{3A21B5B5-161C-48A3-ACD5-4DD0EF89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38249"/>
            <a:ext cx="3429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960" name="硬可行性过滤">
            <a:extLst xmlns:a="http://schemas.openxmlformats.org/drawingml/2006/main">
              <a:ext uri="{FF2B5EF4-FFF2-40B4-BE49-F238E27FC236}">
                <a16:creationId xmlns:a16="http://schemas.microsoft.com/office/drawing/2014/main" id="{BDFDA145-E6AB-4D23-9723-4EDFDEC2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38247"/>
            <a:ext cx="342900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硬可行性过滤</a:t>
            </a:r>
          </a:p>
        </p:txBody>
      </p:sp>
      <p:sp>
        <p:nvSpPr>
          <p:cNvPr id="1961" name="矩形 989">
            <a:extLst xmlns:a="http://schemas.openxmlformats.org/drawingml/2006/main">
              <a:ext uri="{FF2B5EF4-FFF2-40B4-BE49-F238E27FC236}">
                <a16:creationId xmlns:a16="http://schemas.microsoft.com/office/drawing/2014/main" id="{0BA59A44-FDD0-401F-A2C3-DED810F4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9545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962" name="矩形">
            <a:extLst xmlns:a="http://schemas.openxmlformats.org/drawingml/2006/main">
              <a:ext uri="{FF2B5EF4-FFF2-40B4-BE49-F238E27FC236}">
                <a16:creationId xmlns:a16="http://schemas.microsoft.com/office/drawing/2014/main" id="{139BE95E-51FA-40F2-BE3A-2F24762E2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907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63" name="S_static">
            <a:extLst xmlns:a="http://schemas.openxmlformats.org/drawingml/2006/main">
              <a:ext uri="{FF2B5EF4-FFF2-40B4-BE49-F238E27FC236}">
                <a16:creationId xmlns:a16="http://schemas.microsoft.com/office/drawing/2014/main" id="{ABC0699B-A31B-4E13-9F29-B84E4932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90700"/>
            <a:ext cx="1143000" cy="21804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</m:t>
                      </m:r>
                    </m:e>
                    <m:sub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</m:t>
                      </m:r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i</m:t>
                      </m:r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</m:t>
                      </m:r>
                    </m:sub>
                  </m:sSub>
                </m:oMath>
              </m:oMathPara>
            </a14:m>
          </a:p>
        </p:txBody>
      </p:sp>
      <p:sp>
        <p:nvSpPr>
          <p:cNvPr id="1964" name="矩形">
            <a:extLst xmlns:a="http://schemas.openxmlformats.org/drawingml/2006/main">
              <a:ext uri="{FF2B5EF4-FFF2-40B4-BE49-F238E27FC236}">
                <a16:creationId xmlns:a16="http://schemas.microsoft.com/office/drawing/2014/main" id="{8BD5E3F1-16B8-4053-BF29-FD39C8B3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90699"/>
            <a:ext cx="29527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65" name="score_breakdown.overall">
            <a:extLst xmlns:a="http://schemas.openxmlformats.org/drawingml/2006/main">
              <a:ext uri="{FF2B5EF4-FFF2-40B4-BE49-F238E27FC236}">
                <a16:creationId xmlns:a16="http://schemas.microsoft.com/office/drawing/2014/main" id="{22EA3064-4A53-4C09-A7F0-7DE4374F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90698"/>
            <a:ext cx="2952750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score_breakdown.overall</a:t>
            </a:r>
          </a:p>
        </p:txBody>
      </p:sp>
      <p:sp>
        <p:nvSpPr>
          <p:cNvPr id="1966" name="矩形">
            <a:extLst xmlns:a="http://schemas.openxmlformats.org/drawingml/2006/main">
              <a:ext uri="{FF2B5EF4-FFF2-40B4-BE49-F238E27FC236}">
                <a16:creationId xmlns:a16="http://schemas.microsoft.com/office/drawing/2014/main" id="{D912E634-BF38-44EF-8554-7A1F176D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90699"/>
            <a:ext cx="3429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967" name="静态候选效用">
            <a:extLst xmlns:a="http://schemas.openxmlformats.org/drawingml/2006/main">
              <a:ext uri="{FF2B5EF4-FFF2-40B4-BE49-F238E27FC236}">
                <a16:creationId xmlns:a16="http://schemas.microsoft.com/office/drawing/2014/main" id="{8C150312-DE58-4F54-AB39-E65E0489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90698"/>
            <a:ext cx="342900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静态候选效用</a:t>
            </a:r>
          </a:p>
        </p:txBody>
      </p:sp>
      <p:sp>
        <p:nvSpPr>
          <p:cNvPr id="1968" name="矩形 993">
            <a:extLst xmlns:a="http://schemas.openxmlformats.org/drawingml/2006/main">
              <a:ext uri="{FF2B5EF4-FFF2-40B4-BE49-F238E27FC236}">
                <a16:creationId xmlns:a16="http://schemas.microsoft.com/office/drawing/2014/main" id="{D4A10B4F-EE66-43CB-8325-84C11C3F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479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969" name="矩形">
            <a:extLst xmlns:a="http://schemas.openxmlformats.org/drawingml/2006/main">
              <a:ext uri="{FF2B5EF4-FFF2-40B4-BE49-F238E27FC236}">
                <a16:creationId xmlns:a16="http://schemas.microsoft.com/office/drawing/2014/main" id="{6AC3F395-F740-4280-9C85-19BE24B8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431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70" name="G_post">
            <a:extLst xmlns:a="http://schemas.openxmlformats.org/drawingml/2006/main">
              <a:ext uri="{FF2B5EF4-FFF2-40B4-BE49-F238E27FC236}">
                <a16:creationId xmlns:a16="http://schemas.microsoft.com/office/drawing/2014/main" id="{8053FEAC-E1ED-4640-977C-D95A2B39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43150"/>
            <a:ext cx="1143000" cy="24321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G</m:t>
                      </m:r>
                    </m:e>
                    <m:sub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</m:t>
                      </m:r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</m:t>
                      </m:r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s</m:t>
                      </m:r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</m:sub>
                  </m:sSub>
                </m:oMath>
              </m:oMathPara>
            </a14:m>
          </a:p>
        </p:txBody>
      </p:sp>
      <p:sp>
        <p:nvSpPr>
          <p:cNvPr id="1971" name="矩形">
            <a:extLst xmlns:a="http://schemas.openxmlformats.org/drawingml/2006/main">
              <a:ext uri="{FF2B5EF4-FFF2-40B4-BE49-F238E27FC236}">
                <a16:creationId xmlns:a16="http://schemas.microsoft.com/office/drawing/2014/main" id="{30342530-1D5F-4D40-A8CD-DAE20499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43149"/>
            <a:ext cx="29527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72" name="posterior_objective">
            <a:extLst xmlns:a="http://schemas.openxmlformats.org/drawingml/2006/main">
              <a:ext uri="{FF2B5EF4-FFF2-40B4-BE49-F238E27FC236}">
                <a16:creationId xmlns:a16="http://schemas.microsoft.com/office/drawing/2014/main" id="{3C110200-C2EE-4B92-A23A-28057DA4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43148"/>
            <a:ext cx="2952750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posterior_objective</a:t>
            </a:r>
          </a:p>
        </p:txBody>
      </p:sp>
      <p:sp>
        <p:nvSpPr>
          <p:cNvPr id="1973" name="矩形">
            <a:extLst xmlns:a="http://schemas.openxmlformats.org/drawingml/2006/main">
              <a:ext uri="{FF2B5EF4-FFF2-40B4-BE49-F238E27FC236}">
                <a16:creationId xmlns:a16="http://schemas.microsoft.com/office/drawing/2014/main" id="{46C495E9-B377-44C7-BE44-9DF8454F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3149"/>
            <a:ext cx="3429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974" name="证据加权目标项">
            <a:extLst xmlns:a="http://schemas.openxmlformats.org/drawingml/2006/main">
              <a:ext uri="{FF2B5EF4-FFF2-40B4-BE49-F238E27FC236}">
                <a16:creationId xmlns:a16="http://schemas.microsoft.com/office/drawing/2014/main" id="{1F4AA912-F6A6-4A54-AFBE-55D6E7BD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3148"/>
            <a:ext cx="342900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证据加权目标项</a:t>
            </a:r>
          </a:p>
        </p:txBody>
      </p:sp>
      <p:sp>
        <p:nvSpPr>
          <p:cNvPr id="1975" name="矩形 997">
            <a:extLst xmlns:a="http://schemas.openxmlformats.org/drawingml/2006/main">
              <a:ext uri="{FF2B5EF4-FFF2-40B4-BE49-F238E27FC236}">
                <a16:creationId xmlns:a16="http://schemas.microsoft.com/office/drawing/2014/main" id="{A20C078F-CBD1-4303-B310-ECB581DB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976" name="矩形">
            <a:extLst xmlns:a="http://schemas.openxmlformats.org/drawingml/2006/main">
              <a:ext uri="{FF2B5EF4-FFF2-40B4-BE49-F238E27FC236}">
                <a16:creationId xmlns:a16="http://schemas.microsoft.com/office/drawing/2014/main" id="{5054FEB2-1088-4269-953C-9EADCCEF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77" name="x_t">
            <a:extLst xmlns:a="http://schemas.openxmlformats.org/drawingml/2006/main">
              <a:ext uri="{FF2B5EF4-FFF2-40B4-BE49-F238E27FC236}">
                <a16:creationId xmlns:a16="http://schemas.microsoft.com/office/drawing/2014/main" id="{98CA7D47-6CA9-4D68-92A4-C205558F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143000" cy="21777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</m:t>
                      </m:r>
                    </m:sub>
                  </m:sSub>
                </m:oMath>
              </m:oMathPara>
            </a14:m>
          </a:p>
        </p:txBody>
      </p:sp>
      <p:sp>
        <p:nvSpPr>
          <p:cNvPr id="1978" name="矩形">
            <a:extLst xmlns:a="http://schemas.openxmlformats.org/drawingml/2006/main">
              <a:ext uri="{FF2B5EF4-FFF2-40B4-BE49-F238E27FC236}">
                <a16:creationId xmlns:a16="http://schemas.microsoft.com/office/drawing/2014/main" id="{96694079-421A-475E-9EE1-286B303D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95599"/>
            <a:ext cx="29527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79" name="RuntimeState">
            <a:extLst xmlns:a="http://schemas.openxmlformats.org/drawingml/2006/main">
              <a:ext uri="{FF2B5EF4-FFF2-40B4-BE49-F238E27FC236}">
                <a16:creationId xmlns:a16="http://schemas.microsoft.com/office/drawing/2014/main" id="{310FB2E4-6F0A-48A3-8305-D0027D1C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95598"/>
            <a:ext cx="2952750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RuntimeState</a:t>
            </a:r>
          </a:p>
        </p:txBody>
      </p:sp>
      <p:sp>
        <p:nvSpPr>
          <p:cNvPr id="1980" name="矩形">
            <a:extLst xmlns:a="http://schemas.openxmlformats.org/drawingml/2006/main">
              <a:ext uri="{FF2B5EF4-FFF2-40B4-BE49-F238E27FC236}">
                <a16:creationId xmlns:a16="http://schemas.microsoft.com/office/drawing/2014/main" id="{CDAB997C-B58D-4428-946D-F9679386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95599"/>
            <a:ext cx="3429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981" name="五维运行时状态">
            <a:extLst xmlns:a="http://schemas.openxmlformats.org/drawingml/2006/main">
              <a:ext uri="{FF2B5EF4-FFF2-40B4-BE49-F238E27FC236}">
                <a16:creationId xmlns:a16="http://schemas.microsoft.com/office/drawing/2014/main" id="{ED77115D-C78C-407C-A5C7-C9993EF5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95598"/>
            <a:ext cx="342900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五维运行时状态</a:t>
            </a:r>
          </a:p>
        </p:txBody>
      </p:sp>
      <p:sp>
        <p:nvSpPr>
          <p:cNvPr id="1982" name="矩形 1001">
            <a:extLst xmlns:a="http://schemas.openxmlformats.org/drawingml/2006/main">
              <a:ext uri="{FF2B5EF4-FFF2-40B4-BE49-F238E27FC236}">
                <a16:creationId xmlns:a16="http://schemas.microsoft.com/office/drawing/2014/main" id="{73A38F92-0073-483E-9BE6-CF08CF3D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528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983" name="矩形">
            <a:extLst xmlns:a="http://schemas.openxmlformats.org/drawingml/2006/main">
              <a:ext uri="{FF2B5EF4-FFF2-40B4-BE49-F238E27FC236}">
                <a16:creationId xmlns:a16="http://schemas.microsoft.com/office/drawing/2014/main" id="{3CB856DA-05A8-4679-BC3F-A6F9034E4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480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84" name="Delta">
            <a:extLst xmlns:a="http://schemas.openxmlformats.org/drawingml/2006/main">
              <a:ext uri="{FF2B5EF4-FFF2-40B4-BE49-F238E27FC236}">
                <a16:creationId xmlns:a16="http://schemas.microsoft.com/office/drawing/2014/main" id="{2806D81B-B8A3-4417-BEE5-884F8F357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48050"/>
            <a:ext cx="1143000" cy="206283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left"/>
                </m:oMathParaPr>
                <m:oMath>
                  <m:r>
                    <a:rPr xmlns:a="http://schemas.openxmlformats.org/drawingml/2006/main" sz="1450" i="1">
                      <a:solidFill>
                        <a:srgbClr val="0052A5"/>
                      </a:solidFill>
                      <a:latin typeface="Cambria Math"/>
                      <a:ea typeface="Cambria Math"/>
                      <a:cs typeface="Cambria Math"/>
                    </a:rPr>
                    <m:t>Δ</m:t>
                  </m:r>
                </m:oMath>
              </m:oMathPara>
            </a14:m>
          </a:p>
        </p:txBody>
      </p:sp>
      <p:sp>
        <p:nvSpPr>
          <p:cNvPr id="1985" name="矩形">
            <a:extLst xmlns:a="http://schemas.openxmlformats.org/drawingml/2006/main">
              <a:ext uri="{FF2B5EF4-FFF2-40B4-BE49-F238E27FC236}">
                <a16:creationId xmlns:a16="http://schemas.microsoft.com/office/drawing/2014/main" id="{CB30ADC6-9B78-4412-92B5-DE9C379C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48048"/>
            <a:ext cx="29527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86" name="runtime_adjustment">
            <a:extLst xmlns:a="http://schemas.openxmlformats.org/drawingml/2006/main">
              <a:ext uri="{FF2B5EF4-FFF2-40B4-BE49-F238E27FC236}">
                <a16:creationId xmlns:a16="http://schemas.microsoft.com/office/drawing/2014/main" id="{C955AF3F-75E5-4A67-9B2B-6A170A4D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448048"/>
            <a:ext cx="2952750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runtime_adjustment</a:t>
            </a:r>
          </a:p>
        </p:txBody>
      </p:sp>
      <p:sp>
        <p:nvSpPr>
          <p:cNvPr id="1987" name="矩形">
            <a:extLst xmlns:a="http://schemas.openxmlformats.org/drawingml/2006/main">
              <a:ext uri="{FF2B5EF4-FFF2-40B4-BE49-F238E27FC236}">
                <a16:creationId xmlns:a16="http://schemas.microsoft.com/office/drawing/2014/main" id="{36380A06-2FE2-46E7-B7D7-3168E573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48048"/>
            <a:ext cx="3429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988" name="有界运行时修正">
            <a:extLst xmlns:a="http://schemas.openxmlformats.org/drawingml/2006/main">
              <a:ext uri="{FF2B5EF4-FFF2-40B4-BE49-F238E27FC236}">
                <a16:creationId xmlns:a16="http://schemas.microsoft.com/office/drawing/2014/main" id="{D87091FA-87B8-4150-8363-382C37F8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48048"/>
            <a:ext cx="342900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有界运行时修正</a:t>
            </a:r>
          </a:p>
        </p:txBody>
      </p:sp>
      <p:sp>
        <p:nvSpPr>
          <p:cNvPr id="1989" name="矩形 1005">
            <a:extLst xmlns:a="http://schemas.openxmlformats.org/drawingml/2006/main">
              <a:ext uri="{FF2B5EF4-FFF2-40B4-BE49-F238E27FC236}">
                <a16:creationId xmlns:a16="http://schemas.microsoft.com/office/drawing/2014/main" id="{916C6EED-5630-4CFF-A5A3-AB5D7B27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0525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990" name="矩形">
            <a:extLst xmlns:a="http://schemas.openxmlformats.org/drawingml/2006/main">
              <a:ext uri="{FF2B5EF4-FFF2-40B4-BE49-F238E27FC236}">
                <a16:creationId xmlns:a16="http://schemas.microsoft.com/office/drawing/2014/main" id="{CA077225-4BBC-4A35-869D-A21EF0DAC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005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91" name="U_pi">
            <a:extLst xmlns:a="http://schemas.openxmlformats.org/drawingml/2006/main">
              <a:ext uri="{FF2B5EF4-FFF2-40B4-BE49-F238E27FC236}">
                <a16:creationId xmlns:a16="http://schemas.microsoft.com/office/drawing/2014/main" id="{5442E129-2A15-4EB2-B8D4-B7BF9C9B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00500"/>
            <a:ext cx="1143000" cy="21869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</m:e>
                    <m:sub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sub>
                  </m:sSub>
                </m:oMath>
              </m:oMathPara>
            </a14:m>
          </a:p>
        </p:txBody>
      </p:sp>
      <p:sp>
        <p:nvSpPr>
          <p:cNvPr id="1992" name="矩形">
            <a:extLst xmlns:a="http://schemas.openxmlformats.org/drawingml/2006/main">
              <a:ext uri="{FF2B5EF4-FFF2-40B4-BE49-F238E27FC236}">
                <a16:creationId xmlns:a16="http://schemas.microsoft.com/office/drawing/2014/main" id="{9627EAA3-8B94-44D3-8D23-817A5E8F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00498"/>
            <a:ext cx="29527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93" name="final_score">
            <a:extLst xmlns:a="http://schemas.openxmlformats.org/drawingml/2006/main">
              <a:ext uri="{FF2B5EF4-FFF2-40B4-BE49-F238E27FC236}">
                <a16:creationId xmlns:a16="http://schemas.microsoft.com/office/drawing/2014/main" id="{BC66B153-E2B8-4AD9-AA27-A668C5FBC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00498"/>
            <a:ext cx="2952750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final_score</a:t>
            </a:r>
          </a:p>
        </p:txBody>
      </p:sp>
      <p:sp>
        <p:nvSpPr>
          <p:cNvPr id="1994" name="矩形">
            <a:extLst xmlns:a="http://schemas.openxmlformats.org/drawingml/2006/main">
              <a:ext uri="{FF2B5EF4-FFF2-40B4-BE49-F238E27FC236}">
                <a16:creationId xmlns:a16="http://schemas.microsoft.com/office/drawing/2014/main" id="{FF3283E4-F4B4-4FCC-A122-CC834F47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498"/>
            <a:ext cx="3429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1995" name="候选重排效用">
            <a:extLst xmlns:a="http://schemas.openxmlformats.org/drawingml/2006/main">
              <a:ext uri="{FF2B5EF4-FFF2-40B4-BE49-F238E27FC236}">
                <a16:creationId xmlns:a16="http://schemas.microsoft.com/office/drawing/2014/main" id="{7F384B28-8F42-4DF3-BFAC-23E661F9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498"/>
            <a:ext cx="342900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候选重排效用</a:t>
            </a:r>
          </a:p>
        </p:txBody>
      </p:sp>
      <p:sp>
        <p:nvSpPr>
          <p:cNvPr id="1996" name="矩形 1009">
            <a:extLst xmlns:a="http://schemas.openxmlformats.org/drawingml/2006/main">
              <a:ext uri="{FF2B5EF4-FFF2-40B4-BE49-F238E27FC236}">
                <a16:creationId xmlns:a16="http://schemas.microsoft.com/office/drawing/2014/main" id="{C7B224B5-84F5-4106-8343-06E1006D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577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1997" name="矩形">
            <a:extLst xmlns:a="http://schemas.openxmlformats.org/drawingml/2006/main">
              <a:ext uri="{FF2B5EF4-FFF2-40B4-BE49-F238E27FC236}">
                <a16:creationId xmlns:a16="http://schemas.microsoft.com/office/drawing/2014/main" id="{587D21A7-EAC3-4A71-B6BE-3F871B71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5529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1998" name="U_a">
            <a:extLst xmlns:a="http://schemas.openxmlformats.org/drawingml/2006/main">
              <a:ext uri="{FF2B5EF4-FFF2-40B4-BE49-F238E27FC236}">
                <a16:creationId xmlns:a16="http://schemas.microsoft.com/office/drawing/2014/main" id="{B9809A3B-7C9E-4BF6-B95C-E50AE40B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552950"/>
            <a:ext cx="1143000" cy="217777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14:m xmlns:a14="http://schemas.microsoft.com/office/drawing/2010/main">
              <m:oMathPara xmlns:m="http://schemas.openxmlformats.org/officeDocument/2006/math"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U</m:t>
                      </m:r>
                    </m:e>
                    <m:sub>
                      <m:r>
                        <a:rPr xmlns:a="http://schemas.openxmlformats.org/drawingml/2006/main" sz="1450" i="1">
                          <a:solidFill>
                            <a:srgbClr val="0052A5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a</m:t>
                      </m:r>
                    </m:sub>
                  </m:sSub>
                </m:oMath>
              </m:oMathPara>
            </a14:m>
          </a:p>
        </p:txBody>
      </p:sp>
      <p:sp>
        <p:nvSpPr>
          <p:cNvPr id="1999" name="矩形">
            <a:extLst xmlns:a="http://schemas.openxmlformats.org/drawingml/2006/main">
              <a:ext uri="{FF2B5EF4-FFF2-40B4-BE49-F238E27FC236}">
                <a16:creationId xmlns:a16="http://schemas.microsoft.com/office/drawing/2014/main" id="{CAD4A70B-2C83-465F-B79A-D3A37586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52948"/>
            <a:ext cx="295275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00" name="ActionUtility">
            <a:extLst xmlns:a="http://schemas.openxmlformats.org/drawingml/2006/main">
              <a:ext uri="{FF2B5EF4-FFF2-40B4-BE49-F238E27FC236}">
                <a16:creationId xmlns:a16="http://schemas.microsoft.com/office/drawing/2014/main" id="{7D834DB9-62F8-4148-892D-3C6D71AA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52948"/>
            <a:ext cx="2952750" cy="135546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082B6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ActionUtility</a:t>
            </a:r>
          </a:p>
        </p:txBody>
      </p:sp>
      <p:sp>
        <p:nvSpPr>
          <p:cNvPr id="2001" name="矩形">
            <a:extLst xmlns:a="http://schemas.openxmlformats.org/drawingml/2006/main">
              <a:ext uri="{FF2B5EF4-FFF2-40B4-BE49-F238E27FC236}">
                <a16:creationId xmlns:a16="http://schemas.microsoft.com/office/drawing/2014/main" id="{5577C647-9FFA-493F-BDA9-2A43F587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52948"/>
            <a:ext cx="3429000" cy="1905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002" name="恢复动作效用">
            <a:extLst xmlns:a="http://schemas.openxmlformats.org/drawingml/2006/main">
              <a:ext uri="{FF2B5EF4-FFF2-40B4-BE49-F238E27FC236}">
                <a16:creationId xmlns:a16="http://schemas.microsoft.com/office/drawing/2014/main" id="{CA19FDD9-EEA9-4239-B88B-1803114C3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552948"/>
            <a:ext cx="342900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恢复动作效用</a:t>
            </a:r>
          </a:p>
        </p:txBody>
      </p:sp>
      <p:sp>
        <p:nvSpPr>
          <p:cNvPr id="2003" name="矩形">
            <a:extLst xmlns:a="http://schemas.openxmlformats.org/drawingml/2006/main">
              <a:ext uri="{FF2B5EF4-FFF2-40B4-BE49-F238E27FC236}">
                <a16:creationId xmlns:a16="http://schemas.microsoft.com/office/drawing/2014/main" id="{F727E1BB-4680-4DA7-A943-A53ABE67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08" name="">
            <a:extLst xmlns:a="http://schemas.openxmlformats.org/drawingml/2006/main">
              <a:ext uri="{FF2B5EF4-FFF2-40B4-BE49-F238E27FC236}">
                <a16:creationId xmlns:a16="http://schemas.microsoft.com/office/drawing/2014/main" id="{87B2C19D-3647-44FC-8B5C-80F968DA2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9008489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07" name="矩形">
            <a:extLst xmlns:a="http://schemas.openxmlformats.org/drawingml/2006/main">
              <a:ext uri="{FF2B5EF4-FFF2-40B4-BE49-F238E27FC236}">
                <a16:creationId xmlns:a16="http://schemas.microsoft.com/office/drawing/2014/main" id="{C204EDB9-9158-4432-B074-D63AC442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008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37dba822dc4a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2009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177a15d93741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2010" name="矩形">
            <a:extLst xmlns:a="http://schemas.openxmlformats.org/drawingml/2006/main">
              <a:ext uri="{FF2B5EF4-FFF2-40B4-BE49-F238E27FC236}">
                <a16:creationId xmlns:a16="http://schemas.microsoft.com/office/drawing/2014/main" id="{4A137A8C-79EB-4E06-A96A-05AD5116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11" name="矩形">
            <a:extLst xmlns:a="http://schemas.openxmlformats.org/drawingml/2006/main">
              <a:ext uri="{FF2B5EF4-FFF2-40B4-BE49-F238E27FC236}">
                <a16:creationId xmlns:a16="http://schemas.microsoft.com/office/drawing/2014/main" id="{72877CE5-9810-4A65-B65C-503100EB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12" name="矩形">
            <a:extLst xmlns:a="http://schemas.openxmlformats.org/drawingml/2006/main">
              <a:ext uri="{FF2B5EF4-FFF2-40B4-BE49-F238E27FC236}">
                <a16:creationId xmlns:a16="http://schemas.microsoft.com/office/drawing/2014/main" id="{B8CDE48B-4C7C-442D-9A11-80ECCE14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13" name="矩形">
            <a:extLst xmlns:a="http://schemas.openxmlformats.org/drawingml/2006/main">
              <a:ext uri="{FF2B5EF4-FFF2-40B4-BE49-F238E27FC236}">
                <a16:creationId xmlns:a16="http://schemas.microsoft.com/office/drawing/2014/main" id="{33F0A1F5-5E6E-40A7-983F-6CA278EF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14" name="矩形">
            <a:extLst xmlns:a="http://schemas.openxmlformats.org/drawingml/2006/main">
              <a:ext uri="{FF2B5EF4-FFF2-40B4-BE49-F238E27FC236}">
                <a16:creationId xmlns:a16="http://schemas.microsoft.com/office/drawing/2014/main" id="{557C7A5A-3255-426C-8603-4BF6DAD6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15" name="矩形">
            <a:extLst xmlns:a="http://schemas.openxmlformats.org/drawingml/2006/main">
              <a:ext uri="{FF2B5EF4-FFF2-40B4-BE49-F238E27FC236}">
                <a16:creationId xmlns:a16="http://schemas.microsoft.com/office/drawing/2014/main" id="{B15F90EF-1279-4DCB-B8CC-F2F2A59D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16" name="矩形">
            <a:extLst xmlns:a="http://schemas.openxmlformats.org/drawingml/2006/main">
              <a:ext uri="{FF2B5EF4-FFF2-40B4-BE49-F238E27FC236}">
                <a16:creationId xmlns:a16="http://schemas.microsoft.com/office/drawing/2014/main" id="{56DC6518-45F0-45EC-9447-67127970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17" name="矩形">
            <a:extLst xmlns:a="http://schemas.openxmlformats.org/drawingml/2006/main">
              <a:ext uri="{FF2B5EF4-FFF2-40B4-BE49-F238E27FC236}">
                <a16:creationId xmlns:a16="http://schemas.microsoft.com/office/drawing/2014/main" id="{B73746B3-1CC6-4622-93C8-BC830B29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18" name="矩形">
            <a:extLst xmlns:a="http://schemas.openxmlformats.org/drawingml/2006/main">
              <a:ext uri="{FF2B5EF4-FFF2-40B4-BE49-F238E27FC236}">
                <a16:creationId xmlns:a16="http://schemas.microsoft.com/office/drawing/2014/main" id="{BE7A3A01-BDF6-4039-A983-3A537C6F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19" name="矩形">
            <a:extLst xmlns:a="http://schemas.openxmlformats.org/drawingml/2006/main">
              <a:ext uri="{FF2B5EF4-FFF2-40B4-BE49-F238E27FC236}">
                <a16:creationId xmlns:a16="http://schemas.microsoft.com/office/drawing/2014/main" id="{320B17FB-D0E1-4A5C-BAC1-ADCED97E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20" name="矩形">
            <a:extLst xmlns:a="http://schemas.openxmlformats.org/drawingml/2006/main">
              <a:ext uri="{FF2B5EF4-FFF2-40B4-BE49-F238E27FC236}">
                <a16:creationId xmlns:a16="http://schemas.microsoft.com/office/drawing/2014/main" id="{93B351C3-A7F5-44B1-8C52-C708E99E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21" name="矩形">
            <a:extLst xmlns:a="http://schemas.openxmlformats.org/drawingml/2006/main">
              <a:ext uri="{FF2B5EF4-FFF2-40B4-BE49-F238E27FC236}">
                <a16:creationId xmlns:a16="http://schemas.microsoft.com/office/drawing/2014/main" id="{AA67CFE6-A4FE-4727-8DAA-8E764E8E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22" name="矩形">
            <a:extLst xmlns:a="http://schemas.openxmlformats.org/drawingml/2006/main">
              <a:ext uri="{FF2B5EF4-FFF2-40B4-BE49-F238E27FC236}">
                <a16:creationId xmlns:a16="http://schemas.microsoft.com/office/drawing/2014/main" id="{97BE76AC-1CB0-47D2-8FC0-129101EF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23" name="矩形">
            <a:extLst xmlns:a="http://schemas.openxmlformats.org/drawingml/2006/main">
              <a:ext uri="{FF2B5EF4-FFF2-40B4-BE49-F238E27FC236}">
                <a16:creationId xmlns:a16="http://schemas.microsoft.com/office/drawing/2014/main" id="{B54C256D-EEAE-428D-AAF7-9C31989B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24" name="矩形">
            <a:extLst xmlns:a="http://schemas.openxmlformats.org/drawingml/2006/main">
              <a:ext uri="{FF2B5EF4-FFF2-40B4-BE49-F238E27FC236}">
                <a16:creationId xmlns:a16="http://schemas.microsoft.com/office/drawing/2014/main" id="{2D390969-C6DF-4767-A5DA-49E914AC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25" name="矩形">
            <a:extLst xmlns:a="http://schemas.openxmlformats.org/drawingml/2006/main">
              <a:ext uri="{FF2B5EF4-FFF2-40B4-BE49-F238E27FC236}">
                <a16:creationId xmlns:a16="http://schemas.microsoft.com/office/drawing/2014/main" id="{87A145C9-4F4D-4A9D-A05A-C75ACC4F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26" name="矩形">
            <a:extLst xmlns:a="http://schemas.openxmlformats.org/drawingml/2006/main">
              <a:ext uri="{FF2B5EF4-FFF2-40B4-BE49-F238E27FC236}">
                <a16:creationId xmlns:a16="http://schemas.microsoft.com/office/drawing/2014/main" id="{CF11DD04-FFFB-4B0A-A33C-0FCD9AC8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27" name="矩形">
            <a:extLst xmlns:a="http://schemas.openxmlformats.org/drawingml/2006/main">
              <a:ext uri="{FF2B5EF4-FFF2-40B4-BE49-F238E27FC236}">
                <a16:creationId xmlns:a16="http://schemas.microsoft.com/office/drawing/2014/main" id="{8BE56697-429B-4919-8E06-717A20CD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28" name="矩形">
            <a:extLst xmlns:a="http://schemas.openxmlformats.org/drawingml/2006/main">
              <a:ext uri="{FF2B5EF4-FFF2-40B4-BE49-F238E27FC236}">
                <a16:creationId xmlns:a16="http://schemas.microsoft.com/office/drawing/2014/main" id="{7CDDC693-67F4-48C7-A0A3-51AE5CEE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29" name="矩形">
            <a:extLst xmlns:a="http://schemas.openxmlformats.org/drawingml/2006/main">
              <a:ext uri="{FF2B5EF4-FFF2-40B4-BE49-F238E27FC236}">
                <a16:creationId xmlns:a16="http://schemas.microsoft.com/office/drawing/2014/main" id="{EE4DFE93-1C44-4FAB-9DE7-A627B975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30" name="矩形">
            <a:extLst xmlns:a="http://schemas.openxmlformats.org/drawingml/2006/main">
              <a:ext uri="{FF2B5EF4-FFF2-40B4-BE49-F238E27FC236}">
                <a16:creationId xmlns:a16="http://schemas.microsoft.com/office/drawing/2014/main" id="{A4DFAC20-AB1B-4EEB-BB86-F7720A3B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31" name="矩形">
            <a:extLst xmlns:a="http://schemas.openxmlformats.org/drawingml/2006/main">
              <a:ext uri="{FF2B5EF4-FFF2-40B4-BE49-F238E27FC236}">
                <a16:creationId xmlns:a16="http://schemas.microsoft.com/office/drawing/2014/main" id="{32F8E2B7-5B10-4BE6-90D7-3CBAEC5B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32" name="矩形">
            <a:extLst xmlns:a="http://schemas.openxmlformats.org/drawingml/2006/main">
              <a:ext uri="{FF2B5EF4-FFF2-40B4-BE49-F238E27FC236}">
                <a16:creationId xmlns:a16="http://schemas.microsoft.com/office/drawing/2014/main" id="{053D140E-2948-4365-950A-FBBC27BA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33" name="矩形">
            <a:extLst xmlns:a="http://schemas.openxmlformats.org/drawingml/2006/main">
              <a:ext uri="{FF2B5EF4-FFF2-40B4-BE49-F238E27FC236}">
                <a16:creationId xmlns:a16="http://schemas.microsoft.com/office/drawing/2014/main" id="{0483CD5C-C8A4-454F-99F3-4A8A530F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34" name="矩形">
            <a:extLst xmlns:a="http://schemas.openxmlformats.org/drawingml/2006/main">
              <a:ext uri="{FF2B5EF4-FFF2-40B4-BE49-F238E27FC236}">
                <a16:creationId xmlns:a16="http://schemas.microsoft.com/office/drawing/2014/main" id="{90D336C4-8BB0-4D41-882E-31F288C5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35" name="矩形">
            <a:extLst xmlns:a="http://schemas.openxmlformats.org/drawingml/2006/main">
              <a:ext uri="{FF2B5EF4-FFF2-40B4-BE49-F238E27FC236}">
                <a16:creationId xmlns:a16="http://schemas.microsoft.com/office/drawing/2014/main" id="{92A1F757-BA29-4459-BA0B-3478E57B0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36" name="矩形">
            <a:extLst xmlns:a="http://schemas.openxmlformats.org/drawingml/2006/main">
              <a:ext uri="{FF2B5EF4-FFF2-40B4-BE49-F238E27FC236}">
                <a16:creationId xmlns:a16="http://schemas.microsoft.com/office/drawing/2014/main" id="{A32B18AD-2E6F-48F9-9501-5552EBF5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37" name="矩形">
            <a:extLst xmlns:a="http://schemas.openxmlformats.org/drawingml/2006/main">
              <a:ext uri="{FF2B5EF4-FFF2-40B4-BE49-F238E27FC236}">
                <a16:creationId xmlns:a16="http://schemas.microsoft.com/office/drawing/2014/main" id="{3FAF4B50-8705-4547-A41D-780772E98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38" name="矩形">
            <a:extLst xmlns:a="http://schemas.openxmlformats.org/drawingml/2006/main">
              <a:ext uri="{FF2B5EF4-FFF2-40B4-BE49-F238E27FC236}">
                <a16:creationId xmlns:a16="http://schemas.microsoft.com/office/drawing/2014/main" id="{C0829C56-18DE-47EC-B255-80739303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39" name="矩形">
            <a:extLst xmlns:a="http://schemas.openxmlformats.org/drawingml/2006/main">
              <a:ext uri="{FF2B5EF4-FFF2-40B4-BE49-F238E27FC236}">
                <a16:creationId xmlns:a16="http://schemas.microsoft.com/office/drawing/2014/main" id="{E208FA44-FCA1-46A6-812D-57A7A706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40" name="矩形">
            <a:extLst xmlns:a="http://schemas.openxmlformats.org/drawingml/2006/main">
              <a:ext uri="{FF2B5EF4-FFF2-40B4-BE49-F238E27FC236}">
                <a16:creationId xmlns:a16="http://schemas.microsoft.com/office/drawing/2014/main" id="{8E8FF0E9-000D-449C-90B9-D7C1F33E7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41" name="矩形">
            <a:extLst xmlns:a="http://schemas.openxmlformats.org/drawingml/2006/main">
              <a:ext uri="{FF2B5EF4-FFF2-40B4-BE49-F238E27FC236}">
                <a16:creationId xmlns:a16="http://schemas.microsoft.com/office/drawing/2014/main" id="{350B59B8-9004-4B37-BEE2-D41E7448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42" name="矩形">
            <a:extLst xmlns:a="http://schemas.openxmlformats.org/drawingml/2006/main">
              <a:ext uri="{FF2B5EF4-FFF2-40B4-BE49-F238E27FC236}">
                <a16:creationId xmlns:a16="http://schemas.microsoft.com/office/drawing/2014/main" id="{83F7A325-045E-4D80-9B25-8FBF4FBD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43" name="矩形">
            <a:extLst xmlns:a="http://schemas.openxmlformats.org/drawingml/2006/main">
              <a:ext uri="{FF2B5EF4-FFF2-40B4-BE49-F238E27FC236}">
                <a16:creationId xmlns:a16="http://schemas.microsoft.com/office/drawing/2014/main" id="{CC7476DA-F777-4DE4-9017-3CBC0B47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44" name="矩形">
            <a:extLst xmlns:a="http://schemas.openxmlformats.org/drawingml/2006/main">
              <a:ext uri="{FF2B5EF4-FFF2-40B4-BE49-F238E27FC236}">
                <a16:creationId xmlns:a16="http://schemas.microsoft.com/office/drawing/2014/main" id="{DD1B9155-3B94-45E2-A118-CF4900ED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45" name="矩形">
            <a:extLst xmlns:a="http://schemas.openxmlformats.org/drawingml/2006/main">
              <a:ext uri="{FF2B5EF4-FFF2-40B4-BE49-F238E27FC236}">
                <a16:creationId xmlns:a16="http://schemas.microsoft.com/office/drawing/2014/main" id="{9ED88093-F3BB-49BD-806B-C02B28CF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46" name="矩形">
            <a:extLst xmlns:a="http://schemas.openxmlformats.org/drawingml/2006/main">
              <a:ext uri="{FF2B5EF4-FFF2-40B4-BE49-F238E27FC236}">
                <a16:creationId xmlns:a16="http://schemas.microsoft.com/office/drawing/2014/main" id="{A0B36AE2-C131-4404-BF0D-5B25FDC6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47" name="矩形">
            <a:extLst xmlns:a="http://schemas.openxmlformats.org/drawingml/2006/main">
              <a:ext uri="{FF2B5EF4-FFF2-40B4-BE49-F238E27FC236}">
                <a16:creationId xmlns:a16="http://schemas.microsoft.com/office/drawing/2014/main" id="{01BB1D8B-0BC9-4087-8AEB-D105CE0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48" name="矩形">
            <a:extLst xmlns:a="http://schemas.openxmlformats.org/drawingml/2006/main">
              <a:ext uri="{FF2B5EF4-FFF2-40B4-BE49-F238E27FC236}">
                <a16:creationId xmlns:a16="http://schemas.microsoft.com/office/drawing/2014/main" id="{ED3A09E7-78AA-4F47-B4E2-E4885A30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49" name="矩形">
            <a:extLst xmlns:a="http://schemas.openxmlformats.org/drawingml/2006/main">
              <a:ext uri="{FF2B5EF4-FFF2-40B4-BE49-F238E27FC236}">
                <a16:creationId xmlns:a16="http://schemas.microsoft.com/office/drawing/2014/main" id="{002849CE-DCF1-44C2-B662-5D06D333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50" name="矩形">
            <a:extLst xmlns:a="http://schemas.openxmlformats.org/drawingml/2006/main">
              <a:ext uri="{FF2B5EF4-FFF2-40B4-BE49-F238E27FC236}">
                <a16:creationId xmlns:a16="http://schemas.microsoft.com/office/drawing/2014/main" id="{FDE56FBB-D2C1-4575-80DC-8E543E52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51" name="矩形">
            <a:extLst xmlns:a="http://schemas.openxmlformats.org/drawingml/2006/main">
              <a:ext uri="{FF2B5EF4-FFF2-40B4-BE49-F238E27FC236}">
                <a16:creationId xmlns:a16="http://schemas.microsoft.com/office/drawing/2014/main" id="{3EE69C61-E409-4305-AAE2-EC43EC43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52" name="矩形">
            <a:extLst xmlns:a="http://schemas.openxmlformats.org/drawingml/2006/main">
              <a:ext uri="{FF2B5EF4-FFF2-40B4-BE49-F238E27FC236}">
                <a16:creationId xmlns:a16="http://schemas.microsoft.com/office/drawing/2014/main" id="{937E95D6-0560-493C-891D-C0ECF71B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53" name="矩形">
            <a:extLst xmlns:a="http://schemas.openxmlformats.org/drawingml/2006/main">
              <a:ext uri="{FF2B5EF4-FFF2-40B4-BE49-F238E27FC236}">
                <a16:creationId xmlns:a16="http://schemas.microsoft.com/office/drawing/2014/main" id="{612F2EC3-F0CD-4B4E-AC22-266E2F63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54" name="矩形">
            <a:extLst xmlns:a="http://schemas.openxmlformats.org/drawingml/2006/main">
              <a:ext uri="{FF2B5EF4-FFF2-40B4-BE49-F238E27FC236}">
                <a16:creationId xmlns:a16="http://schemas.microsoft.com/office/drawing/2014/main" id="{30218B9A-8F05-48F8-86AB-ACDEAE6A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55" name="矩形">
            <a:extLst xmlns:a="http://schemas.openxmlformats.org/drawingml/2006/main">
              <a:ext uri="{FF2B5EF4-FFF2-40B4-BE49-F238E27FC236}">
                <a16:creationId xmlns:a16="http://schemas.microsoft.com/office/drawing/2014/main" id="{99315273-20AC-4F56-BBEC-5373804E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56" name="矩形">
            <a:extLst xmlns:a="http://schemas.openxmlformats.org/drawingml/2006/main">
              <a:ext uri="{FF2B5EF4-FFF2-40B4-BE49-F238E27FC236}">
                <a16:creationId xmlns:a16="http://schemas.microsoft.com/office/drawing/2014/main" id="{AF95BF02-A549-4B95-82A8-6B0BBAF8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57" name="矩形">
            <a:extLst xmlns:a="http://schemas.openxmlformats.org/drawingml/2006/main">
              <a:ext uri="{FF2B5EF4-FFF2-40B4-BE49-F238E27FC236}">
                <a16:creationId xmlns:a16="http://schemas.microsoft.com/office/drawing/2014/main" id="{356A57F5-9A97-4FC0-8AC9-F1B579FA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58" name="矩形">
            <a:extLst xmlns:a="http://schemas.openxmlformats.org/drawingml/2006/main">
              <a:ext uri="{FF2B5EF4-FFF2-40B4-BE49-F238E27FC236}">
                <a16:creationId xmlns:a16="http://schemas.microsoft.com/office/drawing/2014/main" id="{00E53E2D-4467-4F9E-BEAC-E43EBF12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59" name="矩形">
            <a:extLst xmlns:a="http://schemas.openxmlformats.org/drawingml/2006/main">
              <a:ext uri="{FF2B5EF4-FFF2-40B4-BE49-F238E27FC236}">
                <a16:creationId xmlns:a16="http://schemas.microsoft.com/office/drawing/2014/main" id="{8E6C8434-38F4-4E30-9AEB-70CB1272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60" name="矩形">
            <a:extLst xmlns:a="http://schemas.openxmlformats.org/drawingml/2006/main">
              <a:ext uri="{FF2B5EF4-FFF2-40B4-BE49-F238E27FC236}">
                <a16:creationId xmlns:a16="http://schemas.microsoft.com/office/drawing/2014/main" id="{13C9213B-9F2F-4EC4-9F3F-58D1B3B6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61" name="矩形">
            <a:extLst xmlns:a="http://schemas.openxmlformats.org/drawingml/2006/main">
              <a:ext uri="{FF2B5EF4-FFF2-40B4-BE49-F238E27FC236}">
                <a16:creationId xmlns:a16="http://schemas.microsoft.com/office/drawing/2014/main" id="{4A64FD77-5E66-4AEB-A7AA-2576B6EC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62" name="矩形">
            <a:extLst xmlns:a="http://schemas.openxmlformats.org/drawingml/2006/main">
              <a:ext uri="{FF2B5EF4-FFF2-40B4-BE49-F238E27FC236}">
                <a16:creationId xmlns:a16="http://schemas.microsoft.com/office/drawing/2014/main" id="{ABB49573-A5D9-438A-9683-BB654C0F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63" name="矩形">
            <a:extLst xmlns:a="http://schemas.openxmlformats.org/drawingml/2006/main">
              <a:ext uri="{FF2B5EF4-FFF2-40B4-BE49-F238E27FC236}">
                <a16:creationId xmlns:a16="http://schemas.microsoft.com/office/drawing/2014/main" id="{8D3EC390-8401-4362-BD54-6DAAEB0B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64" name="矩形">
            <a:extLst xmlns:a="http://schemas.openxmlformats.org/drawingml/2006/main">
              <a:ext uri="{FF2B5EF4-FFF2-40B4-BE49-F238E27FC236}">
                <a16:creationId xmlns:a16="http://schemas.microsoft.com/office/drawing/2014/main" id="{832D3AF8-A112-4937-8D38-14BF16F2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65" name="矩形">
            <a:extLst xmlns:a="http://schemas.openxmlformats.org/drawingml/2006/main">
              <a:ext uri="{FF2B5EF4-FFF2-40B4-BE49-F238E27FC236}">
                <a16:creationId xmlns:a16="http://schemas.microsoft.com/office/drawing/2014/main" id="{DDEEFB6E-0F83-4D78-8E95-60D8DA7C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66" name="矩形">
            <a:extLst xmlns:a="http://schemas.openxmlformats.org/drawingml/2006/main">
              <a:ext uri="{FF2B5EF4-FFF2-40B4-BE49-F238E27FC236}">
                <a16:creationId xmlns:a16="http://schemas.microsoft.com/office/drawing/2014/main" id="{84783B9C-52D9-498B-8441-B25C9A2D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67" name="矩形">
            <a:extLst xmlns:a="http://schemas.openxmlformats.org/drawingml/2006/main">
              <a:ext uri="{FF2B5EF4-FFF2-40B4-BE49-F238E27FC236}">
                <a16:creationId xmlns:a16="http://schemas.microsoft.com/office/drawing/2014/main" id="{C5CF7DCA-EED9-4EEE-83BA-41C32495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68" name="矩形">
            <a:extLst xmlns:a="http://schemas.openxmlformats.org/drawingml/2006/main">
              <a:ext uri="{FF2B5EF4-FFF2-40B4-BE49-F238E27FC236}">
                <a16:creationId xmlns:a16="http://schemas.microsoft.com/office/drawing/2014/main" id="{0ED735F4-042F-4D6D-96AE-5E24A97C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69" name="矩形">
            <a:extLst xmlns:a="http://schemas.openxmlformats.org/drawingml/2006/main">
              <a:ext uri="{FF2B5EF4-FFF2-40B4-BE49-F238E27FC236}">
                <a16:creationId xmlns:a16="http://schemas.microsoft.com/office/drawing/2014/main" id="{E9CCA216-EF5A-4D03-80A0-65B1810F7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70" name="矩形">
            <a:extLst xmlns:a="http://schemas.openxmlformats.org/drawingml/2006/main">
              <a:ext uri="{FF2B5EF4-FFF2-40B4-BE49-F238E27FC236}">
                <a16:creationId xmlns:a16="http://schemas.microsoft.com/office/drawing/2014/main" id="{6F64665F-3A86-4DED-B2F7-042A5266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71" name="矩形">
            <a:extLst xmlns:a="http://schemas.openxmlformats.org/drawingml/2006/main">
              <a:ext uri="{FF2B5EF4-FFF2-40B4-BE49-F238E27FC236}">
                <a16:creationId xmlns:a16="http://schemas.microsoft.com/office/drawing/2014/main" id="{6CA91D73-8A51-4661-BD34-A596A453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72" name="矩形">
            <a:extLst xmlns:a="http://schemas.openxmlformats.org/drawingml/2006/main">
              <a:ext uri="{FF2B5EF4-FFF2-40B4-BE49-F238E27FC236}">
                <a16:creationId xmlns:a16="http://schemas.microsoft.com/office/drawing/2014/main" id="{2F594CBE-5A8D-4BCA-89CE-1A0B256ED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73" name="矩形">
            <a:extLst xmlns:a="http://schemas.openxmlformats.org/drawingml/2006/main">
              <a:ext uri="{FF2B5EF4-FFF2-40B4-BE49-F238E27FC236}">
                <a16:creationId xmlns:a16="http://schemas.microsoft.com/office/drawing/2014/main" id="{161577A2-85FE-414B-A69B-A988303E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74" name="矩形">
            <a:extLst xmlns:a="http://schemas.openxmlformats.org/drawingml/2006/main">
              <a:ext uri="{FF2B5EF4-FFF2-40B4-BE49-F238E27FC236}">
                <a16:creationId xmlns:a16="http://schemas.microsoft.com/office/drawing/2014/main" id="{051D4B7D-5745-4FD7-B69C-495EB0359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75" name="矩形">
            <a:extLst xmlns:a="http://schemas.openxmlformats.org/drawingml/2006/main">
              <a:ext uri="{FF2B5EF4-FFF2-40B4-BE49-F238E27FC236}">
                <a16:creationId xmlns:a16="http://schemas.microsoft.com/office/drawing/2014/main" id="{A2FFC229-BD98-4F8F-859D-195D12F2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76" name="矩形">
            <a:extLst xmlns:a="http://schemas.openxmlformats.org/drawingml/2006/main">
              <a:ext uri="{FF2B5EF4-FFF2-40B4-BE49-F238E27FC236}">
                <a16:creationId xmlns:a16="http://schemas.microsoft.com/office/drawing/2014/main" id="{4423724B-2684-4965-9F47-539F5E79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77" name="矩形">
            <a:extLst xmlns:a="http://schemas.openxmlformats.org/drawingml/2006/main">
              <a:ext uri="{FF2B5EF4-FFF2-40B4-BE49-F238E27FC236}">
                <a16:creationId xmlns:a16="http://schemas.microsoft.com/office/drawing/2014/main" id="{56030EE7-4A9A-41B0-8D35-7A0E5A26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78" name="矩形">
            <a:extLst xmlns:a="http://schemas.openxmlformats.org/drawingml/2006/main">
              <a:ext uri="{FF2B5EF4-FFF2-40B4-BE49-F238E27FC236}">
                <a16:creationId xmlns:a16="http://schemas.microsoft.com/office/drawing/2014/main" id="{8310FCA5-1023-45E0-9129-15B0E6759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079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7709780d4d4a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2080" name="矩形">
            <a:extLst xmlns:a="http://schemas.openxmlformats.org/drawingml/2006/main">
              <a:ext uri="{FF2B5EF4-FFF2-40B4-BE49-F238E27FC236}">
                <a16:creationId xmlns:a16="http://schemas.microsoft.com/office/drawing/2014/main" id="{25A95109-3C6E-4564-9C82-C2E11148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081" name="备份：ProteinToolKG 如何约束工具链">
            <a:extLst xmlns:a="http://schemas.openxmlformats.org/drawingml/2006/main">
              <a:ext uri="{FF2B5EF4-FFF2-40B4-BE49-F238E27FC236}">
                <a16:creationId xmlns:a16="http://schemas.microsoft.com/office/drawing/2014/main" id="{5C326904-9659-42C9-9D2D-6816B1B2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备份：ProteinToolKG 如何约束工具链</a:t>
            </a:r>
          </a:p>
        </p:txBody>
      </p:sp>
      <p:sp>
        <p:nvSpPr>
          <p:cNvPr id="2082" name="矩形">
            <a:extLst xmlns:a="http://schemas.openxmlformats.org/drawingml/2006/main">
              <a:ext uri="{FF2B5EF4-FFF2-40B4-BE49-F238E27FC236}">
                <a16:creationId xmlns:a16="http://schemas.microsoft.com/office/drawing/2014/main" id="{D7D2B219-BD65-487F-8BE7-FDC1CDBB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83" name="BACKUP">
            <a:extLst xmlns:a="http://schemas.openxmlformats.org/drawingml/2006/main">
              <a:ext uri="{FF2B5EF4-FFF2-40B4-BE49-F238E27FC236}">
                <a16:creationId xmlns:a16="http://schemas.microsoft.com/office/drawing/2014/main" id="{2A4DDA8C-1F94-4F4A-9FD7-055E4987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BACKUP</a:t>
            </a:r>
          </a:p>
        </p:txBody>
      </p:sp>
      <p:sp>
        <p:nvSpPr>
          <p:cNvPr id="2084" name="矩形">
            <a:extLst xmlns:a="http://schemas.openxmlformats.org/drawingml/2006/main">
              <a:ext uri="{FF2B5EF4-FFF2-40B4-BE49-F238E27FC236}">
                <a16:creationId xmlns:a16="http://schemas.microsoft.com/office/drawing/2014/main" id="{499D568B-9BD2-4B05-8848-BD0E3661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85" name="矩形 985">
            <a:extLst xmlns:a="http://schemas.openxmlformats.org/drawingml/2006/main">
              <a:ext uri="{FF2B5EF4-FFF2-40B4-BE49-F238E27FC236}">
                <a16:creationId xmlns:a16="http://schemas.microsoft.com/office/drawing/2014/main" id="{88FEAD79-955C-4B68-9E16-344820BC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90600"/>
            <a:ext cx="90678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pic>
        <p:nvPicPr>
          <p:cNvPr id="2086" name="图片 98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131a30de7b46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577267" y="1000125"/>
            <a:ext cx="9037465" cy="5238750"/>
          </a:xfrm>
          <a:prstGeom xmlns:a="http://schemas.openxmlformats.org/drawingml/2006/main" prst="rect">
            <a:avLst/>
          </a:prstGeom>
        </p:spPr>
      </p:pic>
      <p:sp>
        <p:nvSpPr>
          <p:cNvPr id="2087" name="矩形 987">
            <a:extLst xmlns:a="http://schemas.openxmlformats.org/drawingml/2006/main">
              <a:ext uri="{FF2B5EF4-FFF2-40B4-BE49-F238E27FC236}">
                <a16:creationId xmlns:a16="http://schemas.microsoft.com/office/drawing/2014/main" id="{0D61C4BE-37E3-4C08-857A-7854E6DD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990600"/>
            <a:ext cx="90678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088" name="矩形">
            <a:extLst xmlns:a="http://schemas.openxmlformats.org/drawingml/2006/main">
              <a:ext uri="{FF2B5EF4-FFF2-40B4-BE49-F238E27FC236}">
                <a16:creationId xmlns:a16="http://schemas.microsoft.com/office/drawing/2014/main" id="{863A631E-3703-4484-9031-B7BFCAE5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094" name="">
            <a:extLst xmlns:a="http://schemas.openxmlformats.org/drawingml/2006/main">
              <a:ext uri="{FF2B5EF4-FFF2-40B4-BE49-F238E27FC236}">
                <a16:creationId xmlns:a16="http://schemas.microsoft.com/office/drawing/2014/main" id="{97068E65-31F2-4610-8D67-0037ADF7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9869582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92" name="矩形">
            <a:extLst xmlns:a="http://schemas.openxmlformats.org/drawingml/2006/main">
              <a:ext uri="{FF2B5EF4-FFF2-40B4-BE49-F238E27FC236}">
                <a16:creationId xmlns:a16="http://schemas.microsoft.com/office/drawing/2014/main" id="{556DF7A6-5327-4BC0-AB5A-8C0F7ACF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093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4932e4d5304e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2094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dd38c43d2a43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2095" name="矩形">
            <a:extLst xmlns:a="http://schemas.openxmlformats.org/drawingml/2006/main">
              <a:ext uri="{FF2B5EF4-FFF2-40B4-BE49-F238E27FC236}">
                <a16:creationId xmlns:a16="http://schemas.microsoft.com/office/drawing/2014/main" id="{39D84782-95A0-4384-9EF3-34705838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96" name="矩形">
            <a:extLst xmlns:a="http://schemas.openxmlformats.org/drawingml/2006/main">
              <a:ext uri="{FF2B5EF4-FFF2-40B4-BE49-F238E27FC236}">
                <a16:creationId xmlns:a16="http://schemas.microsoft.com/office/drawing/2014/main" id="{84CA9D65-9CE5-457B-8533-F90D07DB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97" name="矩形">
            <a:extLst xmlns:a="http://schemas.openxmlformats.org/drawingml/2006/main">
              <a:ext uri="{FF2B5EF4-FFF2-40B4-BE49-F238E27FC236}">
                <a16:creationId xmlns:a16="http://schemas.microsoft.com/office/drawing/2014/main" id="{16487119-B86B-43E8-B13A-D1ACD51A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98" name="矩形">
            <a:extLst xmlns:a="http://schemas.openxmlformats.org/drawingml/2006/main">
              <a:ext uri="{FF2B5EF4-FFF2-40B4-BE49-F238E27FC236}">
                <a16:creationId xmlns:a16="http://schemas.microsoft.com/office/drawing/2014/main" id="{5FA22625-73C0-4533-8F3D-46AC4062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099" name="矩形">
            <a:extLst xmlns:a="http://schemas.openxmlformats.org/drawingml/2006/main">
              <a:ext uri="{FF2B5EF4-FFF2-40B4-BE49-F238E27FC236}">
                <a16:creationId xmlns:a16="http://schemas.microsoft.com/office/drawing/2014/main" id="{8D70E7AE-A18F-4998-A7AA-6ADF9DA4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00" name="矩形">
            <a:extLst xmlns:a="http://schemas.openxmlformats.org/drawingml/2006/main">
              <a:ext uri="{FF2B5EF4-FFF2-40B4-BE49-F238E27FC236}">
                <a16:creationId xmlns:a16="http://schemas.microsoft.com/office/drawing/2014/main" id="{01545C2B-5F86-4FA7-9E77-3BF70B0A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01" name="矩形">
            <a:extLst xmlns:a="http://schemas.openxmlformats.org/drawingml/2006/main">
              <a:ext uri="{FF2B5EF4-FFF2-40B4-BE49-F238E27FC236}">
                <a16:creationId xmlns:a16="http://schemas.microsoft.com/office/drawing/2014/main" id="{A852E5C5-FF5F-4FF3-9304-7EFE595B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02" name="矩形">
            <a:extLst xmlns:a="http://schemas.openxmlformats.org/drawingml/2006/main">
              <a:ext uri="{FF2B5EF4-FFF2-40B4-BE49-F238E27FC236}">
                <a16:creationId xmlns:a16="http://schemas.microsoft.com/office/drawing/2014/main" id="{65FE6AF3-E0D3-4DBB-874B-6049B505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03" name="矩形">
            <a:extLst xmlns:a="http://schemas.openxmlformats.org/drawingml/2006/main">
              <a:ext uri="{FF2B5EF4-FFF2-40B4-BE49-F238E27FC236}">
                <a16:creationId xmlns:a16="http://schemas.microsoft.com/office/drawing/2014/main" id="{F17D5F69-068F-4912-A0AE-4A8E7C31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04" name="矩形">
            <a:extLst xmlns:a="http://schemas.openxmlformats.org/drawingml/2006/main">
              <a:ext uri="{FF2B5EF4-FFF2-40B4-BE49-F238E27FC236}">
                <a16:creationId xmlns:a16="http://schemas.microsoft.com/office/drawing/2014/main" id="{216EB1DF-B185-4B32-9ABA-E8180E17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05" name="矩形">
            <a:extLst xmlns:a="http://schemas.openxmlformats.org/drawingml/2006/main">
              <a:ext uri="{FF2B5EF4-FFF2-40B4-BE49-F238E27FC236}">
                <a16:creationId xmlns:a16="http://schemas.microsoft.com/office/drawing/2014/main" id="{24735994-C53C-4338-A63F-B03853FD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06" name="矩形">
            <a:extLst xmlns:a="http://schemas.openxmlformats.org/drawingml/2006/main">
              <a:ext uri="{FF2B5EF4-FFF2-40B4-BE49-F238E27FC236}">
                <a16:creationId xmlns:a16="http://schemas.microsoft.com/office/drawing/2014/main" id="{133CE059-4699-443E-9C86-A22D7410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07" name="矩形">
            <a:extLst xmlns:a="http://schemas.openxmlformats.org/drawingml/2006/main">
              <a:ext uri="{FF2B5EF4-FFF2-40B4-BE49-F238E27FC236}">
                <a16:creationId xmlns:a16="http://schemas.microsoft.com/office/drawing/2014/main" id="{FDEA753A-A67C-4309-870D-E714BC09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08" name="矩形">
            <a:extLst xmlns:a="http://schemas.openxmlformats.org/drawingml/2006/main">
              <a:ext uri="{FF2B5EF4-FFF2-40B4-BE49-F238E27FC236}">
                <a16:creationId xmlns:a16="http://schemas.microsoft.com/office/drawing/2014/main" id="{C548E727-BD48-4EEE-8AF8-3AAE08AA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09" name="矩形">
            <a:extLst xmlns:a="http://schemas.openxmlformats.org/drawingml/2006/main">
              <a:ext uri="{FF2B5EF4-FFF2-40B4-BE49-F238E27FC236}">
                <a16:creationId xmlns:a16="http://schemas.microsoft.com/office/drawing/2014/main" id="{F9869320-24F7-4733-9835-78B24235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10" name="矩形">
            <a:extLst xmlns:a="http://schemas.openxmlformats.org/drawingml/2006/main">
              <a:ext uri="{FF2B5EF4-FFF2-40B4-BE49-F238E27FC236}">
                <a16:creationId xmlns:a16="http://schemas.microsoft.com/office/drawing/2014/main" id="{E526EF4A-D133-4D51-84B5-E037C297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11" name="矩形">
            <a:extLst xmlns:a="http://schemas.openxmlformats.org/drawingml/2006/main">
              <a:ext uri="{FF2B5EF4-FFF2-40B4-BE49-F238E27FC236}">
                <a16:creationId xmlns:a16="http://schemas.microsoft.com/office/drawing/2014/main" id="{85FD718C-1558-465A-837B-09524170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12" name="矩形">
            <a:extLst xmlns:a="http://schemas.openxmlformats.org/drawingml/2006/main">
              <a:ext uri="{FF2B5EF4-FFF2-40B4-BE49-F238E27FC236}">
                <a16:creationId xmlns:a16="http://schemas.microsoft.com/office/drawing/2014/main" id="{BFF8C017-8847-4C64-BB3E-D0F4CC3E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13" name="矩形">
            <a:extLst xmlns:a="http://schemas.openxmlformats.org/drawingml/2006/main">
              <a:ext uri="{FF2B5EF4-FFF2-40B4-BE49-F238E27FC236}">
                <a16:creationId xmlns:a16="http://schemas.microsoft.com/office/drawing/2014/main" id="{295C1BA8-13DF-40CD-8708-760DD9AE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14" name="矩形">
            <a:extLst xmlns:a="http://schemas.openxmlformats.org/drawingml/2006/main">
              <a:ext uri="{FF2B5EF4-FFF2-40B4-BE49-F238E27FC236}">
                <a16:creationId xmlns:a16="http://schemas.microsoft.com/office/drawing/2014/main" id="{DE041379-26C4-4302-9015-ED1B8DB6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15" name="矩形">
            <a:extLst xmlns:a="http://schemas.openxmlformats.org/drawingml/2006/main">
              <a:ext uri="{FF2B5EF4-FFF2-40B4-BE49-F238E27FC236}">
                <a16:creationId xmlns:a16="http://schemas.microsoft.com/office/drawing/2014/main" id="{65165F8D-8429-44E3-86B4-7F5CF18B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16" name="矩形">
            <a:extLst xmlns:a="http://schemas.openxmlformats.org/drawingml/2006/main">
              <a:ext uri="{FF2B5EF4-FFF2-40B4-BE49-F238E27FC236}">
                <a16:creationId xmlns:a16="http://schemas.microsoft.com/office/drawing/2014/main" id="{13C44A6D-8B05-4BA2-93D2-B58AF2F1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17" name="矩形">
            <a:extLst xmlns:a="http://schemas.openxmlformats.org/drawingml/2006/main">
              <a:ext uri="{FF2B5EF4-FFF2-40B4-BE49-F238E27FC236}">
                <a16:creationId xmlns:a16="http://schemas.microsoft.com/office/drawing/2014/main" id="{95B055FE-6826-43DB-8F81-4C749582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18" name="矩形">
            <a:extLst xmlns:a="http://schemas.openxmlformats.org/drawingml/2006/main">
              <a:ext uri="{FF2B5EF4-FFF2-40B4-BE49-F238E27FC236}">
                <a16:creationId xmlns:a16="http://schemas.microsoft.com/office/drawing/2014/main" id="{14FF8D49-9FC9-4962-9B86-C9431CD2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19" name="矩形">
            <a:extLst xmlns:a="http://schemas.openxmlformats.org/drawingml/2006/main">
              <a:ext uri="{FF2B5EF4-FFF2-40B4-BE49-F238E27FC236}">
                <a16:creationId xmlns:a16="http://schemas.microsoft.com/office/drawing/2014/main" id="{E22C58A6-2F90-4F60-87DD-E63F5A04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20" name="矩形">
            <a:extLst xmlns:a="http://schemas.openxmlformats.org/drawingml/2006/main">
              <a:ext uri="{FF2B5EF4-FFF2-40B4-BE49-F238E27FC236}">
                <a16:creationId xmlns:a16="http://schemas.microsoft.com/office/drawing/2014/main" id="{38CB6385-DA3E-4A78-BBC6-B45E0307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21" name="矩形">
            <a:extLst xmlns:a="http://schemas.openxmlformats.org/drawingml/2006/main">
              <a:ext uri="{FF2B5EF4-FFF2-40B4-BE49-F238E27FC236}">
                <a16:creationId xmlns:a16="http://schemas.microsoft.com/office/drawing/2014/main" id="{28163CCE-4A1D-4657-AC06-5B164990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22" name="矩形">
            <a:extLst xmlns:a="http://schemas.openxmlformats.org/drawingml/2006/main">
              <a:ext uri="{FF2B5EF4-FFF2-40B4-BE49-F238E27FC236}">
                <a16:creationId xmlns:a16="http://schemas.microsoft.com/office/drawing/2014/main" id="{2B6945BD-CF8C-47AC-A9CE-AB0776C2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23" name="矩形">
            <a:extLst xmlns:a="http://schemas.openxmlformats.org/drawingml/2006/main">
              <a:ext uri="{FF2B5EF4-FFF2-40B4-BE49-F238E27FC236}">
                <a16:creationId xmlns:a16="http://schemas.microsoft.com/office/drawing/2014/main" id="{AE28EFFA-9515-41FF-BCD6-48F7ABE6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24" name="矩形">
            <a:extLst xmlns:a="http://schemas.openxmlformats.org/drawingml/2006/main">
              <a:ext uri="{FF2B5EF4-FFF2-40B4-BE49-F238E27FC236}">
                <a16:creationId xmlns:a16="http://schemas.microsoft.com/office/drawing/2014/main" id="{8CD5BC53-0362-487D-B4AC-062DDB3D7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25" name="矩形">
            <a:extLst xmlns:a="http://schemas.openxmlformats.org/drawingml/2006/main">
              <a:ext uri="{FF2B5EF4-FFF2-40B4-BE49-F238E27FC236}">
                <a16:creationId xmlns:a16="http://schemas.microsoft.com/office/drawing/2014/main" id="{892D0A87-6BAC-4B29-B09E-25C6C2E10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26" name="矩形">
            <a:extLst xmlns:a="http://schemas.openxmlformats.org/drawingml/2006/main">
              <a:ext uri="{FF2B5EF4-FFF2-40B4-BE49-F238E27FC236}">
                <a16:creationId xmlns:a16="http://schemas.microsoft.com/office/drawing/2014/main" id="{35D0A9B4-0E6E-4858-A084-9006E591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27" name="矩形">
            <a:extLst xmlns:a="http://schemas.openxmlformats.org/drawingml/2006/main">
              <a:ext uri="{FF2B5EF4-FFF2-40B4-BE49-F238E27FC236}">
                <a16:creationId xmlns:a16="http://schemas.microsoft.com/office/drawing/2014/main" id="{2F626EF6-1B93-4484-8C18-FF57AF0F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28" name="矩形">
            <a:extLst xmlns:a="http://schemas.openxmlformats.org/drawingml/2006/main">
              <a:ext uri="{FF2B5EF4-FFF2-40B4-BE49-F238E27FC236}">
                <a16:creationId xmlns:a16="http://schemas.microsoft.com/office/drawing/2014/main" id="{A68BF301-C9C8-47D4-80DB-8DDE788A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29" name="矩形">
            <a:extLst xmlns:a="http://schemas.openxmlformats.org/drawingml/2006/main">
              <a:ext uri="{FF2B5EF4-FFF2-40B4-BE49-F238E27FC236}">
                <a16:creationId xmlns:a16="http://schemas.microsoft.com/office/drawing/2014/main" id="{5AF830EB-776F-428A-A7E5-25862E1D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30" name="矩形">
            <a:extLst xmlns:a="http://schemas.openxmlformats.org/drawingml/2006/main">
              <a:ext uri="{FF2B5EF4-FFF2-40B4-BE49-F238E27FC236}">
                <a16:creationId xmlns:a16="http://schemas.microsoft.com/office/drawing/2014/main" id="{02A2BDAB-9C28-4AA6-B03F-BE78F6C8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31" name="矩形">
            <a:extLst xmlns:a="http://schemas.openxmlformats.org/drawingml/2006/main">
              <a:ext uri="{FF2B5EF4-FFF2-40B4-BE49-F238E27FC236}">
                <a16:creationId xmlns:a16="http://schemas.microsoft.com/office/drawing/2014/main" id="{3806412F-0732-464D-9C97-2715D6F7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32" name="矩形">
            <a:extLst xmlns:a="http://schemas.openxmlformats.org/drawingml/2006/main">
              <a:ext uri="{FF2B5EF4-FFF2-40B4-BE49-F238E27FC236}">
                <a16:creationId xmlns:a16="http://schemas.microsoft.com/office/drawing/2014/main" id="{EEF41DF7-2745-4AA6-8694-8DC87284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33" name="矩形">
            <a:extLst xmlns:a="http://schemas.openxmlformats.org/drawingml/2006/main">
              <a:ext uri="{FF2B5EF4-FFF2-40B4-BE49-F238E27FC236}">
                <a16:creationId xmlns:a16="http://schemas.microsoft.com/office/drawing/2014/main" id="{CCF35234-E439-45F4-9FAD-7BA33DD7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34" name="矩形">
            <a:extLst xmlns:a="http://schemas.openxmlformats.org/drawingml/2006/main">
              <a:ext uri="{FF2B5EF4-FFF2-40B4-BE49-F238E27FC236}">
                <a16:creationId xmlns:a16="http://schemas.microsoft.com/office/drawing/2014/main" id="{B184ECEB-F0D7-46C2-BE6D-B67906A6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35" name="矩形">
            <a:extLst xmlns:a="http://schemas.openxmlformats.org/drawingml/2006/main">
              <a:ext uri="{FF2B5EF4-FFF2-40B4-BE49-F238E27FC236}">
                <a16:creationId xmlns:a16="http://schemas.microsoft.com/office/drawing/2014/main" id="{46175F3E-05BE-4F66-924A-A8E99C7C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36" name="矩形">
            <a:extLst xmlns:a="http://schemas.openxmlformats.org/drawingml/2006/main">
              <a:ext uri="{FF2B5EF4-FFF2-40B4-BE49-F238E27FC236}">
                <a16:creationId xmlns:a16="http://schemas.microsoft.com/office/drawing/2014/main" id="{B3BBC9D5-0145-41DC-8724-C04AB8A6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37" name="矩形">
            <a:extLst xmlns:a="http://schemas.openxmlformats.org/drawingml/2006/main">
              <a:ext uri="{FF2B5EF4-FFF2-40B4-BE49-F238E27FC236}">
                <a16:creationId xmlns:a16="http://schemas.microsoft.com/office/drawing/2014/main" id="{BE17A435-E05E-4C10-8FCD-0C774295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38" name="矩形">
            <a:extLst xmlns:a="http://schemas.openxmlformats.org/drawingml/2006/main">
              <a:ext uri="{FF2B5EF4-FFF2-40B4-BE49-F238E27FC236}">
                <a16:creationId xmlns:a16="http://schemas.microsoft.com/office/drawing/2014/main" id="{198708BE-EAFD-4DA5-857A-D5814DA8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39" name="矩形">
            <a:extLst xmlns:a="http://schemas.openxmlformats.org/drawingml/2006/main">
              <a:ext uri="{FF2B5EF4-FFF2-40B4-BE49-F238E27FC236}">
                <a16:creationId xmlns:a16="http://schemas.microsoft.com/office/drawing/2014/main" id="{4823DD57-F67B-4C2F-92A3-341562BE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40" name="矩形">
            <a:extLst xmlns:a="http://schemas.openxmlformats.org/drawingml/2006/main">
              <a:ext uri="{FF2B5EF4-FFF2-40B4-BE49-F238E27FC236}">
                <a16:creationId xmlns:a16="http://schemas.microsoft.com/office/drawing/2014/main" id="{F340DD29-79DF-4BE3-9B47-F81B5047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41" name="矩形">
            <a:extLst xmlns:a="http://schemas.openxmlformats.org/drawingml/2006/main">
              <a:ext uri="{FF2B5EF4-FFF2-40B4-BE49-F238E27FC236}">
                <a16:creationId xmlns:a16="http://schemas.microsoft.com/office/drawing/2014/main" id="{C81599CB-FB7D-447B-9B20-7E1C0572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42" name="矩形">
            <a:extLst xmlns:a="http://schemas.openxmlformats.org/drawingml/2006/main">
              <a:ext uri="{FF2B5EF4-FFF2-40B4-BE49-F238E27FC236}">
                <a16:creationId xmlns:a16="http://schemas.microsoft.com/office/drawing/2014/main" id="{E664BE36-398E-4DD6-A03D-873B6458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43" name="矩形">
            <a:extLst xmlns:a="http://schemas.openxmlformats.org/drawingml/2006/main">
              <a:ext uri="{FF2B5EF4-FFF2-40B4-BE49-F238E27FC236}">
                <a16:creationId xmlns:a16="http://schemas.microsoft.com/office/drawing/2014/main" id="{3BC03324-BA8D-4763-8CC8-A19E3268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44" name="矩形">
            <a:extLst xmlns:a="http://schemas.openxmlformats.org/drawingml/2006/main">
              <a:ext uri="{FF2B5EF4-FFF2-40B4-BE49-F238E27FC236}">
                <a16:creationId xmlns:a16="http://schemas.microsoft.com/office/drawing/2014/main" id="{D08C17E2-D07D-4F70-BD76-4A8616F7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45" name="矩形">
            <a:extLst xmlns:a="http://schemas.openxmlformats.org/drawingml/2006/main">
              <a:ext uri="{FF2B5EF4-FFF2-40B4-BE49-F238E27FC236}">
                <a16:creationId xmlns:a16="http://schemas.microsoft.com/office/drawing/2014/main" id="{4ED8F45F-37C0-4B3E-813E-65AA70DC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46" name="矩形">
            <a:extLst xmlns:a="http://schemas.openxmlformats.org/drawingml/2006/main">
              <a:ext uri="{FF2B5EF4-FFF2-40B4-BE49-F238E27FC236}">
                <a16:creationId xmlns:a16="http://schemas.microsoft.com/office/drawing/2014/main" id="{B9F11692-E483-43C0-AFAC-E94A5D11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47" name="矩形">
            <a:extLst xmlns:a="http://schemas.openxmlformats.org/drawingml/2006/main">
              <a:ext uri="{FF2B5EF4-FFF2-40B4-BE49-F238E27FC236}">
                <a16:creationId xmlns:a16="http://schemas.microsoft.com/office/drawing/2014/main" id="{76C7C8F0-DCD0-4F1E-9227-F94E0E68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48" name="矩形">
            <a:extLst xmlns:a="http://schemas.openxmlformats.org/drawingml/2006/main">
              <a:ext uri="{FF2B5EF4-FFF2-40B4-BE49-F238E27FC236}">
                <a16:creationId xmlns:a16="http://schemas.microsoft.com/office/drawing/2014/main" id="{D5EB8356-7000-4C61-AE49-F4321DB3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49" name="矩形">
            <a:extLst xmlns:a="http://schemas.openxmlformats.org/drawingml/2006/main">
              <a:ext uri="{FF2B5EF4-FFF2-40B4-BE49-F238E27FC236}">
                <a16:creationId xmlns:a16="http://schemas.microsoft.com/office/drawing/2014/main" id="{C38642AB-06DB-416F-8CB4-2F9BDDA1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50" name="矩形">
            <a:extLst xmlns:a="http://schemas.openxmlformats.org/drawingml/2006/main">
              <a:ext uri="{FF2B5EF4-FFF2-40B4-BE49-F238E27FC236}">
                <a16:creationId xmlns:a16="http://schemas.microsoft.com/office/drawing/2014/main" id="{140DD357-6C0B-40AC-ABEF-FA7930B9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51" name="矩形">
            <a:extLst xmlns:a="http://schemas.openxmlformats.org/drawingml/2006/main">
              <a:ext uri="{FF2B5EF4-FFF2-40B4-BE49-F238E27FC236}">
                <a16:creationId xmlns:a16="http://schemas.microsoft.com/office/drawing/2014/main" id="{EA64C90D-B85E-452D-89C1-2AEFBEE5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52" name="矩形">
            <a:extLst xmlns:a="http://schemas.openxmlformats.org/drawingml/2006/main">
              <a:ext uri="{FF2B5EF4-FFF2-40B4-BE49-F238E27FC236}">
                <a16:creationId xmlns:a16="http://schemas.microsoft.com/office/drawing/2014/main" id="{1DCA6500-F8AD-4556-BD96-D827A608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53" name="矩形">
            <a:extLst xmlns:a="http://schemas.openxmlformats.org/drawingml/2006/main">
              <a:ext uri="{FF2B5EF4-FFF2-40B4-BE49-F238E27FC236}">
                <a16:creationId xmlns:a16="http://schemas.microsoft.com/office/drawing/2014/main" id="{7E1F12B7-F680-4D88-829B-C0040DEB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54" name="矩形">
            <a:extLst xmlns:a="http://schemas.openxmlformats.org/drawingml/2006/main">
              <a:ext uri="{FF2B5EF4-FFF2-40B4-BE49-F238E27FC236}">
                <a16:creationId xmlns:a16="http://schemas.microsoft.com/office/drawing/2014/main" id="{86C5B9BE-2328-4DC5-9E88-E4F8C37B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55" name="矩形">
            <a:extLst xmlns:a="http://schemas.openxmlformats.org/drawingml/2006/main">
              <a:ext uri="{FF2B5EF4-FFF2-40B4-BE49-F238E27FC236}">
                <a16:creationId xmlns:a16="http://schemas.microsoft.com/office/drawing/2014/main" id="{13953FAF-1FD4-4AC4-B8BE-AAED64041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56" name="矩形">
            <a:extLst xmlns:a="http://schemas.openxmlformats.org/drawingml/2006/main">
              <a:ext uri="{FF2B5EF4-FFF2-40B4-BE49-F238E27FC236}">
                <a16:creationId xmlns:a16="http://schemas.microsoft.com/office/drawing/2014/main" id="{2D632069-8864-4F77-98BD-802A4A39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57" name="矩形">
            <a:extLst xmlns:a="http://schemas.openxmlformats.org/drawingml/2006/main">
              <a:ext uri="{FF2B5EF4-FFF2-40B4-BE49-F238E27FC236}">
                <a16:creationId xmlns:a16="http://schemas.microsoft.com/office/drawing/2014/main" id="{5B707ADC-5927-4643-B2F9-790F3027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58" name="矩形">
            <a:extLst xmlns:a="http://schemas.openxmlformats.org/drawingml/2006/main">
              <a:ext uri="{FF2B5EF4-FFF2-40B4-BE49-F238E27FC236}">
                <a16:creationId xmlns:a16="http://schemas.microsoft.com/office/drawing/2014/main" id="{F1337268-4066-48CB-91D6-3FCC7D0E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59" name="矩形">
            <a:extLst xmlns:a="http://schemas.openxmlformats.org/drawingml/2006/main">
              <a:ext uri="{FF2B5EF4-FFF2-40B4-BE49-F238E27FC236}">
                <a16:creationId xmlns:a16="http://schemas.microsoft.com/office/drawing/2014/main" id="{6566DC82-CBD7-4DCD-9B58-8F3C2789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60" name="矩形">
            <a:extLst xmlns:a="http://schemas.openxmlformats.org/drawingml/2006/main">
              <a:ext uri="{FF2B5EF4-FFF2-40B4-BE49-F238E27FC236}">
                <a16:creationId xmlns:a16="http://schemas.microsoft.com/office/drawing/2014/main" id="{3B3432FA-47BF-4A7D-B3B2-E4A2B0F6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61" name="矩形">
            <a:extLst xmlns:a="http://schemas.openxmlformats.org/drawingml/2006/main">
              <a:ext uri="{FF2B5EF4-FFF2-40B4-BE49-F238E27FC236}">
                <a16:creationId xmlns:a16="http://schemas.microsoft.com/office/drawing/2014/main" id="{72133F10-9FEC-4627-844F-E6300E91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62" name="矩形">
            <a:extLst xmlns:a="http://schemas.openxmlformats.org/drawingml/2006/main">
              <a:ext uri="{FF2B5EF4-FFF2-40B4-BE49-F238E27FC236}">
                <a16:creationId xmlns:a16="http://schemas.microsoft.com/office/drawing/2014/main" id="{FC95FEDC-0B2F-4D49-89FE-55025803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63" name="矩形">
            <a:extLst xmlns:a="http://schemas.openxmlformats.org/drawingml/2006/main">
              <a:ext uri="{FF2B5EF4-FFF2-40B4-BE49-F238E27FC236}">
                <a16:creationId xmlns:a16="http://schemas.microsoft.com/office/drawing/2014/main" id="{658CA863-A929-46E6-B7CC-5D27D684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164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ccb0f4f48648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2165" name="矩形">
            <a:extLst xmlns:a="http://schemas.openxmlformats.org/drawingml/2006/main">
              <a:ext uri="{FF2B5EF4-FFF2-40B4-BE49-F238E27FC236}">
                <a16:creationId xmlns:a16="http://schemas.microsoft.com/office/drawing/2014/main" id="{B7B38856-A419-4CF0-8438-1F2E9C0C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166" name="备份：失败样本与恢复边界">
            <a:extLst xmlns:a="http://schemas.openxmlformats.org/drawingml/2006/main">
              <a:ext uri="{FF2B5EF4-FFF2-40B4-BE49-F238E27FC236}">
                <a16:creationId xmlns:a16="http://schemas.microsoft.com/office/drawing/2014/main" id="{340A1F5C-5CB8-4418-816C-3D6C3C44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备份：失败样本与恢复边界</a:t>
            </a:r>
          </a:p>
        </p:txBody>
      </p:sp>
      <p:sp>
        <p:nvSpPr>
          <p:cNvPr id="2167" name="矩形">
            <a:extLst xmlns:a="http://schemas.openxmlformats.org/drawingml/2006/main">
              <a:ext uri="{FF2B5EF4-FFF2-40B4-BE49-F238E27FC236}">
                <a16:creationId xmlns:a16="http://schemas.microsoft.com/office/drawing/2014/main" id="{3805D980-324D-4147-B479-A1AF4373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68" name="BACKUP">
            <a:extLst xmlns:a="http://schemas.openxmlformats.org/drawingml/2006/main">
              <a:ext uri="{FF2B5EF4-FFF2-40B4-BE49-F238E27FC236}">
                <a16:creationId xmlns:a16="http://schemas.microsoft.com/office/drawing/2014/main" id="{9C10D845-BA53-4D60-91BF-C0346680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BACKUP</a:t>
            </a:r>
          </a:p>
        </p:txBody>
      </p:sp>
      <p:sp>
        <p:nvSpPr>
          <p:cNvPr id="2169" name="矩形">
            <a:extLst xmlns:a="http://schemas.openxmlformats.org/drawingml/2006/main">
              <a:ext uri="{FF2B5EF4-FFF2-40B4-BE49-F238E27FC236}">
                <a16:creationId xmlns:a16="http://schemas.microsoft.com/office/drawing/2014/main" id="{7F89D8AD-CF0C-45F8-8D53-8E2FBB72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70" name="矩形 985">
            <a:extLst xmlns:a="http://schemas.openxmlformats.org/drawingml/2006/main">
              <a:ext uri="{FF2B5EF4-FFF2-40B4-BE49-F238E27FC236}">
                <a16:creationId xmlns:a16="http://schemas.microsoft.com/office/drawing/2014/main" id="{8B77CCC3-C344-4868-B096-82C33E6A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990600"/>
            <a:ext cx="84963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pic>
        <p:nvPicPr>
          <p:cNvPr id="2171" name="图片 98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b0d6a5a48b4a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58433" y="1000125"/>
            <a:ext cx="8475134" cy="5238750"/>
          </a:xfrm>
          <a:prstGeom xmlns:a="http://schemas.openxmlformats.org/drawingml/2006/main" prst="rect">
            <a:avLst/>
          </a:prstGeom>
        </p:spPr>
      </p:pic>
      <p:sp>
        <p:nvSpPr>
          <p:cNvPr id="2172" name="矩形 987">
            <a:extLst xmlns:a="http://schemas.openxmlformats.org/drawingml/2006/main">
              <a:ext uri="{FF2B5EF4-FFF2-40B4-BE49-F238E27FC236}">
                <a16:creationId xmlns:a16="http://schemas.microsoft.com/office/drawing/2014/main" id="{838102A9-F98D-40F3-8267-C3A3DD43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990600"/>
            <a:ext cx="84963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173" name="矩形">
            <a:extLst xmlns:a="http://schemas.openxmlformats.org/drawingml/2006/main">
              <a:ext uri="{FF2B5EF4-FFF2-40B4-BE49-F238E27FC236}">
                <a16:creationId xmlns:a16="http://schemas.microsoft.com/office/drawing/2014/main" id="{622D7ED1-E459-4C17-8375-38CCBF59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179" name="">
            <a:extLst xmlns:a="http://schemas.openxmlformats.org/drawingml/2006/main">
              <a:ext uri="{FF2B5EF4-FFF2-40B4-BE49-F238E27FC236}">
                <a16:creationId xmlns:a16="http://schemas.microsoft.com/office/drawing/2014/main" id="{063975EA-AFCB-4497-AD23-F795B158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69569058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77" name="矩形">
            <a:extLst xmlns:a="http://schemas.openxmlformats.org/drawingml/2006/main">
              <a:ext uri="{FF2B5EF4-FFF2-40B4-BE49-F238E27FC236}">
                <a16:creationId xmlns:a16="http://schemas.microsoft.com/office/drawing/2014/main" id="{7B182660-CED6-452D-9AFE-8C167AB0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178" name="image4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1cd44be52d44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9550" y="146513"/>
            <a:ext cx="590550" cy="421349"/>
          </a:xfrm>
          <a:prstGeom xmlns:a="http://schemas.openxmlformats.org/drawingml/2006/main" prst="rect">
            <a:avLst/>
          </a:prstGeom>
        </p:spPr>
      </p:pic>
      <p:pic>
        <p:nvPicPr>
          <p:cNvPr id="2179" name="image5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dd94b470b04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694365" y="133350"/>
            <a:ext cx="690222" cy="457200"/>
          </a:xfrm>
          <a:prstGeom xmlns:a="http://schemas.openxmlformats.org/drawingml/2006/main" prst="rect">
            <a:avLst/>
          </a:prstGeom>
        </p:spPr>
      </p:pic>
      <p:sp>
        <p:nvSpPr>
          <p:cNvPr id="2180" name="矩形">
            <a:extLst xmlns:a="http://schemas.openxmlformats.org/drawingml/2006/main">
              <a:ext uri="{FF2B5EF4-FFF2-40B4-BE49-F238E27FC236}">
                <a16:creationId xmlns:a16="http://schemas.microsoft.com/office/drawing/2014/main" id="{59FF17C7-20D3-429F-BC1E-E3CE6C722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14375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81" name="矩形">
            <a:extLst xmlns:a="http://schemas.openxmlformats.org/drawingml/2006/main">
              <a:ext uri="{FF2B5EF4-FFF2-40B4-BE49-F238E27FC236}">
                <a16:creationId xmlns:a16="http://schemas.microsoft.com/office/drawing/2014/main" id="{C49A6E2F-FDF1-439A-8797-A3FAA750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71525"/>
            <a:ext cx="1219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C7F7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82" name="矩形">
            <a:extLst xmlns:a="http://schemas.openxmlformats.org/drawingml/2006/main">
              <a:ext uri="{FF2B5EF4-FFF2-40B4-BE49-F238E27FC236}">
                <a16:creationId xmlns:a16="http://schemas.microsoft.com/office/drawing/2014/main" id="{73598C76-288F-4FA1-BE44-3EC9D787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83" name="矩形">
            <a:extLst xmlns:a="http://schemas.openxmlformats.org/drawingml/2006/main">
              <a:ext uri="{FF2B5EF4-FFF2-40B4-BE49-F238E27FC236}">
                <a16:creationId xmlns:a16="http://schemas.microsoft.com/office/drawing/2014/main" id="{8758FA6D-3EFA-4911-AC09-BD7A02C3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84" name="矩形">
            <a:extLst xmlns:a="http://schemas.openxmlformats.org/drawingml/2006/main">
              <a:ext uri="{FF2B5EF4-FFF2-40B4-BE49-F238E27FC236}">
                <a16:creationId xmlns:a16="http://schemas.microsoft.com/office/drawing/2014/main" id="{DFBABAFF-1B97-4095-B3FD-DF3A4091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85" name="矩形">
            <a:extLst xmlns:a="http://schemas.openxmlformats.org/drawingml/2006/main">
              <a:ext uri="{FF2B5EF4-FFF2-40B4-BE49-F238E27FC236}">
                <a16:creationId xmlns:a16="http://schemas.microsoft.com/office/drawing/2014/main" id="{BEA779AE-DF10-4356-82F0-D9F7E8F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86" name="矩形">
            <a:extLst xmlns:a="http://schemas.openxmlformats.org/drawingml/2006/main">
              <a:ext uri="{FF2B5EF4-FFF2-40B4-BE49-F238E27FC236}">
                <a16:creationId xmlns:a16="http://schemas.microsoft.com/office/drawing/2014/main" id="{E84D9BF5-F8C2-437E-835F-CD983D15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87" name="矩形">
            <a:extLst xmlns:a="http://schemas.openxmlformats.org/drawingml/2006/main">
              <a:ext uri="{FF2B5EF4-FFF2-40B4-BE49-F238E27FC236}">
                <a16:creationId xmlns:a16="http://schemas.microsoft.com/office/drawing/2014/main" id="{66F6C010-9517-4521-8D2E-3F068565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88" name="矩形">
            <a:extLst xmlns:a="http://schemas.openxmlformats.org/drawingml/2006/main">
              <a:ext uri="{FF2B5EF4-FFF2-40B4-BE49-F238E27FC236}">
                <a16:creationId xmlns:a16="http://schemas.microsoft.com/office/drawing/2014/main" id="{841863DC-F344-4648-856A-4ADB3C77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89" name="矩形">
            <a:extLst xmlns:a="http://schemas.openxmlformats.org/drawingml/2006/main">
              <a:ext uri="{FF2B5EF4-FFF2-40B4-BE49-F238E27FC236}">
                <a16:creationId xmlns:a16="http://schemas.microsoft.com/office/drawing/2014/main" id="{DB95864D-A1A1-44A1-ABD6-4829ABA8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90" name="矩形">
            <a:extLst xmlns:a="http://schemas.openxmlformats.org/drawingml/2006/main">
              <a:ext uri="{FF2B5EF4-FFF2-40B4-BE49-F238E27FC236}">
                <a16:creationId xmlns:a16="http://schemas.microsoft.com/office/drawing/2014/main" id="{3ED75687-4360-46F9-A46F-1B6DB691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91" name="矩形">
            <a:extLst xmlns:a="http://schemas.openxmlformats.org/drawingml/2006/main">
              <a:ext uri="{FF2B5EF4-FFF2-40B4-BE49-F238E27FC236}">
                <a16:creationId xmlns:a16="http://schemas.microsoft.com/office/drawing/2014/main" id="{8B7BB43D-40BA-4933-B22A-5F34D27E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92" name="矩形">
            <a:extLst xmlns:a="http://schemas.openxmlformats.org/drawingml/2006/main">
              <a:ext uri="{FF2B5EF4-FFF2-40B4-BE49-F238E27FC236}">
                <a16:creationId xmlns:a16="http://schemas.microsoft.com/office/drawing/2014/main" id="{841F3745-0CD2-4ED3-AFC4-BA4A4144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93" name="矩形">
            <a:extLst xmlns:a="http://schemas.openxmlformats.org/drawingml/2006/main">
              <a:ext uri="{FF2B5EF4-FFF2-40B4-BE49-F238E27FC236}">
                <a16:creationId xmlns:a16="http://schemas.microsoft.com/office/drawing/2014/main" id="{A905240C-80FC-42F9-95FC-A80A3E2E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94" name="矩形">
            <a:extLst xmlns:a="http://schemas.openxmlformats.org/drawingml/2006/main">
              <a:ext uri="{FF2B5EF4-FFF2-40B4-BE49-F238E27FC236}">
                <a16:creationId xmlns:a16="http://schemas.microsoft.com/office/drawing/2014/main" id="{2CEF77D1-18C6-477C-B409-69F84D02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95" name="矩形">
            <a:extLst xmlns:a="http://schemas.openxmlformats.org/drawingml/2006/main">
              <a:ext uri="{FF2B5EF4-FFF2-40B4-BE49-F238E27FC236}">
                <a16:creationId xmlns:a16="http://schemas.microsoft.com/office/drawing/2014/main" id="{7428FA8C-2413-4D13-A6F6-272FD5D6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96" name="矩形">
            <a:extLst xmlns:a="http://schemas.openxmlformats.org/drawingml/2006/main">
              <a:ext uri="{FF2B5EF4-FFF2-40B4-BE49-F238E27FC236}">
                <a16:creationId xmlns:a16="http://schemas.microsoft.com/office/drawing/2014/main" id="{780EB14F-53C3-4B6F-A293-59D25FEB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97" name="矩形">
            <a:extLst xmlns:a="http://schemas.openxmlformats.org/drawingml/2006/main">
              <a:ext uri="{FF2B5EF4-FFF2-40B4-BE49-F238E27FC236}">
                <a16:creationId xmlns:a16="http://schemas.microsoft.com/office/drawing/2014/main" id="{C94CFA01-C9EE-46A0-B622-6008766E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98" name="矩形">
            <a:extLst xmlns:a="http://schemas.openxmlformats.org/drawingml/2006/main">
              <a:ext uri="{FF2B5EF4-FFF2-40B4-BE49-F238E27FC236}">
                <a16:creationId xmlns:a16="http://schemas.microsoft.com/office/drawing/2014/main" id="{C13F026D-7E4D-4C7D-B2EA-4245FF80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199" name="矩形">
            <a:extLst xmlns:a="http://schemas.openxmlformats.org/drawingml/2006/main">
              <a:ext uri="{FF2B5EF4-FFF2-40B4-BE49-F238E27FC236}">
                <a16:creationId xmlns:a16="http://schemas.microsoft.com/office/drawing/2014/main" id="{C0D8B495-4FD4-4059-A3D6-57D18C29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00" name="矩形">
            <a:extLst xmlns:a="http://schemas.openxmlformats.org/drawingml/2006/main">
              <a:ext uri="{FF2B5EF4-FFF2-40B4-BE49-F238E27FC236}">
                <a16:creationId xmlns:a16="http://schemas.microsoft.com/office/drawing/2014/main" id="{60443A39-534F-4560-B30D-C6049485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01" name="矩形">
            <a:extLst xmlns:a="http://schemas.openxmlformats.org/drawingml/2006/main">
              <a:ext uri="{FF2B5EF4-FFF2-40B4-BE49-F238E27FC236}">
                <a16:creationId xmlns:a16="http://schemas.microsoft.com/office/drawing/2014/main" id="{B8B9072E-436F-4F10-A045-6C16D4A0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02" name="矩形">
            <a:extLst xmlns:a="http://schemas.openxmlformats.org/drawingml/2006/main">
              <a:ext uri="{FF2B5EF4-FFF2-40B4-BE49-F238E27FC236}">
                <a16:creationId xmlns:a16="http://schemas.microsoft.com/office/drawing/2014/main" id="{3845AD32-AF59-4792-B656-744D1393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03" name="矩形">
            <a:extLst xmlns:a="http://schemas.openxmlformats.org/drawingml/2006/main">
              <a:ext uri="{FF2B5EF4-FFF2-40B4-BE49-F238E27FC236}">
                <a16:creationId xmlns:a16="http://schemas.microsoft.com/office/drawing/2014/main" id="{D611C980-422E-4285-8383-F999C6FFA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04" name="矩形">
            <a:extLst xmlns:a="http://schemas.openxmlformats.org/drawingml/2006/main">
              <a:ext uri="{FF2B5EF4-FFF2-40B4-BE49-F238E27FC236}">
                <a16:creationId xmlns:a16="http://schemas.microsoft.com/office/drawing/2014/main" id="{645CDE13-8DDB-41D2-99F8-7697306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05" name="矩形">
            <a:extLst xmlns:a="http://schemas.openxmlformats.org/drawingml/2006/main">
              <a:ext uri="{FF2B5EF4-FFF2-40B4-BE49-F238E27FC236}">
                <a16:creationId xmlns:a16="http://schemas.microsoft.com/office/drawing/2014/main" id="{176332EF-A476-4BDF-9C70-31C6814C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06" name="矩形">
            <a:extLst xmlns:a="http://schemas.openxmlformats.org/drawingml/2006/main">
              <a:ext uri="{FF2B5EF4-FFF2-40B4-BE49-F238E27FC236}">
                <a16:creationId xmlns:a16="http://schemas.microsoft.com/office/drawing/2014/main" id="{DFF85920-1A04-4C4B-A459-AAA0A634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07" name="矩形">
            <a:extLst xmlns:a="http://schemas.openxmlformats.org/drawingml/2006/main">
              <a:ext uri="{FF2B5EF4-FFF2-40B4-BE49-F238E27FC236}">
                <a16:creationId xmlns:a16="http://schemas.microsoft.com/office/drawing/2014/main" id="{A6DA9602-0750-4C21-92D9-06E010C7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08" name="矩形">
            <a:extLst xmlns:a="http://schemas.openxmlformats.org/drawingml/2006/main">
              <a:ext uri="{FF2B5EF4-FFF2-40B4-BE49-F238E27FC236}">
                <a16:creationId xmlns:a16="http://schemas.microsoft.com/office/drawing/2014/main" id="{CF7862A9-D680-4AB3-915F-70623282D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09" name="矩形">
            <a:extLst xmlns:a="http://schemas.openxmlformats.org/drawingml/2006/main">
              <a:ext uri="{FF2B5EF4-FFF2-40B4-BE49-F238E27FC236}">
                <a16:creationId xmlns:a16="http://schemas.microsoft.com/office/drawing/2014/main" id="{8FF69EE0-9C0D-4FC0-9B4A-07FDC7C8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10" name="矩形">
            <a:extLst xmlns:a="http://schemas.openxmlformats.org/drawingml/2006/main">
              <a:ext uri="{FF2B5EF4-FFF2-40B4-BE49-F238E27FC236}">
                <a16:creationId xmlns:a16="http://schemas.microsoft.com/office/drawing/2014/main" id="{59599001-3A06-405C-97F5-CBDE7037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11" name="矩形">
            <a:extLst xmlns:a="http://schemas.openxmlformats.org/drawingml/2006/main">
              <a:ext uri="{FF2B5EF4-FFF2-40B4-BE49-F238E27FC236}">
                <a16:creationId xmlns:a16="http://schemas.microsoft.com/office/drawing/2014/main" id="{1E4D3EA8-EC36-4BDB-8187-4F5A135C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12" name="矩形">
            <a:extLst xmlns:a="http://schemas.openxmlformats.org/drawingml/2006/main">
              <a:ext uri="{FF2B5EF4-FFF2-40B4-BE49-F238E27FC236}">
                <a16:creationId xmlns:a16="http://schemas.microsoft.com/office/drawing/2014/main" id="{A7A5EE10-B504-4330-BFFC-ED60522C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13" name="矩形">
            <a:extLst xmlns:a="http://schemas.openxmlformats.org/drawingml/2006/main">
              <a:ext uri="{FF2B5EF4-FFF2-40B4-BE49-F238E27FC236}">
                <a16:creationId xmlns:a16="http://schemas.microsoft.com/office/drawing/2014/main" id="{E98DC6A4-D68E-47F1-BC13-DCA52F61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14" name="矩形">
            <a:extLst xmlns:a="http://schemas.openxmlformats.org/drawingml/2006/main">
              <a:ext uri="{FF2B5EF4-FFF2-40B4-BE49-F238E27FC236}">
                <a16:creationId xmlns:a16="http://schemas.microsoft.com/office/drawing/2014/main" id="{DC318321-4D1A-461D-A311-13C1AEF5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15" name="矩形">
            <a:extLst xmlns:a="http://schemas.openxmlformats.org/drawingml/2006/main">
              <a:ext uri="{FF2B5EF4-FFF2-40B4-BE49-F238E27FC236}">
                <a16:creationId xmlns:a16="http://schemas.microsoft.com/office/drawing/2014/main" id="{8D87B684-F2B0-41FD-9113-D2D42E31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16" name="矩形">
            <a:extLst xmlns:a="http://schemas.openxmlformats.org/drawingml/2006/main">
              <a:ext uri="{FF2B5EF4-FFF2-40B4-BE49-F238E27FC236}">
                <a16:creationId xmlns:a16="http://schemas.microsoft.com/office/drawing/2014/main" id="{2A36B145-A616-4BEC-8484-B1CDD7F2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17" name="矩形">
            <a:extLst xmlns:a="http://schemas.openxmlformats.org/drawingml/2006/main">
              <a:ext uri="{FF2B5EF4-FFF2-40B4-BE49-F238E27FC236}">
                <a16:creationId xmlns:a16="http://schemas.microsoft.com/office/drawing/2014/main" id="{F68160C2-CF34-4D62-9F2D-AC4F9D50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18" name="矩形">
            <a:extLst xmlns:a="http://schemas.openxmlformats.org/drawingml/2006/main">
              <a:ext uri="{FF2B5EF4-FFF2-40B4-BE49-F238E27FC236}">
                <a16:creationId xmlns:a16="http://schemas.microsoft.com/office/drawing/2014/main" id="{207D45B8-F5FB-447F-AB60-7135845A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19" name="矩形">
            <a:extLst xmlns:a="http://schemas.openxmlformats.org/drawingml/2006/main">
              <a:ext uri="{FF2B5EF4-FFF2-40B4-BE49-F238E27FC236}">
                <a16:creationId xmlns:a16="http://schemas.microsoft.com/office/drawing/2014/main" id="{BA151546-EB17-4E97-8425-7DCED4B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20" name="矩形">
            <a:extLst xmlns:a="http://schemas.openxmlformats.org/drawingml/2006/main">
              <a:ext uri="{FF2B5EF4-FFF2-40B4-BE49-F238E27FC236}">
                <a16:creationId xmlns:a16="http://schemas.microsoft.com/office/drawing/2014/main" id="{0323EF84-4E06-46C8-B138-1D8D9775A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21" name="矩形">
            <a:extLst xmlns:a="http://schemas.openxmlformats.org/drawingml/2006/main">
              <a:ext uri="{FF2B5EF4-FFF2-40B4-BE49-F238E27FC236}">
                <a16:creationId xmlns:a16="http://schemas.microsoft.com/office/drawing/2014/main" id="{229F85A1-14D1-4744-9510-73F7B5B5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22" name="矩形">
            <a:extLst xmlns:a="http://schemas.openxmlformats.org/drawingml/2006/main">
              <a:ext uri="{FF2B5EF4-FFF2-40B4-BE49-F238E27FC236}">
                <a16:creationId xmlns:a16="http://schemas.microsoft.com/office/drawing/2014/main" id="{05103440-E4C2-4E36-B6F7-7ACDBE9AC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23" name="矩形">
            <a:extLst xmlns:a="http://schemas.openxmlformats.org/drawingml/2006/main">
              <a:ext uri="{FF2B5EF4-FFF2-40B4-BE49-F238E27FC236}">
                <a16:creationId xmlns:a16="http://schemas.microsoft.com/office/drawing/2014/main" id="{9888AC45-9DD4-4406-8F18-D7CCB1A0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24" name="矩形">
            <a:extLst xmlns:a="http://schemas.openxmlformats.org/drawingml/2006/main">
              <a:ext uri="{FF2B5EF4-FFF2-40B4-BE49-F238E27FC236}">
                <a16:creationId xmlns:a16="http://schemas.microsoft.com/office/drawing/2014/main" id="{E92FF191-04EE-4C93-AFA6-8F3DBAB5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25" name="矩形">
            <a:extLst xmlns:a="http://schemas.openxmlformats.org/drawingml/2006/main">
              <a:ext uri="{FF2B5EF4-FFF2-40B4-BE49-F238E27FC236}">
                <a16:creationId xmlns:a16="http://schemas.microsoft.com/office/drawing/2014/main" id="{BD9A6862-2D75-4035-9F09-38813736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26" name="矩形">
            <a:extLst xmlns:a="http://schemas.openxmlformats.org/drawingml/2006/main">
              <a:ext uri="{FF2B5EF4-FFF2-40B4-BE49-F238E27FC236}">
                <a16:creationId xmlns:a16="http://schemas.microsoft.com/office/drawing/2014/main" id="{4E82F5F2-F507-46DB-A0B3-ABEB6A69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27" name="矩形">
            <a:extLst xmlns:a="http://schemas.openxmlformats.org/drawingml/2006/main">
              <a:ext uri="{FF2B5EF4-FFF2-40B4-BE49-F238E27FC236}">
                <a16:creationId xmlns:a16="http://schemas.microsoft.com/office/drawing/2014/main" id="{514421B1-0B12-40DC-BCB3-39DA7084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28" name="矩形">
            <a:extLst xmlns:a="http://schemas.openxmlformats.org/drawingml/2006/main">
              <a:ext uri="{FF2B5EF4-FFF2-40B4-BE49-F238E27FC236}">
                <a16:creationId xmlns:a16="http://schemas.microsoft.com/office/drawing/2014/main" id="{636A1A9F-D92A-4100-B1E9-0D187AA2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29" name="矩形">
            <a:extLst xmlns:a="http://schemas.openxmlformats.org/drawingml/2006/main">
              <a:ext uri="{FF2B5EF4-FFF2-40B4-BE49-F238E27FC236}">
                <a16:creationId xmlns:a16="http://schemas.microsoft.com/office/drawing/2014/main" id="{E750A69B-4500-4C1A-99A9-8C7CAC24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30" name="矩形">
            <a:extLst xmlns:a="http://schemas.openxmlformats.org/drawingml/2006/main">
              <a:ext uri="{FF2B5EF4-FFF2-40B4-BE49-F238E27FC236}">
                <a16:creationId xmlns:a16="http://schemas.microsoft.com/office/drawing/2014/main" id="{6BB796FF-4755-4FE3-88BC-C5C5DFFC3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31" name="矩形">
            <a:extLst xmlns:a="http://schemas.openxmlformats.org/drawingml/2006/main">
              <a:ext uri="{FF2B5EF4-FFF2-40B4-BE49-F238E27FC236}">
                <a16:creationId xmlns:a16="http://schemas.microsoft.com/office/drawing/2014/main" id="{F8F80671-E2EB-4563-BF4C-FA873B12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32" name="矩形">
            <a:extLst xmlns:a="http://schemas.openxmlformats.org/drawingml/2006/main">
              <a:ext uri="{FF2B5EF4-FFF2-40B4-BE49-F238E27FC236}">
                <a16:creationId xmlns:a16="http://schemas.microsoft.com/office/drawing/2014/main" id="{4EE5B03E-5C2E-4551-A0EE-647ADD7A5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33" name="矩形">
            <a:extLst xmlns:a="http://schemas.openxmlformats.org/drawingml/2006/main">
              <a:ext uri="{FF2B5EF4-FFF2-40B4-BE49-F238E27FC236}">
                <a16:creationId xmlns:a16="http://schemas.microsoft.com/office/drawing/2014/main" id="{02C29924-D95F-45F4-8BC1-10BC24DB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34" name="矩形">
            <a:extLst xmlns:a="http://schemas.openxmlformats.org/drawingml/2006/main">
              <a:ext uri="{FF2B5EF4-FFF2-40B4-BE49-F238E27FC236}">
                <a16:creationId xmlns:a16="http://schemas.microsoft.com/office/drawing/2014/main" id="{833F8CE9-CFB3-4C81-8E45-D12033D2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35" name="矩形">
            <a:extLst xmlns:a="http://schemas.openxmlformats.org/drawingml/2006/main">
              <a:ext uri="{FF2B5EF4-FFF2-40B4-BE49-F238E27FC236}">
                <a16:creationId xmlns:a16="http://schemas.microsoft.com/office/drawing/2014/main" id="{DD068F9A-362E-4703-BD80-7858D183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36" name="矩形">
            <a:extLst xmlns:a="http://schemas.openxmlformats.org/drawingml/2006/main">
              <a:ext uri="{FF2B5EF4-FFF2-40B4-BE49-F238E27FC236}">
                <a16:creationId xmlns:a16="http://schemas.microsoft.com/office/drawing/2014/main" id="{E36F699A-0E04-4B11-BED7-40A43F48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37" name="矩形">
            <a:extLst xmlns:a="http://schemas.openxmlformats.org/drawingml/2006/main">
              <a:ext uri="{FF2B5EF4-FFF2-40B4-BE49-F238E27FC236}">
                <a16:creationId xmlns:a16="http://schemas.microsoft.com/office/drawing/2014/main" id="{EF96B4CB-3993-4577-AF41-3B6DF5C5D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38" name="矩形">
            <a:extLst xmlns:a="http://schemas.openxmlformats.org/drawingml/2006/main">
              <a:ext uri="{FF2B5EF4-FFF2-40B4-BE49-F238E27FC236}">
                <a16:creationId xmlns:a16="http://schemas.microsoft.com/office/drawing/2014/main" id="{378F7C0F-1734-42B7-BC0A-BEEF2408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39" name="矩形">
            <a:extLst xmlns:a="http://schemas.openxmlformats.org/drawingml/2006/main">
              <a:ext uri="{FF2B5EF4-FFF2-40B4-BE49-F238E27FC236}">
                <a16:creationId xmlns:a16="http://schemas.microsoft.com/office/drawing/2014/main" id="{926620BF-6296-49C0-96EB-9C0FAEA4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40" name="矩形">
            <a:extLst xmlns:a="http://schemas.openxmlformats.org/drawingml/2006/main">
              <a:ext uri="{FF2B5EF4-FFF2-40B4-BE49-F238E27FC236}">
                <a16:creationId xmlns:a16="http://schemas.microsoft.com/office/drawing/2014/main" id="{842C0627-15C5-4AA1-AD8A-BFB02F92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41" name="矩形">
            <a:extLst xmlns:a="http://schemas.openxmlformats.org/drawingml/2006/main">
              <a:ext uri="{FF2B5EF4-FFF2-40B4-BE49-F238E27FC236}">
                <a16:creationId xmlns:a16="http://schemas.microsoft.com/office/drawing/2014/main" id="{1D754862-760E-4A2E-9D90-55493323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42" name="矩形">
            <a:extLst xmlns:a="http://schemas.openxmlformats.org/drawingml/2006/main">
              <a:ext uri="{FF2B5EF4-FFF2-40B4-BE49-F238E27FC236}">
                <a16:creationId xmlns:a16="http://schemas.microsoft.com/office/drawing/2014/main" id="{AF323F04-7C8C-4A38-829D-4F4EE98BE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43" name="矩形">
            <a:extLst xmlns:a="http://schemas.openxmlformats.org/drawingml/2006/main">
              <a:ext uri="{FF2B5EF4-FFF2-40B4-BE49-F238E27FC236}">
                <a16:creationId xmlns:a16="http://schemas.microsoft.com/office/drawing/2014/main" id="{F9A42C3F-776C-4E24-8D4C-E3BA8178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44" name="矩形">
            <a:extLst xmlns:a="http://schemas.openxmlformats.org/drawingml/2006/main">
              <a:ext uri="{FF2B5EF4-FFF2-40B4-BE49-F238E27FC236}">
                <a16:creationId xmlns:a16="http://schemas.microsoft.com/office/drawing/2014/main" id="{2D96DCCA-6C86-445A-93CC-207B0131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45" name="矩形">
            <a:extLst xmlns:a="http://schemas.openxmlformats.org/drawingml/2006/main">
              <a:ext uri="{FF2B5EF4-FFF2-40B4-BE49-F238E27FC236}">
                <a16:creationId xmlns:a16="http://schemas.microsoft.com/office/drawing/2014/main" id="{5F2272FC-660E-4FF6-90D6-CBFBC45E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46" name="矩形">
            <a:extLst xmlns:a="http://schemas.openxmlformats.org/drawingml/2006/main">
              <a:ext uri="{FF2B5EF4-FFF2-40B4-BE49-F238E27FC236}">
                <a16:creationId xmlns:a16="http://schemas.microsoft.com/office/drawing/2014/main" id="{6E018F97-7EAA-47E8-98D9-93F41354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47" name="矩形">
            <a:extLst xmlns:a="http://schemas.openxmlformats.org/drawingml/2006/main">
              <a:ext uri="{FF2B5EF4-FFF2-40B4-BE49-F238E27FC236}">
                <a16:creationId xmlns:a16="http://schemas.microsoft.com/office/drawing/2014/main" id="{C16D6544-D4D7-48D2-AB8F-543E738E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48" name="矩形">
            <a:extLst xmlns:a="http://schemas.openxmlformats.org/drawingml/2006/main">
              <a:ext uri="{FF2B5EF4-FFF2-40B4-BE49-F238E27FC236}">
                <a16:creationId xmlns:a16="http://schemas.microsoft.com/office/drawing/2014/main" id="{0906AA80-59AD-4CBB-B57F-2D9711D7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6362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4EA2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249" name="image3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96b0c3dcb148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6535384"/>
            <a:ext cx="2000250" cy="197561"/>
          </a:xfrm>
          <a:prstGeom xmlns:a="http://schemas.openxmlformats.org/drawingml/2006/main" prst="rect">
            <a:avLst/>
          </a:prstGeom>
        </p:spPr>
      </p:pic>
      <p:sp>
        <p:nvSpPr>
          <p:cNvPr id="2250" name="矩形">
            <a:extLst xmlns:a="http://schemas.openxmlformats.org/drawingml/2006/main">
              <a:ext uri="{FF2B5EF4-FFF2-40B4-BE49-F238E27FC236}">
                <a16:creationId xmlns:a16="http://schemas.microsoft.com/office/drawing/2014/main" id="{7D700942-9DB0-4823-996A-81BA7A6E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"/>
            <a:ext cx="7239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51" name="备份：测试证据索引">
            <a:extLst xmlns:a="http://schemas.openxmlformats.org/drawingml/2006/main">
              <a:ext uri="{FF2B5EF4-FFF2-40B4-BE49-F238E27FC236}">
                <a16:creationId xmlns:a16="http://schemas.microsoft.com/office/drawing/2014/main" id="{B8913C02-F262-47D3-8B88-9A4B7D31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8124"/>
            <a:ext cx="7239000" cy="381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>
              <a:buNone/>
              <a:defRPr sz="2200" b="1">
                <a:solidFill>
                  <a:srgbClr val="0052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备份：测试证据索引</a:t>
            </a:r>
          </a:p>
        </p:txBody>
      </p:sp>
      <p:sp>
        <p:nvSpPr>
          <p:cNvPr id="2252" name="矩形">
            <a:extLst xmlns:a="http://schemas.openxmlformats.org/drawingml/2006/main">
              <a:ext uri="{FF2B5EF4-FFF2-40B4-BE49-F238E27FC236}">
                <a16:creationId xmlns:a16="http://schemas.microsoft.com/office/drawing/2014/main" id="{F158CDB2-C9AE-49C6-9E74-74A110DB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28600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253" name="BACKUP">
            <a:extLst xmlns:a="http://schemas.openxmlformats.org/drawingml/2006/main">
              <a:ext uri="{FF2B5EF4-FFF2-40B4-BE49-F238E27FC236}">
                <a16:creationId xmlns:a16="http://schemas.microsoft.com/office/drawing/2014/main" id="{36EA9435-FD5C-453F-9EA3-6068862C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872"/>
            <a:ext cx="1428750" cy="127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 anchor="ctr">
            <a:spAutoFit/>
          </a:bodyPr>
          <a:lstStyle xmlns:a="http://schemas.openxmlformats.org/drawingml/2006/main">
            <a:lvl1pPr algn="ctr">
              <a:buNone/>
              <a:defRPr sz="700" b="1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BACKUP</a:t>
            </a:r>
          </a:p>
        </p:txBody>
      </p:sp>
      <p:sp>
        <p:nvSpPr>
          <p:cNvPr id="2254" name="矩形">
            <a:extLst xmlns:a="http://schemas.openxmlformats.org/drawingml/2006/main">
              <a:ext uri="{FF2B5EF4-FFF2-40B4-BE49-F238E27FC236}">
                <a16:creationId xmlns:a16="http://schemas.microsoft.com/office/drawing/2014/main" id="{F8F12F96-2BE2-4C60-B591-75425B8F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255" name="矩形 985">
            <a:extLst xmlns:a="http://schemas.openxmlformats.org/drawingml/2006/main">
              <a:ext uri="{FF2B5EF4-FFF2-40B4-BE49-F238E27FC236}">
                <a16:creationId xmlns:a16="http://schemas.microsoft.com/office/drawing/2014/main" id="{3C1251B3-BF54-430B-BD4F-8E1568F3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190625"/>
            <a:ext cx="985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256" name="矩形">
            <a:extLst xmlns:a="http://schemas.openxmlformats.org/drawingml/2006/main">
              <a:ext uri="{FF2B5EF4-FFF2-40B4-BE49-F238E27FC236}">
                <a16:creationId xmlns:a16="http://schemas.microsoft.com/office/drawing/2014/main" id="{ED93C63E-8331-4E00-A7EC-15176FC6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43025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257" name="EVD-API">
            <a:extLst xmlns:a="http://schemas.openxmlformats.org/drawingml/2006/main">
              <a:ext uri="{FF2B5EF4-FFF2-40B4-BE49-F238E27FC236}">
                <a16:creationId xmlns:a16="http://schemas.microsoft.com/office/drawing/2014/main" id="{3ECF133F-B12F-48AD-858C-1182425F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43025"/>
            <a:ext cx="1333500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EVD-API</a:t>
            </a:r>
          </a:p>
        </p:txBody>
      </p:sp>
      <p:sp>
        <p:nvSpPr>
          <p:cNvPr id="2258" name="矩形">
            <a:extLst xmlns:a="http://schemas.openxmlformats.org/drawingml/2006/main">
              <a:ext uri="{FF2B5EF4-FFF2-40B4-BE49-F238E27FC236}">
                <a16:creationId xmlns:a16="http://schemas.microsoft.com/office/drawing/2014/main" id="{F23FBEF0-B8D0-4290-A244-2DCB12BD4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43024"/>
            <a:ext cx="762000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59" name="8 项">
            <a:extLst xmlns:a="http://schemas.openxmlformats.org/drawingml/2006/main">
              <a:ext uri="{FF2B5EF4-FFF2-40B4-BE49-F238E27FC236}">
                <a16:creationId xmlns:a16="http://schemas.microsoft.com/office/drawing/2014/main" id="{B0CC54E9-736E-492C-A3A3-0B745808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343022"/>
            <a:ext cx="76200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8 项</a:t>
            </a:r>
          </a:p>
        </p:txBody>
      </p:sp>
      <p:sp>
        <p:nvSpPr>
          <p:cNvPr id="2260" name="矩形">
            <a:extLst xmlns:a="http://schemas.openxmlformats.org/drawingml/2006/main">
              <a:ext uri="{FF2B5EF4-FFF2-40B4-BE49-F238E27FC236}">
                <a16:creationId xmlns:a16="http://schemas.microsoft.com/office/drawing/2014/main" id="{639DE0C6-51A7-4611-AFDB-8EFFBC7A2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43024"/>
            <a:ext cx="6191250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61" name="健康检查、readiness、任务详情、事件、报告、pending action">
            <a:extLst xmlns:a="http://schemas.openxmlformats.org/drawingml/2006/main">
              <a:ext uri="{FF2B5EF4-FFF2-40B4-BE49-F238E27FC236}">
                <a16:creationId xmlns:a16="http://schemas.microsoft.com/office/drawing/2014/main" id="{603022BF-C905-4780-B0BE-66BB1D6A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43022"/>
            <a:ext cx="619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健康检查、readiness、任务详情、事件、报告、pending action</a:t>
            </a:r>
          </a:p>
        </p:txBody>
      </p:sp>
      <p:sp>
        <p:nvSpPr>
          <p:cNvPr id="2262" name="矩形 989">
            <a:extLst xmlns:a="http://schemas.openxmlformats.org/drawingml/2006/main">
              <a:ext uri="{FF2B5EF4-FFF2-40B4-BE49-F238E27FC236}">
                <a16:creationId xmlns:a16="http://schemas.microsoft.com/office/drawing/2014/main" id="{30AA0C5C-C046-4785-AC6A-B50818D1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33575"/>
            <a:ext cx="985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263" name="矩形">
            <a:extLst xmlns:a="http://schemas.openxmlformats.org/drawingml/2006/main">
              <a:ext uri="{FF2B5EF4-FFF2-40B4-BE49-F238E27FC236}">
                <a16:creationId xmlns:a16="http://schemas.microsoft.com/office/drawing/2014/main" id="{51D77C74-3846-4DDE-9256-7ACE0DCF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85975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264" name="EVD-TEST">
            <a:extLst xmlns:a="http://schemas.openxmlformats.org/drawingml/2006/main">
              <a:ext uri="{FF2B5EF4-FFF2-40B4-BE49-F238E27FC236}">
                <a16:creationId xmlns:a16="http://schemas.microsoft.com/office/drawing/2014/main" id="{82E65920-3E55-45A6-902C-9D75DB04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85975"/>
            <a:ext cx="1333500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EVD-TEST</a:t>
            </a:r>
          </a:p>
        </p:txBody>
      </p:sp>
      <p:sp>
        <p:nvSpPr>
          <p:cNvPr id="2265" name="矩形">
            <a:extLst xmlns:a="http://schemas.openxmlformats.org/drawingml/2006/main">
              <a:ext uri="{FF2B5EF4-FFF2-40B4-BE49-F238E27FC236}">
                <a16:creationId xmlns:a16="http://schemas.microsoft.com/office/drawing/2014/main" id="{190C693D-D826-47F0-9FAA-F5623792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85974"/>
            <a:ext cx="762000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66" name="4 组">
            <a:extLst xmlns:a="http://schemas.openxmlformats.org/drawingml/2006/main">
              <a:ext uri="{FF2B5EF4-FFF2-40B4-BE49-F238E27FC236}">
                <a16:creationId xmlns:a16="http://schemas.microsoft.com/office/drawing/2014/main" id="{9F857D6B-E739-43CC-8AC5-69807174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85973"/>
            <a:ext cx="76200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4 组</a:t>
            </a:r>
          </a:p>
        </p:txBody>
      </p:sp>
      <p:sp>
        <p:nvSpPr>
          <p:cNvPr id="2267" name="矩形">
            <a:extLst xmlns:a="http://schemas.openxmlformats.org/drawingml/2006/main">
              <a:ext uri="{FF2B5EF4-FFF2-40B4-BE49-F238E27FC236}">
                <a16:creationId xmlns:a16="http://schemas.microsoft.com/office/drawing/2014/main" id="{364658FD-BCE7-4AB0-A8DF-7DE9F67D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85974"/>
            <a:ext cx="6191250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68" name="API/Web、FSM/HITL/快照、安全恢复工具、CLI 日志">
            <a:extLst xmlns:a="http://schemas.openxmlformats.org/drawingml/2006/main">
              <a:ext uri="{FF2B5EF4-FFF2-40B4-BE49-F238E27FC236}">
                <a16:creationId xmlns:a16="http://schemas.microsoft.com/office/drawing/2014/main" id="{5BA0C50C-41F8-4BB5-9EBD-9DE5CE4A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85973"/>
            <a:ext cx="619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API/Web、FSM/HITL/快照、安全恢复工具、CLI 日志</a:t>
            </a:r>
          </a:p>
        </p:txBody>
      </p:sp>
      <p:sp>
        <p:nvSpPr>
          <p:cNvPr id="2269" name="矩形 993">
            <a:extLst xmlns:a="http://schemas.openxmlformats.org/drawingml/2006/main">
              <a:ext uri="{FF2B5EF4-FFF2-40B4-BE49-F238E27FC236}">
                <a16:creationId xmlns:a16="http://schemas.microsoft.com/office/drawing/2014/main" id="{6094AFB4-AEC1-44B7-B555-D2712CD0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76525"/>
            <a:ext cx="985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270" name="矩形">
            <a:extLst xmlns:a="http://schemas.openxmlformats.org/drawingml/2006/main">
              <a:ext uri="{FF2B5EF4-FFF2-40B4-BE49-F238E27FC236}">
                <a16:creationId xmlns:a16="http://schemas.microsoft.com/office/drawing/2014/main" id="{EF14A36F-F7B0-41D2-ACAC-CB5812D2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28925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271" name="FIG-SV">
            <a:extLst xmlns:a="http://schemas.openxmlformats.org/drawingml/2006/main">
              <a:ext uri="{FF2B5EF4-FFF2-40B4-BE49-F238E27FC236}">
                <a16:creationId xmlns:a16="http://schemas.microsoft.com/office/drawing/2014/main" id="{D09DA87B-6222-4029-A3DC-C025307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28925"/>
            <a:ext cx="1333500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FIG-SV</a:t>
            </a:r>
          </a:p>
        </p:txBody>
      </p:sp>
      <p:sp>
        <p:nvSpPr>
          <p:cNvPr id="2272" name="矩形">
            <a:extLst xmlns:a="http://schemas.openxmlformats.org/drawingml/2006/main">
              <a:ext uri="{FF2B5EF4-FFF2-40B4-BE49-F238E27FC236}">
                <a16:creationId xmlns:a16="http://schemas.microsoft.com/office/drawing/2014/main" id="{331686EE-8E57-449C-BF6C-CEA4DC50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28924"/>
            <a:ext cx="762000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73" name="18 张">
            <a:extLst xmlns:a="http://schemas.openxmlformats.org/drawingml/2006/main">
              <a:ext uri="{FF2B5EF4-FFF2-40B4-BE49-F238E27FC236}">
                <a16:creationId xmlns:a16="http://schemas.microsoft.com/office/drawing/2014/main" id="{3E33E94F-7EB2-492C-823A-493995D1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28923"/>
            <a:ext cx="76200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18 张</a:t>
            </a:r>
          </a:p>
        </p:txBody>
      </p:sp>
      <p:sp>
        <p:nvSpPr>
          <p:cNvPr id="2274" name="矩形">
            <a:extLst xmlns:a="http://schemas.openxmlformats.org/drawingml/2006/main">
              <a:ext uri="{FF2B5EF4-FFF2-40B4-BE49-F238E27FC236}">
                <a16:creationId xmlns:a16="http://schemas.microsoft.com/office/drawing/2014/main" id="{946FA0FA-9DAB-40FE-BDF2-EB43434B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8924"/>
            <a:ext cx="6191250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75" name="Dashboard、Task Builder、Task Detail、Timeline 截图">
            <a:extLst xmlns:a="http://schemas.openxmlformats.org/drawingml/2006/main">
              <a:ext uri="{FF2B5EF4-FFF2-40B4-BE49-F238E27FC236}">
                <a16:creationId xmlns:a16="http://schemas.microsoft.com/office/drawing/2014/main" id="{E5304A9C-E623-4184-9A94-250A99D3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28923"/>
            <a:ext cx="619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Dashboard、Task Builder、Task Detail、Timeline 截图</a:t>
            </a:r>
          </a:p>
        </p:txBody>
      </p:sp>
      <p:sp>
        <p:nvSpPr>
          <p:cNvPr id="2276" name="矩形 997">
            <a:extLst xmlns:a="http://schemas.openxmlformats.org/drawingml/2006/main">
              <a:ext uri="{FF2B5EF4-FFF2-40B4-BE49-F238E27FC236}">
                <a16:creationId xmlns:a16="http://schemas.microsoft.com/office/drawing/2014/main" id="{BECAA824-13BD-4605-BBBD-321A52AB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19475"/>
            <a:ext cx="985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9FE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277" name="矩形">
            <a:extLst xmlns:a="http://schemas.openxmlformats.org/drawingml/2006/main">
              <a:ext uri="{FF2B5EF4-FFF2-40B4-BE49-F238E27FC236}">
                <a16:creationId xmlns:a16="http://schemas.microsoft.com/office/drawing/2014/main" id="{57580EFD-39AC-417F-ACEC-D945B32D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71875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278" name="EVD-LOG">
            <a:extLst xmlns:a="http://schemas.openxmlformats.org/drawingml/2006/main">
              <a:ext uri="{FF2B5EF4-FFF2-40B4-BE49-F238E27FC236}">
                <a16:creationId xmlns:a16="http://schemas.microsoft.com/office/drawing/2014/main" id="{02612B11-80E4-4FCD-B7DE-5A2CA0CF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71875"/>
            <a:ext cx="1333500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EVD-LOG</a:t>
            </a:r>
          </a:p>
        </p:txBody>
      </p:sp>
      <p:sp>
        <p:nvSpPr>
          <p:cNvPr id="2279" name="矩形">
            <a:extLst xmlns:a="http://schemas.openxmlformats.org/drawingml/2006/main">
              <a:ext uri="{FF2B5EF4-FFF2-40B4-BE49-F238E27FC236}">
                <a16:creationId xmlns:a16="http://schemas.microsoft.com/office/drawing/2014/main" id="{5344F94F-D941-4FF1-A283-1678E0FE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71873"/>
            <a:ext cx="762000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80" name="8 组">
            <a:extLst xmlns:a="http://schemas.openxmlformats.org/drawingml/2006/main">
              <a:ext uri="{FF2B5EF4-FFF2-40B4-BE49-F238E27FC236}">
                <a16:creationId xmlns:a16="http://schemas.microsoft.com/office/drawing/2014/main" id="{73A77377-A4C3-4159-B639-08764E8A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571873"/>
            <a:ext cx="76200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8 组</a:t>
            </a:r>
          </a:p>
        </p:txBody>
      </p:sp>
      <p:sp>
        <p:nvSpPr>
          <p:cNvPr id="2281" name="矩形">
            <a:extLst xmlns:a="http://schemas.openxmlformats.org/drawingml/2006/main">
              <a:ext uri="{FF2B5EF4-FFF2-40B4-BE49-F238E27FC236}">
                <a16:creationId xmlns:a16="http://schemas.microsoft.com/office/drawing/2014/main" id="{82956AB3-5C98-4ED2-8E0F-9E928E51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3"/>
            <a:ext cx="6191250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82" name="EventLog、Snapshot、Report、terminal_stop 与等待态样本">
            <a:extLst xmlns:a="http://schemas.openxmlformats.org/drawingml/2006/main">
              <a:ext uri="{FF2B5EF4-FFF2-40B4-BE49-F238E27FC236}">
                <a16:creationId xmlns:a16="http://schemas.microsoft.com/office/drawing/2014/main" id="{C5021ED3-F0DE-48C6-9B32-D1258696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3"/>
            <a:ext cx="619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EventLog、Snapshot、Report、terminal_stop 与等待态样本</a:t>
            </a:r>
          </a:p>
        </p:txBody>
      </p:sp>
      <p:sp>
        <p:nvSpPr>
          <p:cNvPr id="2283" name="矩形 1001">
            <a:extLst xmlns:a="http://schemas.openxmlformats.org/drawingml/2006/main">
              <a:ext uri="{FF2B5EF4-FFF2-40B4-BE49-F238E27FC236}">
                <a16:creationId xmlns:a16="http://schemas.microsoft.com/office/drawing/2014/main" id="{651D8295-C334-4A1B-AA56-CFEA262BD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62425"/>
            <a:ext cx="985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C9DDF1"/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+mj-lt"/>
                <a:ea typeface="+mj-lt"/>
                <a:cs typeface="+mj-lt"/>
              </a:defRPr>
            </a:pPr>
          </a:p>
        </p:txBody>
      </p:sp>
      <p:sp>
        <p:nvSpPr>
          <p:cNvPr id="2284" name="矩形">
            <a:extLst xmlns:a="http://schemas.openxmlformats.org/drawingml/2006/main">
              <a:ext uri="{FF2B5EF4-FFF2-40B4-BE49-F238E27FC236}">
                <a16:creationId xmlns:a16="http://schemas.microsoft.com/office/drawing/2014/main" id="{52506D66-ADCA-4D35-9E79-E763E111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14825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285" name="EVD-EXP">
            <a:extLst xmlns:a="http://schemas.openxmlformats.org/drawingml/2006/main">
              <a:ext uri="{FF2B5EF4-FFF2-40B4-BE49-F238E27FC236}">
                <a16:creationId xmlns:a16="http://schemas.microsoft.com/office/drawing/2014/main" id="{3B58D582-0FBA-45AD-A5B0-65BEFDEF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14825"/>
            <a:ext cx="1333500" cy="172815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200" b="1">
                <a:solidFill>
                  <a:srgbClr val="0052A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EVD-EXP</a:t>
            </a:r>
          </a:p>
        </p:txBody>
      </p:sp>
      <p:sp>
        <p:nvSpPr>
          <p:cNvPr id="2286" name="矩形">
            <a:extLst xmlns:a="http://schemas.openxmlformats.org/drawingml/2006/main">
              <a:ext uri="{FF2B5EF4-FFF2-40B4-BE49-F238E27FC236}">
                <a16:creationId xmlns:a16="http://schemas.microsoft.com/office/drawing/2014/main" id="{1B45BDB3-6E28-40A0-9B99-317EBC47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14823"/>
            <a:ext cx="762000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87" name="4 项">
            <a:extLst xmlns:a="http://schemas.openxmlformats.org/drawingml/2006/main">
              <a:ext uri="{FF2B5EF4-FFF2-40B4-BE49-F238E27FC236}">
                <a16:creationId xmlns:a16="http://schemas.microsoft.com/office/drawing/2014/main" id="{6DDD7C63-84B3-4F71-9810-26310668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314823"/>
            <a:ext cx="762000" cy="2032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1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4 项</a:t>
            </a:r>
          </a:p>
        </p:txBody>
      </p:sp>
      <p:sp>
        <p:nvSpPr>
          <p:cNvPr id="2288" name="矩形">
            <a:extLst xmlns:a="http://schemas.openxmlformats.org/drawingml/2006/main">
              <a:ext uri="{FF2B5EF4-FFF2-40B4-BE49-F238E27FC236}">
                <a16:creationId xmlns:a16="http://schemas.microsoft.com/office/drawing/2014/main" id="{1A55B9DC-163B-49F0-8B2D-B9ECB202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14823"/>
            <a:ext cx="6191250" cy="2095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89" name="smoke / clean run 与 84-run 实验矩阵聚合产物">
            <a:extLst xmlns:a="http://schemas.openxmlformats.org/drawingml/2006/main">
              <a:ext uri="{FF2B5EF4-FFF2-40B4-BE49-F238E27FC236}">
                <a16:creationId xmlns:a16="http://schemas.microsoft.com/office/drawing/2014/main" id="{EAA417D2-4255-450A-8F06-C35C3228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14823"/>
            <a:ext cx="6191250" cy="1778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>
              <a:buNone/>
              <a:defRPr sz="1000">
                <a:solidFill>
                  <a:srgbClr val="46566A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smoke / clean run 与 84-run 实验矩阵聚合产物</a:t>
            </a:r>
          </a:p>
        </p:txBody>
      </p:sp>
      <p:sp>
        <p:nvSpPr>
          <p:cNvPr id="2290" name="矩形">
            <a:extLst xmlns:a="http://schemas.openxmlformats.org/drawingml/2006/main">
              <a:ext uri="{FF2B5EF4-FFF2-40B4-BE49-F238E27FC236}">
                <a16:creationId xmlns:a16="http://schemas.microsoft.com/office/drawing/2014/main" id="{6BD8E036-99F6-4701-A613-7188F886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38748"/>
            <a:ext cx="7429500" cy="2857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291" name="证据链覆盖测试充分性与可追溯性两个追问点">
            <a:extLst xmlns:a="http://schemas.openxmlformats.org/drawingml/2006/main">
              <a:ext uri="{FF2B5EF4-FFF2-40B4-BE49-F238E27FC236}">
                <a16:creationId xmlns:a16="http://schemas.microsoft.com/office/drawing/2014/main" id="{F73D72FC-1FAB-4334-A4A6-7D881709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38748"/>
            <a:ext cx="7429500" cy="2540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1400" b="1">
                <a:solidFill>
                  <a:srgbClr val="082B6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证据链覆盖测试充分性与可追溯性两个追问点</a:t>
            </a:r>
          </a:p>
        </p:txBody>
      </p:sp>
      <p:sp>
        <p:nvSpPr>
          <p:cNvPr id="2292" name="矩形">
            <a:extLst xmlns:a="http://schemas.openxmlformats.org/drawingml/2006/main">
              <a:ext uri="{FF2B5EF4-FFF2-40B4-BE49-F238E27FC236}">
                <a16:creationId xmlns:a16="http://schemas.microsoft.com/office/drawing/2014/main" id="{6DDB217B-16EE-402C-B5E0-14AD03CA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297" name="">
            <a:extLst xmlns:a="http://schemas.openxmlformats.org/drawingml/2006/main">
              <a:ext uri="{FF2B5EF4-FFF2-40B4-BE49-F238E27FC236}">
                <a16:creationId xmlns:a16="http://schemas.microsoft.com/office/drawing/2014/main" id="{514DD6B4-0911-4A66-A85D-9D8C4F75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419850"/>
            <a:ext cx="32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8A8A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A8A8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007323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96" name="矩形">
            <a:extLst xmlns:a="http://schemas.openxmlformats.org/drawingml/2006/main">
              <a:ext uri="{FF2B5EF4-FFF2-40B4-BE49-F238E27FC236}">
                <a16:creationId xmlns:a16="http://schemas.microsoft.com/office/drawing/2014/main" id="{C8F9E15F-D133-4746-856D-15DDE38F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2A5E"/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97" name="矩形">
            <a:extLst xmlns:a="http://schemas.openxmlformats.org/drawingml/2006/main">
              <a:ext uri="{FF2B5EF4-FFF2-40B4-BE49-F238E27FC236}">
                <a16:creationId xmlns:a16="http://schemas.microsoft.com/office/drawing/2014/main" id="{EE3B79BE-5275-48D3-A60A-FC5BABBC3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83B82"/>
              </a:gs>
              <a:gs pos="58000">
                <a:srgbClr val="0869B8"/>
              </a:gs>
              <a:gs pos="100000">
                <a:srgbClr val="0B8ED6"/>
              </a:gs>
            </a:gsLst>
            <a:lin ang="8100000"/>
          </a:gra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sp>
        <p:nvSpPr>
          <p:cNvPr id="2298" name="矩形">
            <a:extLst xmlns:a="http://schemas.openxmlformats.org/drawingml/2006/main">
              <a:ext uri="{FF2B5EF4-FFF2-40B4-BE49-F238E27FC236}">
                <a16:creationId xmlns:a16="http://schemas.microsoft.com/office/drawing/2014/main" id="{E67D6032-DCD4-4964-B56E-5267147E4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4250"/>
            <a:ext cx="2190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B82">
              <a:alpha val="8000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299" name="image.jpe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67d255d6c4740"/>
          <a:srcRect xmlns:a="http://schemas.openxmlformats.org/drawingml/2006/main" l="23864" t="0" r="2386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3" y="3714750"/>
            <a:ext cx="2190754" cy="3143250"/>
          </a:xfrm>
          <a:prstGeom xmlns:a="http://schemas.openxmlformats.org/drawingml/2006/main" prst="rect">
            <a:avLst/>
          </a:prstGeom>
        </p:spPr>
      </p:pic>
      <p:sp>
        <p:nvSpPr>
          <p:cNvPr id="2300" name="矩形">
            <a:extLst xmlns:a="http://schemas.openxmlformats.org/drawingml/2006/main">
              <a:ext uri="{FF2B5EF4-FFF2-40B4-BE49-F238E27FC236}">
                <a16:creationId xmlns:a16="http://schemas.microsoft.com/office/drawing/2014/main" id="{1D5A0165-291E-4A88-AB8A-8F1F3ECE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4250"/>
            <a:ext cx="2190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3B82">
              <a:alpha val="8000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buNone/>
              <a:defRPr>
                <a:latin typeface="Calibri"/>
                <a:ea typeface="Calibri"/>
                <a:cs typeface="Calibri"/>
              </a:defRPr>
            </a:pPr>
          </a:p>
        </p:txBody>
      </p:sp>
      <p:pic>
        <p:nvPicPr>
          <p:cNvPr id="2301" name="image2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4ef5de7d9b47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8979" y="457200"/>
            <a:ext cx="2428877" cy="681791"/>
          </a:xfrm>
          <a:prstGeom xmlns:a="http://schemas.openxmlformats.org/drawingml/2006/main" prst="rect">
            <a:avLst/>
          </a:prstGeom>
        </p:spPr>
      </p:pic>
      <p:sp>
        <p:nvSpPr>
          <p:cNvPr id="2302" name="矩形">
            <a:extLst xmlns:a="http://schemas.openxmlformats.org/drawingml/2006/main">
              <a:ext uri="{FF2B5EF4-FFF2-40B4-BE49-F238E27FC236}">
                <a16:creationId xmlns:a16="http://schemas.microsoft.com/office/drawing/2014/main" id="{4DD854D8-9B55-4ED0-A690-AD03A749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0299"/>
            <a:ext cx="2476500" cy="742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3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</a:p>
        </p:txBody>
      </p:sp>
      <p:sp>
        <p:nvSpPr>
          <p:cNvPr id="2303" name="谢谢">
            <a:extLst xmlns:a="http://schemas.openxmlformats.org/drawingml/2006/main">
              <a:ext uri="{FF2B5EF4-FFF2-40B4-BE49-F238E27FC236}">
                <a16:creationId xmlns:a16="http://schemas.microsoft.com/office/drawing/2014/main" id="{62263743-6485-46EE-850E-A069CC8F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0298"/>
            <a:ext cx="2476500" cy="66040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3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 xmlns:a="http://schemas.openxmlformats.org/drawingml/2006/main">
            <a:pPr>
              <a:buNone/>
            </a:pPr>
            <a:r>
              <a:t>谢谢</a:t>
            </a:r>
          </a:p>
        </p:txBody>
      </p:sp>
      <p:sp>
        <p:nvSpPr>
          <p:cNvPr id="2304" name="矩形">
            <a:extLst xmlns:a="http://schemas.openxmlformats.org/drawingml/2006/main">
              <a:ext uri="{FF2B5EF4-FFF2-40B4-BE49-F238E27FC236}">
                <a16:creationId xmlns:a16="http://schemas.microsoft.com/office/drawing/2014/main" id="{F86BB9E1-1DF7-493E-90F6-B0E60402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600448"/>
            <a:ext cx="3238500" cy="742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3175">
            <a:solidFill>
              <a:srgbClr val="000000">
                <a:alpha val="0"/>
              </a:srgbClr>
            </a:solidFill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</a:p>
        </p:txBody>
      </p:sp>
      <p:sp>
        <p:nvSpPr>
          <p:cNvPr id="2305" name="Thanks">
            <a:extLst xmlns:a="http://schemas.openxmlformats.org/drawingml/2006/main">
              <a:ext uri="{FF2B5EF4-FFF2-40B4-BE49-F238E27FC236}">
                <a16:creationId xmlns:a16="http://schemas.microsoft.com/office/drawing/2014/main" id="{CA6851FB-5EE8-4671-BD8E-2412A650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600448"/>
            <a:ext cx="3238500" cy="55488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0" tIns="0" rIns="0" bIns="0">
            <a:spAutoFit/>
          </a:bodyPr>
          <a:lstStyle xmlns:a="http://schemas.openxmlformats.org/drawingml/2006/main">
            <a:lvl1pPr algn="ctr">
              <a:buNone/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>
              <a:buNone/>
            </a:pPr>
            <a:r>
              <a:t>Thanks</a:t>
            </a:r>
          </a:p>
        </p:txBody>
      </p:sp>
      <p:pic>
        <p:nvPicPr>
          <p:cNvPr id="2306" name="Picture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3467ffb7b43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21439852">
            <a:off x="7190230" y="376260"/>
            <a:ext cx="5433098" cy="6574571"/>
          </a:xfrm>
          <a:prstGeom xmlns:a="http://schemas.openxmlformats.org/drawingml/2006/main" prst="rect">
            <a:avLst/>
          </a:prstGeom>
        </p:spPr>
      </p:pic>
      <p:pic>
        <p:nvPicPr>
          <p:cNvPr id="2307" name="Picture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aa75b1657e46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21416039">
            <a:off x="7030632" y="406042"/>
            <a:ext cx="5601483" cy="650199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0073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2026-05-25T08:55:12.9180000Z</dcterms:created>
  <dcterms:modified xsi:type="dcterms:W3CDTF">2026-05-25T08:55:12.9180000Z</dcterms:modified>
</coreProperties>
</file>