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7"/>
  </p:normalViewPr>
  <p:slideViewPr>
    <p:cSldViewPr snapToGrid="0">
      <p:cViewPr varScale="1">
        <p:scale>
          <a:sx n="97" d="100"/>
          <a:sy n="97" d="100"/>
        </p:scale>
        <p:origin x="4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幻灯片编号">
            <a:extLst>
              <a:ext uri="{FF2B5EF4-FFF2-40B4-BE49-F238E27FC236}">
                <a16:creationId xmlns:a16="http://schemas.microsoft.com/office/drawing/2014/main" id="{0B1CEA1E-5E2F-4802-9AA2-7CA9C4CF0DD9}"/>
              </a:ext>
            </a:extLst>
          </p:cNvPr>
          <p:cNvSpPr>
            <a:spLocks noGrp="1"/>
          </p:cNvSpPr>
          <p:nvPr>
            <p:ph type="sldNum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>
            <a:extLst>
              <a:ext uri="{FF2B5EF4-FFF2-40B4-BE49-F238E27FC236}">
                <a16:creationId xmlns:a16="http://schemas.microsoft.com/office/drawing/2014/main" id="{7B49075D-304F-4039-A791-0A6C79521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/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" name="正文级别 1…">
            <a:extLst>
              <a:ext uri="{FF2B5EF4-FFF2-40B4-BE49-F238E27FC236}">
                <a16:creationId xmlns:a16="http://schemas.microsoft.com/office/drawing/2014/main" id="{7A906C3F-51DC-4682-A3F4-4F3280BFC0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/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" name="幻灯片编号">
            <a:extLst>
              <a:ext uri="{FF2B5EF4-FFF2-40B4-BE49-F238E27FC236}">
                <a16:creationId xmlns:a16="http://schemas.microsoft.com/office/drawing/2014/main" id="{69E4E502-0DE9-4A03-A6E6-3B7CD38DD4B6}"/>
              </a:ext>
            </a:extLst>
          </p:cNvPr>
          <p:cNvSpPr>
            <a:spLocks noGrp="1"/>
          </p:cNvSpPr>
          <p:nvPr>
            <p:ph type="sldNum" idx="2"/>
          </p:nvPr>
        </p:nvSpPr>
        <p:spPr>
          <a:xfrm>
            <a:off x="8478981" y="6232199"/>
            <a:ext cx="258620" cy="248302"/>
          </a:xfrm>
          <a:prstGeom prst="rect">
            <a:avLst/>
          </a:prstGeom>
          <a:ln w="12700"/>
        </p:spPr>
        <p:txBody>
          <a:bodyPr wrap="none" lIns="45718" tIns="45718" rIns="45718" bIns="45718" anchor="ctr">
            <a:spAutoFit/>
          </a:bodyPr>
          <a:lstStyle>
            <a:lvl1pPr algn="r">
              <a:buNone/>
              <a:defRPr sz="1200">
                <a:latin typeface="Calibri"/>
                <a:ea typeface="Calibri"/>
                <a:cs typeface="Calibri"/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marL="228600" indent="-228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1pPr>
      <a:lvl2pPr marL="723900" indent="-2667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2pPr>
      <a:lvl3pPr marL="1234438" indent="-320038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3pPr>
      <a:lvl4pPr marL="17272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4pPr>
      <a:lvl5pPr marL="21844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5pPr>
      <a:lvl6pPr marL="26416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6pPr>
      <a:lvl7pPr marL="30988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7pPr>
      <a:lvl8pPr marL="35560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8pPr>
      <a:lvl9pPr marL="40132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9pPr>
    </p:bodyStyle>
    <p:otherStyle>
      <a:lvl1pPr marL="0" indent="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1pPr>
      <a:lvl2pPr marL="0" indent="4572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2pPr>
      <a:lvl3pPr marL="0" indent="9144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3pPr>
      <a:lvl4pPr marL="0" indent="13716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4pPr>
      <a:lvl5pPr marL="0" indent="18288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5pPr>
      <a:lvl6pPr marL="0" indent="22860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6pPr>
      <a:lvl7pPr marL="0" indent="27432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7pPr>
      <a:lvl8pPr marL="0" indent="32004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8pPr>
      <a:lvl9pPr marL="0" indent="36576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2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">
            <a:extLst>
              <a:ext uri="{FF2B5EF4-FFF2-40B4-BE49-F238E27FC236}">
                <a16:creationId xmlns:a16="http://schemas.microsoft.com/office/drawing/2014/main" id="{B451832D-CB0C-4CF8-93B3-897BA3BF7A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2A5E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" name="矩形">
            <a:extLst>
              <a:ext uri="{FF2B5EF4-FFF2-40B4-BE49-F238E27FC236}">
                <a16:creationId xmlns:a16="http://schemas.microsoft.com/office/drawing/2014/main" id="{AB75F619-246E-40FE-BAB7-80DD1112EA9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83B82"/>
              </a:gs>
              <a:gs pos="56000">
                <a:srgbClr val="0869B8"/>
              </a:gs>
              <a:gs pos="100000">
                <a:srgbClr val="0B8ED6"/>
              </a:gs>
            </a:gsLst>
            <a:lin ang="8100000"/>
          </a:gra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" name="椭圆形">
            <a:extLst>
              <a:ext uri="{FF2B5EF4-FFF2-40B4-BE49-F238E27FC236}">
                <a16:creationId xmlns:a16="http://schemas.microsoft.com/office/drawing/2014/main" id="{A0E163D0-79AF-4178-9E8B-DF403CD77033}"/>
              </a:ext>
            </a:extLst>
          </p:cNvPr>
          <p:cNvSpPr>
            <a:spLocks noGrp="1"/>
          </p:cNvSpPr>
          <p:nvPr/>
        </p:nvSpPr>
        <p:spPr>
          <a:xfrm>
            <a:off x="171450" y="4476750"/>
            <a:ext cx="2476500" cy="2095500"/>
          </a:xfrm>
          <a:prstGeom prst="ellipse">
            <a:avLst/>
          </a:prstGeom>
          <a:solidFill>
            <a:srgbClr val="FFFFFF">
              <a:alpha val="7058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" name="矩形">
            <a:extLst>
              <a:ext uri="{FF2B5EF4-FFF2-40B4-BE49-F238E27FC236}">
                <a16:creationId xmlns:a16="http://schemas.microsoft.com/office/drawing/2014/main" id="{FE12A392-18B1-46A1-98F0-A1A489FCA6E1}"/>
              </a:ext>
            </a:extLst>
          </p:cNvPr>
          <p:cNvSpPr>
            <a:spLocks noGrp="1"/>
          </p:cNvSpPr>
          <p:nvPr/>
        </p:nvSpPr>
        <p:spPr>
          <a:xfrm>
            <a:off x="6381750" y="0"/>
            <a:ext cx="5810250" cy="6858000"/>
          </a:xfrm>
          <a:prstGeom prst="rect">
            <a:avLst/>
          </a:prstGeom>
          <a:solidFill>
            <a:srgbClr val="FFFFFF">
              <a:alpha val="4314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4" name="矩形">
            <a:extLst>
              <a:ext uri="{FF2B5EF4-FFF2-40B4-BE49-F238E27FC236}">
                <a16:creationId xmlns:a16="http://schemas.microsoft.com/office/drawing/2014/main" id="{549C9434-872C-47B8-A350-6CA8F9E041CC}"/>
              </a:ext>
            </a:extLst>
          </p:cNvPr>
          <p:cNvSpPr>
            <a:spLocks noGrp="1"/>
          </p:cNvSpPr>
          <p:nvPr/>
        </p:nvSpPr>
        <p:spPr>
          <a:xfrm>
            <a:off x="571500" y="3429000"/>
            <a:ext cx="2476500" cy="2667000"/>
          </a:xfrm>
          <a:prstGeom prst="rect">
            <a:avLst/>
          </a:prstGeom>
          <a:solidFill>
            <a:srgbClr val="063B82">
              <a:alpha val="8000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25" name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59205"/>
            <a:ext cx="2428875" cy="681793"/>
          </a:xfrm>
          <a:prstGeom prst="rect">
            <a:avLst/>
          </a:prstGeom>
        </p:spPr>
      </p:pic>
      <p:sp>
        <p:nvSpPr>
          <p:cNvPr id="26" name="矩形">
            <a:extLst>
              <a:ext uri="{FF2B5EF4-FFF2-40B4-BE49-F238E27FC236}">
                <a16:creationId xmlns:a16="http://schemas.microsoft.com/office/drawing/2014/main" id="{035E6B21-11A3-401F-940D-AE6BB3BDFDDE}"/>
              </a:ext>
            </a:extLst>
          </p:cNvPr>
          <p:cNvSpPr>
            <a:spLocks noGrp="1"/>
          </p:cNvSpPr>
          <p:nvPr/>
        </p:nvSpPr>
        <p:spPr>
          <a:xfrm>
            <a:off x="704850" y="1952624"/>
            <a:ext cx="5810250" cy="121920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7" name="基于大模型驱动的 Agent 协作…">
            <a:extLst>
              <a:ext uri="{FF2B5EF4-FFF2-40B4-BE49-F238E27FC236}">
                <a16:creationId xmlns:a16="http://schemas.microsoft.com/office/drawing/2014/main" id="{DD51B29E-AB67-428F-8CB0-0A2C4AAEE81E}"/>
              </a:ext>
            </a:extLst>
          </p:cNvPr>
          <p:cNvSpPr>
            <a:spLocks noGrp="1"/>
          </p:cNvSpPr>
          <p:nvPr/>
        </p:nvSpPr>
        <p:spPr>
          <a:xfrm>
            <a:off x="704850" y="1952623"/>
            <a:ext cx="5810250" cy="1066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基于大模型驱动的 Agent 协作</a:t>
            </a:r>
          </a:p>
          <a:p>
            <a:pPr>
              <a:buNone/>
              <a:def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新一代蛋白质设计系统开发</a:t>
            </a:r>
          </a:p>
        </p:txBody>
      </p:sp>
      <p:sp>
        <p:nvSpPr>
          <p:cNvPr id="28" name="矩形">
            <a:extLst>
              <a:ext uri="{FF2B5EF4-FFF2-40B4-BE49-F238E27FC236}">
                <a16:creationId xmlns:a16="http://schemas.microsoft.com/office/drawing/2014/main" id="{11E70CD2-8359-49DC-9653-17AA1F924FBB}"/>
              </a:ext>
            </a:extLst>
          </p:cNvPr>
          <p:cNvSpPr>
            <a:spLocks noGrp="1"/>
          </p:cNvSpPr>
          <p:nvPr/>
        </p:nvSpPr>
        <p:spPr>
          <a:xfrm>
            <a:off x="742950" y="3381375"/>
            <a:ext cx="1428750" cy="47625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9" name="矩形">
            <a:extLst>
              <a:ext uri="{FF2B5EF4-FFF2-40B4-BE49-F238E27FC236}">
                <a16:creationId xmlns:a16="http://schemas.microsoft.com/office/drawing/2014/main" id="{3D3CF4CC-6BF4-4534-98EA-97768999430A}"/>
              </a:ext>
            </a:extLst>
          </p:cNvPr>
          <p:cNvSpPr>
            <a:spLocks noGrp="1"/>
          </p:cNvSpPr>
          <p:nvPr/>
        </p:nvSpPr>
        <p:spPr>
          <a:xfrm>
            <a:off x="723900" y="3619498"/>
            <a:ext cx="3810000" cy="30480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500" b="1">
                <a:solidFill>
                  <a:srgbClr val="D9EC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0" name="毕业设计答辩 | 软件工程">
            <a:extLst>
              <a:ext uri="{FF2B5EF4-FFF2-40B4-BE49-F238E27FC236}">
                <a16:creationId xmlns:a16="http://schemas.microsoft.com/office/drawing/2014/main" id="{DE31E39F-7481-4719-AA33-2DFAC9C847ED}"/>
              </a:ext>
            </a:extLst>
          </p:cNvPr>
          <p:cNvSpPr>
            <a:spLocks noGrp="1"/>
          </p:cNvSpPr>
          <p:nvPr/>
        </p:nvSpPr>
        <p:spPr>
          <a:xfrm>
            <a:off x="723900" y="3619498"/>
            <a:ext cx="3810000" cy="266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500" b="1">
                <a:solidFill>
                  <a:srgbClr val="D9EC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毕业设计答辩 | 软件工程</a:t>
            </a:r>
          </a:p>
        </p:txBody>
      </p:sp>
      <p:sp>
        <p:nvSpPr>
          <p:cNvPr id="31" name="矩形">
            <a:extLst>
              <a:ext uri="{FF2B5EF4-FFF2-40B4-BE49-F238E27FC236}">
                <a16:creationId xmlns:a16="http://schemas.microsoft.com/office/drawing/2014/main" id="{2A0FA299-7996-46F9-BDC5-C3ED51C6A9F9}"/>
              </a:ext>
            </a:extLst>
          </p:cNvPr>
          <p:cNvSpPr>
            <a:spLocks noGrp="1"/>
          </p:cNvSpPr>
          <p:nvPr/>
        </p:nvSpPr>
        <p:spPr>
          <a:xfrm>
            <a:off x="723900" y="4476748"/>
            <a:ext cx="4095750" cy="110490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2" name="郑彦文  2022112879…">
            <a:extLst>
              <a:ext uri="{FF2B5EF4-FFF2-40B4-BE49-F238E27FC236}">
                <a16:creationId xmlns:a16="http://schemas.microsoft.com/office/drawing/2014/main" id="{3F92CFE8-4A40-412E-A221-0B071BCAE757}"/>
              </a:ext>
            </a:extLst>
          </p:cNvPr>
          <p:cNvSpPr>
            <a:spLocks noGrp="1"/>
          </p:cNvSpPr>
          <p:nvPr/>
        </p:nvSpPr>
        <p:spPr>
          <a:xfrm>
            <a:off x="723900" y="4476748"/>
            <a:ext cx="4095750" cy="10160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t>郑彦文  2022112879</a:t>
            </a:r>
          </a:p>
          <a:p>
            <a:pPr>
              <a:buNone/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t>指导教师：陈源龙</a:t>
            </a:r>
          </a:p>
          <a:p>
            <a:pPr>
              <a:buNone/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t>哈尔滨工业大学 计算学部</a:t>
            </a:r>
          </a:p>
          <a:p>
            <a:pPr>
              <a:buNone/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t>2026年5月26日</a:t>
            </a:r>
          </a:p>
        </p:txBody>
      </p:sp>
      <p:sp>
        <p:nvSpPr>
          <p:cNvPr id="33" name="矩形">
            <a:extLst>
              <a:ext uri="{FF2B5EF4-FFF2-40B4-BE49-F238E27FC236}">
                <a16:creationId xmlns:a16="http://schemas.microsoft.com/office/drawing/2014/main" id="{C739E3BA-6E04-4906-8441-11168A64A766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4" name="矩形">
            <a:extLst>
              <a:ext uri="{FF2B5EF4-FFF2-40B4-BE49-F238E27FC236}">
                <a16:creationId xmlns:a16="http://schemas.microsoft.com/office/drawing/2014/main" id="{CC708E45-E1CF-4DD3-A93B-5E91743FFE05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5" name="矩形">
            <a:extLst>
              <a:ext uri="{FF2B5EF4-FFF2-40B4-BE49-F238E27FC236}">
                <a16:creationId xmlns:a16="http://schemas.microsoft.com/office/drawing/2014/main" id="{9EB27620-1810-400B-B649-671BDF62B16B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6" name="矩形">
            <a:extLst>
              <a:ext uri="{FF2B5EF4-FFF2-40B4-BE49-F238E27FC236}">
                <a16:creationId xmlns:a16="http://schemas.microsoft.com/office/drawing/2014/main" id="{784B35D0-D2C9-48DD-9929-AE8847266F1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7" name="矩形">
            <a:extLst>
              <a:ext uri="{FF2B5EF4-FFF2-40B4-BE49-F238E27FC236}">
                <a16:creationId xmlns:a16="http://schemas.microsoft.com/office/drawing/2014/main" id="{234A20BC-BA76-4F10-9DF4-9C48EDB6E860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8" name="矩形">
            <a:extLst>
              <a:ext uri="{FF2B5EF4-FFF2-40B4-BE49-F238E27FC236}">
                <a16:creationId xmlns:a16="http://schemas.microsoft.com/office/drawing/2014/main" id="{6E38673A-A500-4436-BA00-6A6C47DD0DE7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9" name="矩形">
            <a:extLst>
              <a:ext uri="{FF2B5EF4-FFF2-40B4-BE49-F238E27FC236}">
                <a16:creationId xmlns:a16="http://schemas.microsoft.com/office/drawing/2014/main" id="{D6085CC3-0DDF-486A-AE51-C018739EC9CB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0" name="矩形">
            <a:extLst>
              <a:ext uri="{FF2B5EF4-FFF2-40B4-BE49-F238E27FC236}">
                <a16:creationId xmlns:a16="http://schemas.microsoft.com/office/drawing/2014/main" id="{72E17965-96D8-4102-A46D-BFD45E43E25F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1" name="矩形">
            <a:extLst>
              <a:ext uri="{FF2B5EF4-FFF2-40B4-BE49-F238E27FC236}">
                <a16:creationId xmlns:a16="http://schemas.microsoft.com/office/drawing/2014/main" id="{48155144-7EC7-4E48-AF1B-34D1582460CB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2" name="矩形">
            <a:extLst>
              <a:ext uri="{FF2B5EF4-FFF2-40B4-BE49-F238E27FC236}">
                <a16:creationId xmlns:a16="http://schemas.microsoft.com/office/drawing/2014/main" id="{3BA21E23-C1CC-421F-AF05-B538CA98057B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3" name="矩形">
            <a:extLst>
              <a:ext uri="{FF2B5EF4-FFF2-40B4-BE49-F238E27FC236}">
                <a16:creationId xmlns:a16="http://schemas.microsoft.com/office/drawing/2014/main" id="{F2827296-7E8E-4415-BD5E-2742B49EDE10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4" name="矩形">
            <a:extLst>
              <a:ext uri="{FF2B5EF4-FFF2-40B4-BE49-F238E27FC236}">
                <a16:creationId xmlns:a16="http://schemas.microsoft.com/office/drawing/2014/main" id="{2623E1D3-DEC9-4574-B46D-ED7286FDD27E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5" name="矩形">
            <a:extLst>
              <a:ext uri="{FF2B5EF4-FFF2-40B4-BE49-F238E27FC236}">
                <a16:creationId xmlns:a16="http://schemas.microsoft.com/office/drawing/2014/main" id="{4F272BAB-B3AA-4F6E-955B-0DA23A666286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6" name="矩形">
            <a:extLst>
              <a:ext uri="{FF2B5EF4-FFF2-40B4-BE49-F238E27FC236}">
                <a16:creationId xmlns:a16="http://schemas.microsoft.com/office/drawing/2014/main" id="{6BCDADDE-8F4E-4240-8F2E-44DB50FBBC97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7" name="矩形">
            <a:extLst>
              <a:ext uri="{FF2B5EF4-FFF2-40B4-BE49-F238E27FC236}">
                <a16:creationId xmlns:a16="http://schemas.microsoft.com/office/drawing/2014/main" id="{65421674-095B-4986-8935-9EF283DB8257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8" name="矩形">
            <a:extLst>
              <a:ext uri="{FF2B5EF4-FFF2-40B4-BE49-F238E27FC236}">
                <a16:creationId xmlns:a16="http://schemas.microsoft.com/office/drawing/2014/main" id="{FB3DFB88-4331-4867-BBB9-B3BB34FA3138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9" name="矩形">
            <a:extLst>
              <a:ext uri="{FF2B5EF4-FFF2-40B4-BE49-F238E27FC236}">
                <a16:creationId xmlns:a16="http://schemas.microsoft.com/office/drawing/2014/main" id="{8D0229FD-D540-4F51-A46E-25FCC0F54301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0" name="矩形">
            <a:extLst>
              <a:ext uri="{FF2B5EF4-FFF2-40B4-BE49-F238E27FC236}">
                <a16:creationId xmlns:a16="http://schemas.microsoft.com/office/drawing/2014/main" id="{5F70FB61-B31A-4737-A1AA-4B9EFF07FD90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1" name="矩形">
            <a:extLst>
              <a:ext uri="{FF2B5EF4-FFF2-40B4-BE49-F238E27FC236}">
                <a16:creationId xmlns:a16="http://schemas.microsoft.com/office/drawing/2014/main" id="{E632DF29-A15C-4417-84AC-1ADD1F52F610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2" name="矩形">
            <a:extLst>
              <a:ext uri="{FF2B5EF4-FFF2-40B4-BE49-F238E27FC236}">
                <a16:creationId xmlns:a16="http://schemas.microsoft.com/office/drawing/2014/main" id="{0CC4B8F5-04B5-4187-94CE-F00FD2C00E40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3" name="矩形">
            <a:extLst>
              <a:ext uri="{FF2B5EF4-FFF2-40B4-BE49-F238E27FC236}">
                <a16:creationId xmlns:a16="http://schemas.microsoft.com/office/drawing/2014/main" id="{E2194103-E24F-4C3D-809E-81A4F5D364B7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4" name="矩形">
            <a:extLst>
              <a:ext uri="{FF2B5EF4-FFF2-40B4-BE49-F238E27FC236}">
                <a16:creationId xmlns:a16="http://schemas.microsoft.com/office/drawing/2014/main" id="{591B3909-3873-4C47-A7C9-9F45D900FD7D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5" name="矩形">
            <a:extLst>
              <a:ext uri="{FF2B5EF4-FFF2-40B4-BE49-F238E27FC236}">
                <a16:creationId xmlns:a16="http://schemas.microsoft.com/office/drawing/2014/main" id="{814347DF-7B13-49E8-A997-2FA963149FBD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6" name="矩形">
            <a:extLst>
              <a:ext uri="{FF2B5EF4-FFF2-40B4-BE49-F238E27FC236}">
                <a16:creationId xmlns:a16="http://schemas.microsoft.com/office/drawing/2014/main" id="{492DE072-0C8F-4649-A476-94F56895D2C8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7" name="矩形">
            <a:extLst>
              <a:ext uri="{FF2B5EF4-FFF2-40B4-BE49-F238E27FC236}">
                <a16:creationId xmlns:a16="http://schemas.microsoft.com/office/drawing/2014/main" id="{B729810F-C597-4327-81B7-6820D14CB464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8" name="矩形">
            <a:extLst>
              <a:ext uri="{FF2B5EF4-FFF2-40B4-BE49-F238E27FC236}">
                <a16:creationId xmlns:a16="http://schemas.microsoft.com/office/drawing/2014/main" id="{57C7548D-CD71-40BF-8ECE-0787E4A64C94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9" name="矩形">
            <a:extLst>
              <a:ext uri="{FF2B5EF4-FFF2-40B4-BE49-F238E27FC236}">
                <a16:creationId xmlns:a16="http://schemas.microsoft.com/office/drawing/2014/main" id="{FB4433D5-FD03-4C75-8765-9188B660BA1F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0" name="矩形">
            <a:extLst>
              <a:ext uri="{FF2B5EF4-FFF2-40B4-BE49-F238E27FC236}">
                <a16:creationId xmlns:a16="http://schemas.microsoft.com/office/drawing/2014/main" id="{5D13C2E7-37C5-40DA-BB9E-E2623F727705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1" name="矩形">
            <a:extLst>
              <a:ext uri="{FF2B5EF4-FFF2-40B4-BE49-F238E27FC236}">
                <a16:creationId xmlns:a16="http://schemas.microsoft.com/office/drawing/2014/main" id="{FCC1E3EE-2B37-49A0-A069-50D104523F8A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2" name="矩形">
            <a:extLst>
              <a:ext uri="{FF2B5EF4-FFF2-40B4-BE49-F238E27FC236}">
                <a16:creationId xmlns:a16="http://schemas.microsoft.com/office/drawing/2014/main" id="{2D46C255-AA1E-49A1-94F1-65316B46790F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3" name="矩形">
            <a:extLst>
              <a:ext uri="{FF2B5EF4-FFF2-40B4-BE49-F238E27FC236}">
                <a16:creationId xmlns:a16="http://schemas.microsoft.com/office/drawing/2014/main" id="{AF31D618-2551-4624-9524-B8B5DBE8AB49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4" name="矩形">
            <a:extLst>
              <a:ext uri="{FF2B5EF4-FFF2-40B4-BE49-F238E27FC236}">
                <a16:creationId xmlns:a16="http://schemas.microsoft.com/office/drawing/2014/main" id="{F665A8EF-6D2A-4CCA-9FDE-C858A5E6DA20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5" name="矩形">
            <a:extLst>
              <a:ext uri="{FF2B5EF4-FFF2-40B4-BE49-F238E27FC236}">
                <a16:creationId xmlns:a16="http://schemas.microsoft.com/office/drawing/2014/main" id="{72B91027-B36E-482A-B73F-2ED8587C3205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6" name="矩形">
            <a:extLst>
              <a:ext uri="{FF2B5EF4-FFF2-40B4-BE49-F238E27FC236}">
                <a16:creationId xmlns:a16="http://schemas.microsoft.com/office/drawing/2014/main" id="{3C9EEA02-7B6A-4FE4-A6C1-6621A6A048D1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7" name="矩形">
            <a:extLst>
              <a:ext uri="{FF2B5EF4-FFF2-40B4-BE49-F238E27FC236}">
                <a16:creationId xmlns:a16="http://schemas.microsoft.com/office/drawing/2014/main" id="{5415746C-1AD5-4FE1-96B7-C42C3EC8DDCC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8" name="矩形">
            <a:extLst>
              <a:ext uri="{FF2B5EF4-FFF2-40B4-BE49-F238E27FC236}">
                <a16:creationId xmlns:a16="http://schemas.microsoft.com/office/drawing/2014/main" id="{4A095169-70FB-40A4-85EA-339887680D20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9" name="矩形">
            <a:extLst>
              <a:ext uri="{FF2B5EF4-FFF2-40B4-BE49-F238E27FC236}">
                <a16:creationId xmlns:a16="http://schemas.microsoft.com/office/drawing/2014/main" id="{0279858B-BC2A-4EDA-B736-CB78F3B21403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0" name="矩形">
            <a:extLst>
              <a:ext uri="{FF2B5EF4-FFF2-40B4-BE49-F238E27FC236}">
                <a16:creationId xmlns:a16="http://schemas.microsoft.com/office/drawing/2014/main" id="{BBC225E6-C65D-447D-B66B-1338A1E8FB80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1" name="矩形">
            <a:extLst>
              <a:ext uri="{FF2B5EF4-FFF2-40B4-BE49-F238E27FC236}">
                <a16:creationId xmlns:a16="http://schemas.microsoft.com/office/drawing/2014/main" id="{03218007-1EDF-4F97-810D-3122F82919F2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2" name="矩形">
            <a:extLst>
              <a:ext uri="{FF2B5EF4-FFF2-40B4-BE49-F238E27FC236}">
                <a16:creationId xmlns:a16="http://schemas.microsoft.com/office/drawing/2014/main" id="{E659546B-C2FC-4141-9117-F02F1A8C5E3E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3" name="矩形">
            <a:extLst>
              <a:ext uri="{FF2B5EF4-FFF2-40B4-BE49-F238E27FC236}">
                <a16:creationId xmlns:a16="http://schemas.microsoft.com/office/drawing/2014/main" id="{B4CD82E9-B7A9-4634-BC53-4CC590D7ECD8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4" name="矩形">
            <a:extLst>
              <a:ext uri="{FF2B5EF4-FFF2-40B4-BE49-F238E27FC236}">
                <a16:creationId xmlns:a16="http://schemas.microsoft.com/office/drawing/2014/main" id="{5851C306-26C6-4B30-B512-9DEABAF9BC22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5" name="矩形">
            <a:extLst>
              <a:ext uri="{FF2B5EF4-FFF2-40B4-BE49-F238E27FC236}">
                <a16:creationId xmlns:a16="http://schemas.microsoft.com/office/drawing/2014/main" id="{D9AA5C09-6CD0-4A55-A1E6-4FD4C0DFF6AC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6" name="矩形">
            <a:extLst>
              <a:ext uri="{FF2B5EF4-FFF2-40B4-BE49-F238E27FC236}">
                <a16:creationId xmlns:a16="http://schemas.microsoft.com/office/drawing/2014/main" id="{A5792F66-DAE3-4FDA-9A41-BEFB4B9D84B0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7" name="矩形">
            <a:extLst>
              <a:ext uri="{FF2B5EF4-FFF2-40B4-BE49-F238E27FC236}">
                <a16:creationId xmlns:a16="http://schemas.microsoft.com/office/drawing/2014/main" id="{F9709B89-3F20-41FA-AF7E-A708B6E8438F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8" name="矩形">
            <a:extLst>
              <a:ext uri="{FF2B5EF4-FFF2-40B4-BE49-F238E27FC236}">
                <a16:creationId xmlns:a16="http://schemas.microsoft.com/office/drawing/2014/main" id="{F2A2DA36-3CA6-405A-A02A-9282FEF1B039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9" name="矩形">
            <a:extLst>
              <a:ext uri="{FF2B5EF4-FFF2-40B4-BE49-F238E27FC236}">
                <a16:creationId xmlns:a16="http://schemas.microsoft.com/office/drawing/2014/main" id="{B393C84B-A6E8-420D-9C60-3E83CB17D41C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0" name="矩形">
            <a:extLst>
              <a:ext uri="{FF2B5EF4-FFF2-40B4-BE49-F238E27FC236}">
                <a16:creationId xmlns:a16="http://schemas.microsoft.com/office/drawing/2014/main" id="{C68A58FE-0B52-4D83-B7BF-15AA0FA21FDD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1" name="矩形">
            <a:extLst>
              <a:ext uri="{FF2B5EF4-FFF2-40B4-BE49-F238E27FC236}">
                <a16:creationId xmlns:a16="http://schemas.microsoft.com/office/drawing/2014/main" id="{720165C6-50B5-442A-962D-A465211CEF85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2" name="矩形">
            <a:extLst>
              <a:ext uri="{FF2B5EF4-FFF2-40B4-BE49-F238E27FC236}">
                <a16:creationId xmlns:a16="http://schemas.microsoft.com/office/drawing/2014/main" id="{2D08656C-660B-4D8F-994E-4E122D2553B6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3" name="矩形">
            <a:extLst>
              <a:ext uri="{FF2B5EF4-FFF2-40B4-BE49-F238E27FC236}">
                <a16:creationId xmlns:a16="http://schemas.microsoft.com/office/drawing/2014/main" id="{3906FD17-F9A8-48F4-B390-DBD982E46DA7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4" name="矩形">
            <a:extLst>
              <a:ext uri="{FF2B5EF4-FFF2-40B4-BE49-F238E27FC236}">
                <a16:creationId xmlns:a16="http://schemas.microsoft.com/office/drawing/2014/main" id="{0764B56C-869A-4023-893A-BA519617B6F1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5" name="矩形">
            <a:extLst>
              <a:ext uri="{FF2B5EF4-FFF2-40B4-BE49-F238E27FC236}">
                <a16:creationId xmlns:a16="http://schemas.microsoft.com/office/drawing/2014/main" id="{C21D7BDA-CFF3-40B1-8C65-86CE05ED7CD5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6" name="矩形">
            <a:extLst>
              <a:ext uri="{FF2B5EF4-FFF2-40B4-BE49-F238E27FC236}">
                <a16:creationId xmlns:a16="http://schemas.microsoft.com/office/drawing/2014/main" id="{AFD9A158-A54D-468D-BF5A-84B6595DAB95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7" name="矩形">
            <a:extLst>
              <a:ext uri="{FF2B5EF4-FFF2-40B4-BE49-F238E27FC236}">
                <a16:creationId xmlns:a16="http://schemas.microsoft.com/office/drawing/2014/main" id="{2A2760EC-F204-4B7F-AAE5-342D6F0B50BC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8" name="矩形">
            <a:extLst>
              <a:ext uri="{FF2B5EF4-FFF2-40B4-BE49-F238E27FC236}">
                <a16:creationId xmlns:a16="http://schemas.microsoft.com/office/drawing/2014/main" id="{8153D475-B040-4635-980C-10386440A064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9" name="矩形">
            <a:extLst>
              <a:ext uri="{FF2B5EF4-FFF2-40B4-BE49-F238E27FC236}">
                <a16:creationId xmlns:a16="http://schemas.microsoft.com/office/drawing/2014/main" id="{F2F2E8C6-D06C-4E31-8F1A-4BE8E82C27E8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0" name="矩形">
            <a:extLst>
              <a:ext uri="{FF2B5EF4-FFF2-40B4-BE49-F238E27FC236}">
                <a16:creationId xmlns:a16="http://schemas.microsoft.com/office/drawing/2014/main" id="{A58A2918-4938-4A9C-8BEE-30C8D063B3F3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1" name="矩形">
            <a:extLst>
              <a:ext uri="{FF2B5EF4-FFF2-40B4-BE49-F238E27FC236}">
                <a16:creationId xmlns:a16="http://schemas.microsoft.com/office/drawing/2014/main" id="{2707EA60-8E12-4134-B999-5C2F0C1773EB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2" name="矩形">
            <a:extLst>
              <a:ext uri="{FF2B5EF4-FFF2-40B4-BE49-F238E27FC236}">
                <a16:creationId xmlns:a16="http://schemas.microsoft.com/office/drawing/2014/main" id="{B87FDFDD-45EE-49FF-8DF4-82A723C32C7C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3" name="矩形">
            <a:extLst>
              <a:ext uri="{FF2B5EF4-FFF2-40B4-BE49-F238E27FC236}">
                <a16:creationId xmlns:a16="http://schemas.microsoft.com/office/drawing/2014/main" id="{AE09F3F0-7A5A-420E-942E-0DCEF11D0280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4" name="矩形">
            <a:extLst>
              <a:ext uri="{FF2B5EF4-FFF2-40B4-BE49-F238E27FC236}">
                <a16:creationId xmlns:a16="http://schemas.microsoft.com/office/drawing/2014/main" id="{736F1325-3246-4463-8E51-D0EF1A1CF025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5" name="矩形">
            <a:extLst>
              <a:ext uri="{FF2B5EF4-FFF2-40B4-BE49-F238E27FC236}">
                <a16:creationId xmlns:a16="http://schemas.microsoft.com/office/drawing/2014/main" id="{AF482F1E-B923-46F3-83FF-C70CACCBCA94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6" name="矩形">
            <a:extLst>
              <a:ext uri="{FF2B5EF4-FFF2-40B4-BE49-F238E27FC236}">
                <a16:creationId xmlns:a16="http://schemas.microsoft.com/office/drawing/2014/main" id="{BBDE97C5-62DB-4862-98DA-872238889884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7" name="矩形">
            <a:extLst>
              <a:ext uri="{FF2B5EF4-FFF2-40B4-BE49-F238E27FC236}">
                <a16:creationId xmlns:a16="http://schemas.microsoft.com/office/drawing/2014/main" id="{666B4120-205F-4C6E-AF98-D2CE6AB3A372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8" name="矩形">
            <a:extLst>
              <a:ext uri="{FF2B5EF4-FFF2-40B4-BE49-F238E27FC236}">
                <a16:creationId xmlns:a16="http://schemas.microsoft.com/office/drawing/2014/main" id="{B3810854-9110-4B13-A22E-A171D4E53547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9" name="矩形">
            <a:extLst>
              <a:ext uri="{FF2B5EF4-FFF2-40B4-BE49-F238E27FC236}">
                <a16:creationId xmlns:a16="http://schemas.microsoft.com/office/drawing/2014/main" id="{1F3D056D-12A0-4834-A1BF-A7F4DF7B86F9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00" name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pic>
        <p:nvPicPr>
          <p:cNvPr id="101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39852">
            <a:off x="7231466" y="383006"/>
            <a:ext cx="5432671" cy="6574050"/>
          </a:xfrm>
          <a:prstGeom prst="rect">
            <a:avLst/>
          </a:prstGeom>
        </p:spPr>
      </p:pic>
      <p:pic>
        <p:nvPicPr>
          <p:cNvPr id="102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16039">
            <a:off x="7033782" y="412787"/>
            <a:ext cx="5601042" cy="6501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458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矩形">
            <a:extLst>
              <a:ext uri="{FF2B5EF4-FFF2-40B4-BE49-F238E27FC236}">
                <a16:creationId xmlns:a16="http://schemas.microsoft.com/office/drawing/2014/main" id="{17D36CA8-D8E4-40A7-BE6E-B286C3D7E4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05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106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107" name="矩形">
            <a:extLst>
              <a:ext uri="{FF2B5EF4-FFF2-40B4-BE49-F238E27FC236}">
                <a16:creationId xmlns:a16="http://schemas.microsoft.com/office/drawing/2014/main" id="{3017730C-F63A-46C5-84DF-B96D8F3E2A4B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8" name="矩形">
            <a:extLst>
              <a:ext uri="{FF2B5EF4-FFF2-40B4-BE49-F238E27FC236}">
                <a16:creationId xmlns:a16="http://schemas.microsoft.com/office/drawing/2014/main" id="{20D2F2AF-F67C-4A7A-92ED-093E0F565A47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9" name="矩形">
            <a:extLst>
              <a:ext uri="{FF2B5EF4-FFF2-40B4-BE49-F238E27FC236}">
                <a16:creationId xmlns:a16="http://schemas.microsoft.com/office/drawing/2014/main" id="{AC045725-6981-401E-9599-8AF20D37A3F2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0" name="矩形">
            <a:extLst>
              <a:ext uri="{FF2B5EF4-FFF2-40B4-BE49-F238E27FC236}">
                <a16:creationId xmlns:a16="http://schemas.microsoft.com/office/drawing/2014/main" id="{8D627A45-DD9A-43DD-93FC-B2AD15A43E49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1" name="矩形">
            <a:extLst>
              <a:ext uri="{FF2B5EF4-FFF2-40B4-BE49-F238E27FC236}">
                <a16:creationId xmlns:a16="http://schemas.microsoft.com/office/drawing/2014/main" id="{5D1A2E5F-68DE-4622-A1CD-8D43976EAE37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2" name="矩形">
            <a:extLst>
              <a:ext uri="{FF2B5EF4-FFF2-40B4-BE49-F238E27FC236}">
                <a16:creationId xmlns:a16="http://schemas.microsoft.com/office/drawing/2014/main" id="{7D3865A0-CFB8-45BB-BD66-F5F13BBE2D6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3" name="矩形">
            <a:extLst>
              <a:ext uri="{FF2B5EF4-FFF2-40B4-BE49-F238E27FC236}">
                <a16:creationId xmlns:a16="http://schemas.microsoft.com/office/drawing/2014/main" id="{96B5C1A9-DCB6-432E-83F5-FAC747D5CF37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" name="矩形">
            <a:extLst>
              <a:ext uri="{FF2B5EF4-FFF2-40B4-BE49-F238E27FC236}">
                <a16:creationId xmlns:a16="http://schemas.microsoft.com/office/drawing/2014/main" id="{093DB9DE-BCAB-4D87-8211-15E2A58B2C5D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5" name="矩形">
            <a:extLst>
              <a:ext uri="{FF2B5EF4-FFF2-40B4-BE49-F238E27FC236}">
                <a16:creationId xmlns:a16="http://schemas.microsoft.com/office/drawing/2014/main" id="{FEA2CF83-0C57-478F-82BE-7206A9B92EC8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6" name="矩形">
            <a:extLst>
              <a:ext uri="{FF2B5EF4-FFF2-40B4-BE49-F238E27FC236}">
                <a16:creationId xmlns:a16="http://schemas.microsoft.com/office/drawing/2014/main" id="{CB228839-7AA9-4043-B5D6-622DEAEE4516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7" name="矩形">
            <a:extLst>
              <a:ext uri="{FF2B5EF4-FFF2-40B4-BE49-F238E27FC236}">
                <a16:creationId xmlns:a16="http://schemas.microsoft.com/office/drawing/2014/main" id="{71D42EE1-AC73-408F-AA7A-2FAF0233DF6C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8" name="矩形">
            <a:extLst>
              <a:ext uri="{FF2B5EF4-FFF2-40B4-BE49-F238E27FC236}">
                <a16:creationId xmlns:a16="http://schemas.microsoft.com/office/drawing/2014/main" id="{3BF45328-0267-43CA-9BEB-E8A1A5EDBD2C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9" name="矩形">
            <a:extLst>
              <a:ext uri="{FF2B5EF4-FFF2-40B4-BE49-F238E27FC236}">
                <a16:creationId xmlns:a16="http://schemas.microsoft.com/office/drawing/2014/main" id="{0358D545-B2C5-4A3B-9641-6E4FA0D25AD5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0" name="矩形">
            <a:extLst>
              <a:ext uri="{FF2B5EF4-FFF2-40B4-BE49-F238E27FC236}">
                <a16:creationId xmlns:a16="http://schemas.microsoft.com/office/drawing/2014/main" id="{91D5A6C5-285B-497E-AC50-7B36078055B5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1" name="矩形">
            <a:extLst>
              <a:ext uri="{FF2B5EF4-FFF2-40B4-BE49-F238E27FC236}">
                <a16:creationId xmlns:a16="http://schemas.microsoft.com/office/drawing/2014/main" id="{D863C514-4579-4693-BB97-210DF3E3DD45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2" name="矩形">
            <a:extLst>
              <a:ext uri="{FF2B5EF4-FFF2-40B4-BE49-F238E27FC236}">
                <a16:creationId xmlns:a16="http://schemas.microsoft.com/office/drawing/2014/main" id="{F18CBC39-6A31-4415-9927-E9A9C79B11F8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3" name="矩形">
            <a:extLst>
              <a:ext uri="{FF2B5EF4-FFF2-40B4-BE49-F238E27FC236}">
                <a16:creationId xmlns:a16="http://schemas.microsoft.com/office/drawing/2014/main" id="{85A1B17C-FA4C-4416-8ECF-5B128D9D94C0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4" name="矩形">
            <a:extLst>
              <a:ext uri="{FF2B5EF4-FFF2-40B4-BE49-F238E27FC236}">
                <a16:creationId xmlns:a16="http://schemas.microsoft.com/office/drawing/2014/main" id="{D55C3AE6-A7EF-44DA-9BF3-6F2B28C607FA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5" name="矩形">
            <a:extLst>
              <a:ext uri="{FF2B5EF4-FFF2-40B4-BE49-F238E27FC236}">
                <a16:creationId xmlns:a16="http://schemas.microsoft.com/office/drawing/2014/main" id="{A1A8476F-E215-421D-A377-482AD4AF560F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6" name="矩形">
            <a:extLst>
              <a:ext uri="{FF2B5EF4-FFF2-40B4-BE49-F238E27FC236}">
                <a16:creationId xmlns:a16="http://schemas.microsoft.com/office/drawing/2014/main" id="{7ED9A904-EB1B-4D7D-9977-2A9BEA76514D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7" name="矩形">
            <a:extLst>
              <a:ext uri="{FF2B5EF4-FFF2-40B4-BE49-F238E27FC236}">
                <a16:creationId xmlns:a16="http://schemas.microsoft.com/office/drawing/2014/main" id="{CE1E0C78-F386-4AA2-A208-F2EC66216AB9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8" name="矩形">
            <a:extLst>
              <a:ext uri="{FF2B5EF4-FFF2-40B4-BE49-F238E27FC236}">
                <a16:creationId xmlns:a16="http://schemas.microsoft.com/office/drawing/2014/main" id="{8E413B44-8D36-42B3-9BD7-EF4BB087CD95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9" name="矩形">
            <a:extLst>
              <a:ext uri="{FF2B5EF4-FFF2-40B4-BE49-F238E27FC236}">
                <a16:creationId xmlns:a16="http://schemas.microsoft.com/office/drawing/2014/main" id="{9EB2E43B-4F4E-43A9-865A-067B95681A6B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0" name="矩形">
            <a:extLst>
              <a:ext uri="{FF2B5EF4-FFF2-40B4-BE49-F238E27FC236}">
                <a16:creationId xmlns:a16="http://schemas.microsoft.com/office/drawing/2014/main" id="{B8740660-D4B1-4311-A9D8-C33ACAB0BA9B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1" name="矩形">
            <a:extLst>
              <a:ext uri="{FF2B5EF4-FFF2-40B4-BE49-F238E27FC236}">
                <a16:creationId xmlns:a16="http://schemas.microsoft.com/office/drawing/2014/main" id="{134C8D45-B1E3-4A09-AABF-0D0CE9BAA9EC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2" name="矩形">
            <a:extLst>
              <a:ext uri="{FF2B5EF4-FFF2-40B4-BE49-F238E27FC236}">
                <a16:creationId xmlns:a16="http://schemas.microsoft.com/office/drawing/2014/main" id="{65C02AB0-2689-4C19-95B7-E24F056C8DBD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3" name="矩形">
            <a:extLst>
              <a:ext uri="{FF2B5EF4-FFF2-40B4-BE49-F238E27FC236}">
                <a16:creationId xmlns:a16="http://schemas.microsoft.com/office/drawing/2014/main" id="{71D8CE0C-0F31-40D2-A4E8-A1662F887E85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4" name="矩形">
            <a:extLst>
              <a:ext uri="{FF2B5EF4-FFF2-40B4-BE49-F238E27FC236}">
                <a16:creationId xmlns:a16="http://schemas.microsoft.com/office/drawing/2014/main" id="{BEBCD8C1-2BFF-454D-8D5C-F14FDD109A35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5" name="矩形">
            <a:extLst>
              <a:ext uri="{FF2B5EF4-FFF2-40B4-BE49-F238E27FC236}">
                <a16:creationId xmlns:a16="http://schemas.microsoft.com/office/drawing/2014/main" id="{874F5D22-5714-46DE-BDD2-34D7D34A7BC7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6" name="矩形">
            <a:extLst>
              <a:ext uri="{FF2B5EF4-FFF2-40B4-BE49-F238E27FC236}">
                <a16:creationId xmlns:a16="http://schemas.microsoft.com/office/drawing/2014/main" id="{496AC867-4E62-411F-B553-9B0F920C5E92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7" name="矩形">
            <a:extLst>
              <a:ext uri="{FF2B5EF4-FFF2-40B4-BE49-F238E27FC236}">
                <a16:creationId xmlns:a16="http://schemas.microsoft.com/office/drawing/2014/main" id="{5E556E2E-5FB6-41E9-B78F-D45434B8A081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8" name="矩形">
            <a:extLst>
              <a:ext uri="{FF2B5EF4-FFF2-40B4-BE49-F238E27FC236}">
                <a16:creationId xmlns:a16="http://schemas.microsoft.com/office/drawing/2014/main" id="{9DBAF052-4B3B-43D7-A047-7A5AE8FF04E5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9" name="矩形">
            <a:extLst>
              <a:ext uri="{FF2B5EF4-FFF2-40B4-BE49-F238E27FC236}">
                <a16:creationId xmlns:a16="http://schemas.microsoft.com/office/drawing/2014/main" id="{66C26873-280B-4EFE-B56A-A7812B4B23BD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0" name="矩形">
            <a:extLst>
              <a:ext uri="{FF2B5EF4-FFF2-40B4-BE49-F238E27FC236}">
                <a16:creationId xmlns:a16="http://schemas.microsoft.com/office/drawing/2014/main" id="{59A680A2-DEF9-45D2-8FBB-8EF8D466D366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1" name="矩形">
            <a:extLst>
              <a:ext uri="{FF2B5EF4-FFF2-40B4-BE49-F238E27FC236}">
                <a16:creationId xmlns:a16="http://schemas.microsoft.com/office/drawing/2014/main" id="{D0C97F11-F8FE-4CF4-A34A-06C9AAA69497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2" name="矩形">
            <a:extLst>
              <a:ext uri="{FF2B5EF4-FFF2-40B4-BE49-F238E27FC236}">
                <a16:creationId xmlns:a16="http://schemas.microsoft.com/office/drawing/2014/main" id="{ABF78C5C-D858-48E8-9E87-1783245165A2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3" name="矩形">
            <a:extLst>
              <a:ext uri="{FF2B5EF4-FFF2-40B4-BE49-F238E27FC236}">
                <a16:creationId xmlns:a16="http://schemas.microsoft.com/office/drawing/2014/main" id="{992C0C37-482A-4FD1-AA07-F0F98912B6C5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4" name="矩形">
            <a:extLst>
              <a:ext uri="{FF2B5EF4-FFF2-40B4-BE49-F238E27FC236}">
                <a16:creationId xmlns:a16="http://schemas.microsoft.com/office/drawing/2014/main" id="{2F5241F8-EE11-4052-892C-B1606A005683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5" name="矩形">
            <a:extLst>
              <a:ext uri="{FF2B5EF4-FFF2-40B4-BE49-F238E27FC236}">
                <a16:creationId xmlns:a16="http://schemas.microsoft.com/office/drawing/2014/main" id="{F42C9E7C-C6EE-40E0-B4EB-44B82EAA362B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6" name="矩形">
            <a:extLst>
              <a:ext uri="{FF2B5EF4-FFF2-40B4-BE49-F238E27FC236}">
                <a16:creationId xmlns:a16="http://schemas.microsoft.com/office/drawing/2014/main" id="{C8EDDD9F-C486-462C-8FDD-D8CA68634D9E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7" name="矩形">
            <a:extLst>
              <a:ext uri="{FF2B5EF4-FFF2-40B4-BE49-F238E27FC236}">
                <a16:creationId xmlns:a16="http://schemas.microsoft.com/office/drawing/2014/main" id="{1243BD73-186E-4ED7-9204-4B6542B76791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8" name="矩形">
            <a:extLst>
              <a:ext uri="{FF2B5EF4-FFF2-40B4-BE49-F238E27FC236}">
                <a16:creationId xmlns:a16="http://schemas.microsoft.com/office/drawing/2014/main" id="{AB1D68A1-B531-4ADF-B5C3-ED79F33CC376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9" name="矩形">
            <a:extLst>
              <a:ext uri="{FF2B5EF4-FFF2-40B4-BE49-F238E27FC236}">
                <a16:creationId xmlns:a16="http://schemas.microsoft.com/office/drawing/2014/main" id="{DA32BED8-9669-4BF1-A382-1F00B6804AE4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0" name="矩形">
            <a:extLst>
              <a:ext uri="{FF2B5EF4-FFF2-40B4-BE49-F238E27FC236}">
                <a16:creationId xmlns:a16="http://schemas.microsoft.com/office/drawing/2014/main" id="{FE9910C6-0E16-4E9D-B889-124CBBA760FF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1" name="矩形">
            <a:extLst>
              <a:ext uri="{FF2B5EF4-FFF2-40B4-BE49-F238E27FC236}">
                <a16:creationId xmlns:a16="http://schemas.microsoft.com/office/drawing/2014/main" id="{242906CA-46B0-43A9-9DF6-1B433212AF68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2" name="矩形">
            <a:extLst>
              <a:ext uri="{FF2B5EF4-FFF2-40B4-BE49-F238E27FC236}">
                <a16:creationId xmlns:a16="http://schemas.microsoft.com/office/drawing/2014/main" id="{110BF5A7-7E46-4249-9F03-AE63BE65B843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3" name="矩形">
            <a:extLst>
              <a:ext uri="{FF2B5EF4-FFF2-40B4-BE49-F238E27FC236}">
                <a16:creationId xmlns:a16="http://schemas.microsoft.com/office/drawing/2014/main" id="{AF57EFA7-672E-4C46-91E6-C02DE44CFE7E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4" name="矩形">
            <a:extLst>
              <a:ext uri="{FF2B5EF4-FFF2-40B4-BE49-F238E27FC236}">
                <a16:creationId xmlns:a16="http://schemas.microsoft.com/office/drawing/2014/main" id="{76371E81-8752-4A9F-BA90-7C1C3D5514EF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5" name="矩形">
            <a:extLst>
              <a:ext uri="{FF2B5EF4-FFF2-40B4-BE49-F238E27FC236}">
                <a16:creationId xmlns:a16="http://schemas.microsoft.com/office/drawing/2014/main" id="{CE89E349-AA14-4799-A7AF-EF0A2285D117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6" name="矩形">
            <a:extLst>
              <a:ext uri="{FF2B5EF4-FFF2-40B4-BE49-F238E27FC236}">
                <a16:creationId xmlns:a16="http://schemas.microsoft.com/office/drawing/2014/main" id="{34D7E693-720B-4F20-8B8A-0C09730F406A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7" name="矩形">
            <a:extLst>
              <a:ext uri="{FF2B5EF4-FFF2-40B4-BE49-F238E27FC236}">
                <a16:creationId xmlns:a16="http://schemas.microsoft.com/office/drawing/2014/main" id="{F11D997E-F54F-4F73-8F06-CEBFE4ABD234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8" name="矩形">
            <a:extLst>
              <a:ext uri="{FF2B5EF4-FFF2-40B4-BE49-F238E27FC236}">
                <a16:creationId xmlns:a16="http://schemas.microsoft.com/office/drawing/2014/main" id="{F7559DB9-D8BC-4851-B832-A672E4525910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9" name="矩形">
            <a:extLst>
              <a:ext uri="{FF2B5EF4-FFF2-40B4-BE49-F238E27FC236}">
                <a16:creationId xmlns:a16="http://schemas.microsoft.com/office/drawing/2014/main" id="{0C2F99CA-56C3-4E6C-9503-2F20DF422827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0" name="矩形">
            <a:extLst>
              <a:ext uri="{FF2B5EF4-FFF2-40B4-BE49-F238E27FC236}">
                <a16:creationId xmlns:a16="http://schemas.microsoft.com/office/drawing/2014/main" id="{62897CE6-C280-4969-A96F-F5259032E1A3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1" name="矩形">
            <a:extLst>
              <a:ext uri="{FF2B5EF4-FFF2-40B4-BE49-F238E27FC236}">
                <a16:creationId xmlns:a16="http://schemas.microsoft.com/office/drawing/2014/main" id="{F7DBD9F9-2914-476E-913D-344E3A390479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2" name="矩形">
            <a:extLst>
              <a:ext uri="{FF2B5EF4-FFF2-40B4-BE49-F238E27FC236}">
                <a16:creationId xmlns:a16="http://schemas.microsoft.com/office/drawing/2014/main" id="{A145EFBC-510E-47F2-AADB-793E52B47C4D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3" name="矩形">
            <a:extLst>
              <a:ext uri="{FF2B5EF4-FFF2-40B4-BE49-F238E27FC236}">
                <a16:creationId xmlns:a16="http://schemas.microsoft.com/office/drawing/2014/main" id="{C53CA22E-5992-4EF6-973D-51510AF89D97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4" name="矩形">
            <a:extLst>
              <a:ext uri="{FF2B5EF4-FFF2-40B4-BE49-F238E27FC236}">
                <a16:creationId xmlns:a16="http://schemas.microsoft.com/office/drawing/2014/main" id="{4373EB51-F3EA-4A30-A0EE-2F9B3E605601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5" name="矩形">
            <a:extLst>
              <a:ext uri="{FF2B5EF4-FFF2-40B4-BE49-F238E27FC236}">
                <a16:creationId xmlns:a16="http://schemas.microsoft.com/office/drawing/2014/main" id="{6A0667AE-C232-4148-8B44-C134BB3119E1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6" name="矩形">
            <a:extLst>
              <a:ext uri="{FF2B5EF4-FFF2-40B4-BE49-F238E27FC236}">
                <a16:creationId xmlns:a16="http://schemas.microsoft.com/office/drawing/2014/main" id="{6D09935D-4E0C-438D-AA5A-7D13D7FAB702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7" name="矩形">
            <a:extLst>
              <a:ext uri="{FF2B5EF4-FFF2-40B4-BE49-F238E27FC236}">
                <a16:creationId xmlns:a16="http://schemas.microsoft.com/office/drawing/2014/main" id="{C074E1D0-5398-4C3F-8B21-0048B8C9F762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8" name="矩形">
            <a:extLst>
              <a:ext uri="{FF2B5EF4-FFF2-40B4-BE49-F238E27FC236}">
                <a16:creationId xmlns:a16="http://schemas.microsoft.com/office/drawing/2014/main" id="{6AD61D1A-7541-431F-91F6-77D5B1DF115B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9" name="矩形">
            <a:extLst>
              <a:ext uri="{FF2B5EF4-FFF2-40B4-BE49-F238E27FC236}">
                <a16:creationId xmlns:a16="http://schemas.microsoft.com/office/drawing/2014/main" id="{6006215E-F088-4D58-86ED-987EC112B7CA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0" name="矩形">
            <a:extLst>
              <a:ext uri="{FF2B5EF4-FFF2-40B4-BE49-F238E27FC236}">
                <a16:creationId xmlns:a16="http://schemas.microsoft.com/office/drawing/2014/main" id="{89921800-3673-4A23-B55B-89498AA7C943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1" name="矩形">
            <a:extLst>
              <a:ext uri="{FF2B5EF4-FFF2-40B4-BE49-F238E27FC236}">
                <a16:creationId xmlns:a16="http://schemas.microsoft.com/office/drawing/2014/main" id="{265C9367-80C7-405C-82CB-29A0F7948ABD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2" name="矩形">
            <a:extLst>
              <a:ext uri="{FF2B5EF4-FFF2-40B4-BE49-F238E27FC236}">
                <a16:creationId xmlns:a16="http://schemas.microsoft.com/office/drawing/2014/main" id="{9C815200-D9A8-4C86-A174-8EBCA9365D7D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3" name="矩形">
            <a:extLst>
              <a:ext uri="{FF2B5EF4-FFF2-40B4-BE49-F238E27FC236}">
                <a16:creationId xmlns:a16="http://schemas.microsoft.com/office/drawing/2014/main" id="{CC350D95-77ED-4089-B1F3-A5D2EDD878B1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4" name="矩形">
            <a:extLst>
              <a:ext uri="{FF2B5EF4-FFF2-40B4-BE49-F238E27FC236}">
                <a16:creationId xmlns:a16="http://schemas.microsoft.com/office/drawing/2014/main" id="{6D26BBE5-9A48-42D9-B418-AAA0990D341E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5" name="矩形">
            <a:extLst>
              <a:ext uri="{FF2B5EF4-FFF2-40B4-BE49-F238E27FC236}">
                <a16:creationId xmlns:a16="http://schemas.microsoft.com/office/drawing/2014/main" id="{B669C816-1256-4424-ADE5-2A257D872F83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76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177" name="矩形">
            <a:extLst>
              <a:ext uri="{FF2B5EF4-FFF2-40B4-BE49-F238E27FC236}">
                <a16:creationId xmlns:a16="http://schemas.microsoft.com/office/drawing/2014/main" id="{20346EE9-2A5C-4F7A-A0CE-145F9D951B3B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8" name="目录">
            <a:extLst>
              <a:ext uri="{FF2B5EF4-FFF2-40B4-BE49-F238E27FC236}">
                <a16:creationId xmlns:a16="http://schemas.microsoft.com/office/drawing/2014/main" id="{AD971B66-CB26-41A7-B761-20DC8AB89983}"/>
              </a:ext>
            </a:extLst>
          </p:cNvPr>
          <p:cNvSpPr>
            <a:spLocks noGrp="1"/>
          </p:cNvSpPr>
          <p:nvPr/>
        </p:nvSpPr>
        <p:spPr>
          <a:xfrm>
            <a:off x="1000125" y="238125"/>
            <a:ext cx="7239000" cy="381001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目录</a:t>
            </a:r>
          </a:p>
        </p:txBody>
      </p:sp>
      <p:sp>
        <p:nvSpPr>
          <p:cNvPr id="180" name="矩形">
            <a:extLst>
              <a:ext uri="{FF2B5EF4-FFF2-40B4-BE49-F238E27FC236}">
                <a16:creationId xmlns:a16="http://schemas.microsoft.com/office/drawing/2014/main" id="{A81D394C-0516-4405-86F6-7BAAD249192E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81" name="AGENDA">
            <a:extLst>
              <a:ext uri="{FF2B5EF4-FFF2-40B4-BE49-F238E27FC236}">
                <a16:creationId xmlns:a16="http://schemas.microsoft.com/office/drawing/2014/main" id="{D15453AF-5E0B-41CD-928A-F1F11E0AB771}"/>
              </a:ext>
            </a:extLst>
          </p:cNvPr>
          <p:cNvSpPr>
            <a:spLocks noGrp="1"/>
          </p:cNvSpPr>
          <p:nvPr/>
        </p:nvSpPr>
        <p:spPr>
          <a:xfrm>
            <a:off x="8667750" y="269874"/>
            <a:ext cx="1428750" cy="127001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AGENDA</a:t>
            </a:r>
          </a:p>
        </p:txBody>
      </p:sp>
      <p:sp>
        <p:nvSpPr>
          <p:cNvPr id="186" name="矩形">
            <a:extLst>
              <a:ext uri="{FF2B5EF4-FFF2-40B4-BE49-F238E27FC236}">
                <a16:creationId xmlns:a16="http://schemas.microsoft.com/office/drawing/2014/main" id="{AF1088F3-502B-4037-B841-ABB981B125ED}"/>
              </a:ext>
            </a:extLst>
          </p:cNvPr>
          <p:cNvSpPr>
            <a:spLocks noGrp="1"/>
          </p:cNvSpPr>
          <p:nvPr/>
        </p:nvSpPr>
        <p:spPr>
          <a:xfrm>
            <a:off x="1571625" y="1104900"/>
            <a:ext cx="9048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87" name="围绕“运行时工作流规划”展开：先说明问题与系统，再讲 CEBRA-WP 算法，最后用实现和验证收束。">
            <a:extLst>
              <a:ext uri="{FF2B5EF4-FFF2-40B4-BE49-F238E27FC236}">
                <a16:creationId xmlns:a16="http://schemas.microsoft.com/office/drawing/2014/main" id="{73243DAA-79C9-4C0C-83F5-6E63EC275F15}"/>
              </a:ext>
            </a:extLst>
          </p:cNvPr>
          <p:cNvSpPr>
            <a:spLocks noGrp="1"/>
          </p:cNvSpPr>
          <p:nvPr/>
        </p:nvSpPr>
        <p:spPr>
          <a:xfrm>
            <a:off x="1571625" y="1104900"/>
            <a:ext cx="904875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围绕“运行时工作流规划”展开：先说明问题与系统，再讲 CEBRA-WP 算法，最后用实现和验证收束。</a:t>
            </a:r>
          </a:p>
        </p:txBody>
      </p:sp>
      <p:sp>
        <p:nvSpPr>
          <p:cNvPr id="189" name="圆角矩形">
            <a:extLst>
              <a:ext uri="{FF2B5EF4-FFF2-40B4-BE49-F238E27FC236}">
                <a16:creationId xmlns:a16="http://schemas.microsoft.com/office/drawing/2014/main" id="{FDC6DB7D-173E-4D61-96E5-19D61D5E6DC4}"/>
              </a:ext>
            </a:extLst>
          </p:cNvPr>
          <p:cNvSpPr>
            <a:spLocks noGrp="1"/>
          </p:cNvSpPr>
          <p:nvPr/>
        </p:nvSpPr>
        <p:spPr>
          <a:xfrm>
            <a:off x="2000250" y="1666875"/>
            <a:ext cx="81915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90" name="矩形">
            <a:extLst>
              <a:ext uri="{FF2B5EF4-FFF2-40B4-BE49-F238E27FC236}">
                <a16:creationId xmlns:a16="http://schemas.microsoft.com/office/drawing/2014/main" id="{F6BA3291-3CB0-4D80-B32D-21A1495D16E0}"/>
              </a:ext>
            </a:extLst>
          </p:cNvPr>
          <p:cNvSpPr>
            <a:spLocks noGrp="1"/>
          </p:cNvSpPr>
          <p:nvPr/>
        </p:nvSpPr>
        <p:spPr>
          <a:xfrm>
            <a:off x="2000250" y="1666875"/>
            <a:ext cx="57150" cy="7429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91" name="矩形">
            <a:extLst>
              <a:ext uri="{FF2B5EF4-FFF2-40B4-BE49-F238E27FC236}">
                <a16:creationId xmlns:a16="http://schemas.microsoft.com/office/drawing/2014/main" id="{94BBFFA4-DF45-44FF-B1B6-881C1223849D}"/>
              </a:ext>
            </a:extLst>
          </p:cNvPr>
          <p:cNvSpPr>
            <a:spLocks noGrp="1"/>
          </p:cNvSpPr>
          <p:nvPr/>
        </p:nvSpPr>
        <p:spPr>
          <a:xfrm>
            <a:off x="2209800" y="1857375"/>
            <a:ext cx="5143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92" name="01">
            <a:extLst>
              <a:ext uri="{FF2B5EF4-FFF2-40B4-BE49-F238E27FC236}">
                <a16:creationId xmlns:a16="http://schemas.microsoft.com/office/drawing/2014/main" id="{69026929-94D7-430A-BD40-F93807AF2C48}"/>
              </a:ext>
            </a:extLst>
          </p:cNvPr>
          <p:cNvSpPr>
            <a:spLocks noGrp="1"/>
          </p:cNvSpPr>
          <p:nvPr/>
        </p:nvSpPr>
        <p:spPr>
          <a:xfrm>
            <a:off x="2209800" y="1857375"/>
            <a:ext cx="514350" cy="259222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 algn="ctr">
              <a:buNone/>
              <a:defRPr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01</a:t>
            </a:r>
          </a:p>
        </p:txBody>
      </p:sp>
      <p:sp>
        <p:nvSpPr>
          <p:cNvPr id="194" name="矩形">
            <a:extLst>
              <a:ext uri="{FF2B5EF4-FFF2-40B4-BE49-F238E27FC236}">
                <a16:creationId xmlns:a16="http://schemas.microsoft.com/office/drawing/2014/main" id="{908B6F45-BF2A-4732-A97B-0B1BB9B8545B}"/>
              </a:ext>
            </a:extLst>
          </p:cNvPr>
          <p:cNvSpPr>
            <a:spLocks noGrp="1"/>
          </p:cNvSpPr>
          <p:nvPr/>
        </p:nvSpPr>
        <p:spPr>
          <a:xfrm>
            <a:off x="2876550" y="1809750"/>
            <a:ext cx="704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5" name="问题背景">
            <a:extLst>
              <a:ext uri="{FF2B5EF4-FFF2-40B4-BE49-F238E27FC236}">
                <a16:creationId xmlns:a16="http://schemas.microsoft.com/office/drawing/2014/main" id="{577D522F-64AA-4F5B-9A70-C04C07C8BA76}"/>
              </a:ext>
            </a:extLst>
          </p:cNvPr>
          <p:cNvSpPr>
            <a:spLocks noGrp="1"/>
          </p:cNvSpPr>
          <p:nvPr/>
        </p:nvSpPr>
        <p:spPr>
          <a:xfrm>
            <a:off x="2876550" y="1809750"/>
            <a:ext cx="70485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问题背景</a:t>
            </a:r>
          </a:p>
        </p:txBody>
      </p:sp>
      <p:sp>
        <p:nvSpPr>
          <p:cNvPr id="197" name="矩形">
            <a:extLst>
              <a:ext uri="{FF2B5EF4-FFF2-40B4-BE49-F238E27FC236}">
                <a16:creationId xmlns:a16="http://schemas.microsoft.com/office/drawing/2014/main" id="{FE13404A-2908-4CFE-9273-331D9E05CA7B}"/>
              </a:ext>
            </a:extLst>
          </p:cNvPr>
          <p:cNvSpPr>
            <a:spLocks noGrp="1"/>
          </p:cNvSpPr>
          <p:nvPr/>
        </p:nvSpPr>
        <p:spPr>
          <a:xfrm>
            <a:off x="2876550" y="2076450"/>
            <a:ext cx="7048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8" name="为什么固定工具链不足以支撑高代价、可失败的蛋白质设计流程">
            <a:extLst>
              <a:ext uri="{FF2B5EF4-FFF2-40B4-BE49-F238E27FC236}">
                <a16:creationId xmlns:a16="http://schemas.microsoft.com/office/drawing/2014/main" id="{362266E0-FC05-4D34-8466-7271D97F58AC}"/>
              </a:ext>
            </a:extLst>
          </p:cNvPr>
          <p:cNvSpPr>
            <a:spLocks noGrp="1"/>
          </p:cNvSpPr>
          <p:nvPr/>
        </p:nvSpPr>
        <p:spPr>
          <a:xfrm>
            <a:off x="2876550" y="2076450"/>
            <a:ext cx="7048500" cy="165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为什么固定工具链不足以支撑高代价、可失败的蛋白质设计流程</a:t>
            </a:r>
          </a:p>
        </p:txBody>
      </p:sp>
      <p:sp>
        <p:nvSpPr>
          <p:cNvPr id="200" name="圆角矩形">
            <a:extLst>
              <a:ext uri="{FF2B5EF4-FFF2-40B4-BE49-F238E27FC236}">
                <a16:creationId xmlns:a16="http://schemas.microsoft.com/office/drawing/2014/main" id="{0614EB07-C671-4499-BD54-6D9F5F018E76}"/>
              </a:ext>
            </a:extLst>
          </p:cNvPr>
          <p:cNvSpPr>
            <a:spLocks noGrp="1"/>
          </p:cNvSpPr>
          <p:nvPr/>
        </p:nvSpPr>
        <p:spPr>
          <a:xfrm>
            <a:off x="2000250" y="2486025"/>
            <a:ext cx="81915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>
            <a:solidFill>
              <a:srgbClr val="2F9D68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201" name="矩形">
            <a:extLst>
              <a:ext uri="{FF2B5EF4-FFF2-40B4-BE49-F238E27FC236}">
                <a16:creationId xmlns:a16="http://schemas.microsoft.com/office/drawing/2014/main" id="{EB6432B4-8988-4FFC-A4FC-231DED507620}"/>
              </a:ext>
            </a:extLst>
          </p:cNvPr>
          <p:cNvSpPr>
            <a:spLocks noGrp="1"/>
          </p:cNvSpPr>
          <p:nvPr/>
        </p:nvSpPr>
        <p:spPr>
          <a:xfrm>
            <a:off x="2000250" y="2486025"/>
            <a:ext cx="57150" cy="742950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202" name="矩形">
            <a:extLst>
              <a:ext uri="{FF2B5EF4-FFF2-40B4-BE49-F238E27FC236}">
                <a16:creationId xmlns:a16="http://schemas.microsoft.com/office/drawing/2014/main" id="{4F0C4542-6DE0-4E15-9E4C-F3982F1CE863}"/>
              </a:ext>
            </a:extLst>
          </p:cNvPr>
          <p:cNvSpPr>
            <a:spLocks noGrp="1"/>
          </p:cNvSpPr>
          <p:nvPr/>
        </p:nvSpPr>
        <p:spPr>
          <a:xfrm>
            <a:off x="2209800" y="2676525"/>
            <a:ext cx="5143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03" name="02">
            <a:extLst>
              <a:ext uri="{FF2B5EF4-FFF2-40B4-BE49-F238E27FC236}">
                <a16:creationId xmlns:a16="http://schemas.microsoft.com/office/drawing/2014/main" id="{310C9CFB-5D2D-4649-A825-228E69980E14}"/>
              </a:ext>
            </a:extLst>
          </p:cNvPr>
          <p:cNvSpPr>
            <a:spLocks noGrp="1"/>
          </p:cNvSpPr>
          <p:nvPr/>
        </p:nvSpPr>
        <p:spPr>
          <a:xfrm>
            <a:off x="2209800" y="2676525"/>
            <a:ext cx="514350" cy="259222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 algn="ctr">
              <a:buNone/>
              <a:defRPr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02</a:t>
            </a:r>
          </a:p>
        </p:txBody>
      </p:sp>
      <p:sp>
        <p:nvSpPr>
          <p:cNvPr id="205" name="矩形">
            <a:extLst>
              <a:ext uri="{FF2B5EF4-FFF2-40B4-BE49-F238E27FC236}">
                <a16:creationId xmlns:a16="http://schemas.microsoft.com/office/drawing/2014/main" id="{651C925A-6235-4F4F-B0EF-B3E0EADC1BF2}"/>
              </a:ext>
            </a:extLst>
          </p:cNvPr>
          <p:cNvSpPr>
            <a:spLocks noGrp="1"/>
          </p:cNvSpPr>
          <p:nvPr/>
        </p:nvSpPr>
        <p:spPr>
          <a:xfrm>
            <a:off x="2876550" y="2628900"/>
            <a:ext cx="704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06" name="系统架构">
            <a:extLst>
              <a:ext uri="{FF2B5EF4-FFF2-40B4-BE49-F238E27FC236}">
                <a16:creationId xmlns:a16="http://schemas.microsoft.com/office/drawing/2014/main" id="{4662D7AD-40B8-4838-A225-38E13F7320A8}"/>
              </a:ext>
            </a:extLst>
          </p:cNvPr>
          <p:cNvSpPr>
            <a:spLocks noGrp="1"/>
          </p:cNvSpPr>
          <p:nvPr/>
        </p:nvSpPr>
        <p:spPr>
          <a:xfrm>
            <a:off x="2876550" y="2628900"/>
            <a:ext cx="70485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系统架构</a:t>
            </a:r>
          </a:p>
        </p:txBody>
      </p:sp>
      <p:sp>
        <p:nvSpPr>
          <p:cNvPr id="208" name="矩形">
            <a:extLst>
              <a:ext uri="{FF2B5EF4-FFF2-40B4-BE49-F238E27FC236}">
                <a16:creationId xmlns:a16="http://schemas.microsoft.com/office/drawing/2014/main" id="{6083A7A1-0371-4C5B-BC71-250AD95E23FB}"/>
              </a:ext>
            </a:extLst>
          </p:cNvPr>
          <p:cNvSpPr>
            <a:spLocks noGrp="1"/>
          </p:cNvSpPr>
          <p:nvPr/>
        </p:nvSpPr>
        <p:spPr>
          <a:xfrm>
            <a:off x="2876550" y="2895600"/>
            <a:ext cx="7048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09" name="五层架构、结构化接口链、有限状态机与人在环决策约束">
            <a:extLst>
              <a:ext uri="{FF2B5EF4-FFF2-40B4-BE49-F238E27FC236}">
                <a16:creationId xmlns:a16="http://schemas.microsoft.com/office/drawing/2014/main" id="{B19EF824-BCE8-4CF9-B73F-03AA02E8ECA0}"/>
              </a:ext>
            </a:extLst>
          </p:cNvPr>
          <p:cNvSpPr>
            <a:spLocks noGrp="1"/>
          </p:cNvSpPr>
          <p:nvPr/>
        </p:nvSpPr>
        <p:spPr>
          <a:xfrm>
            <a:off x="2876550" y="2895600"/>
            <a:ext cx="7048500" cy="165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五层架构、结构化接口链、有限状态机与人在环决策约束</a:t>
            </a:r>
          </a:p>
        </p:txBody>
      </p:sp>
      <p:sp>
        <p:nvSpPr>
          <p:cNvPr id="211" name="圆角矩形">
            <a:extLst>
              <a:ext uri="{FF2B5EF4-FFF2-40B4-BE49-F238E27FC236}">
                <a16:creationId xmlns:a16="http://schemas.microsoft.com/office/drawing/2014/main" id="{A81A3799-D403-415D-AD87-DC25FE1795FF}"/>
              </a:ext>
            </a:extLst>
          </p:cNvPr>
          <p:cNvSpPr>
            <a:spLocks noGrp="1"/>
          </p:cNvSpPr>
          <p:nvPr/>
        </p:nvSpPr>
        <p:spPr>
          <a:xfrm>
            <a:off x="2000250" y="3305175"/>
            <a:ext cx="8191500" cy="742950"/>
          </a:xfrm>
          <a:prstGeom prst="roundRect">
            <a:avLst>
              <a:gd name="adj" fmla="val 10256"/>
            </a:avLst>
          </a:prstGeom>
          <a:solidFill>
            <a:srgbClr val="EAF3FF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212" name="矩形">
            <a:extLst>
              <a:ext uri="{FF2B5EF4-FFF2-40B4-BE49-F238E27FC236}">
                <a16:creationId xmlns:a16="http://schemas.microsoft.com/office/drawing/2014/main" id="{F67D1117-48CD-41BF-9171-73EC558F582F}"/>
              </a:ext>
            </a:extLst>
          </p:cNvPr>
          <p:cNvSpPr>
            <a:spLocks noGrp="1"/>
          </p:cNvSpPr>
          <p:nvPr/>
        </p:nvSpPr>
        <p:spPr>
          <a:xfrm>
            <a:off x="2000250" y="3305175"/>
            <a:ext cx="57150" cy="7429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213" name="矩形">
            <a:extLst>
              <a:ext uri="{FF2B5EF4-FFF2-40B4-BE49-F238E27FC236}">
                <a16:creationId xmlns:a16="http://schemas.microsoft.com/office/drawing/2014/main" id="{90C14AD6-1A7D-4618-9387-FA4501FB7DAB}"/>
              </a:ext>
            </a:extLst>
          </p:cNvPr>
          <p:cNvSpPr>
            <a:spLocks noGrp="1"/>
          </p:cNvSpPr>
          <p:nvPr/>
        </p:nvSpPr>
        <p:spPr>
          <a:xfrm>
            <a:off x="2209800" y="3495675"/>
            <a:ext cx="5143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14" name="03">
            <a:extLst>
              <a:ext uri="{FF2B5EF4-FFF2-40B4-BE49-F238E27FC236}">
                <a16:creationId xmlns:a16="http://schemas.microsoft.com/office/drawing/2014/main" id="{628D48B0-8200-4D18-A0A0-3FDAB6580AA1}"/>
              </a:ext>
            </a:extLst>
          </p:cNvPr>
          <p:cNvSpPr>
            <a:spLocks noGrp="1"/>
          </p:cNvSpPr>
          <p:nvPr/>
        </p:nvSpPr>
        <p:spPr>
          <a:xfrm>
            <a:off x="2209800" y="3495675"/>
            <a:ext cx="514350" cy="259222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 algn="ctr">
              <a:buNone/>
              <a:defRPr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03</a:t>
            </a:r>
          </a:p>
        </p:txBody>
      </p:sp>
      <p:sp>
        <p:nvSpPr>
          <p:cNvPr id="216" name="矩形">
            <a:extLst>
              <a:ext uri="{FF2B5EF4-FFF2-40B4-BE49-F238E27FC236}">
                <a16:creationId xmlns:a16="http://schemas.microsoft.com/office/drawing/2014/main" id="{0A59DF2A-2DEE-4DED-832B-7B8B50E68A58}"/>
              </a:ext>
            </a:extLst>
          </p:cNvPr>
          <p:cNvSpPr>
            <a:spLocks noGrp="1"/>
          </p:cNvSpPr>
          <p:nvPr/>
        </p:nvSpPr>
        <p:spPr>
          <a:xfrm>
            <a:off x="2876550" y="3448050"/>
            <a:ext cx="704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17" name="核心算法">
            <a:extLst>
              <a:ext uri="{FF2B5EF4-FFF2-40B4-BE49-F238E27FC236}">
                <a16:creationId xmlns:a16="http://schemas.microsoft.com/office/drawing/2014/main" id="{88B2B3A9-675F-4A0F-842A-9BAF5C234E95}"/>
              </a:ext>
            </a:extLst>
          </p:cNvPr>
          <p:cNvSpPr>
            <a:spLocks noGrp="1"/>
          </p:cNvSpPr>
          <p:nvPr/>
        </p:nvSpPr>
        <p:spPr>
          <a:xfrm>
            <a:off x="2876550" y="3448050"/>
            <a:ext cx="70485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核心算法</a:t>
            </a:r>
          </a:p>
        </p:txBody>
      </p:sp>
      <p:sp>
        <p:nvSpPr>
          <p:cNvPr id="219" name="矩形">
            <a:extLst>
              <a:ext uri="{FF2B5EF4-FFF2-40B4-BE49-F238E27FC236}">
                <a16:creationId xmlns:a16="http://schemas.microsoft.com/office/drawing/2014/main" id="{93004053-5A3A-4CA0-BA13-9D49164C45C4}"/>
              </a:ext>
            </a:extLst>
          </p:cNvPr>
          <p:cNvSpPr>
            <a:spLocks noGrp="1"/>
          </p:cNvSpPr>
          <p:nvPr/>
        </p:nvSpPr>
        <p:spPr>
          <a:xfrm>
            <a:off x="2876550" y="3714750"/>
            <a:ext cx="7048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20" name="CEBRA-WP：候选过滤、静态评分、轻量信念状态与恢复动作选择">
            <a:extLst>
              <a:ext uri="{FF2B5EF4-FFF2-40B4-BE49-F238E27FC236}">
                <a16:creationId xmlns:a16="http://schemas.microsoft.com/office/drawing/2014/main" id="{20CA8BCD-3B66-4789-810A-AFD327930E9B}"/>
              </a:ext>
            </a:extLst>
          </p:cNvPr>
          <p:cNvSpPr>
            <a:spLocks noGrp="1"/>
          </p:cNvSpPr>
          <p:nvPr/>
        </p:nvSpPr>
        <p:spPr>
          <a:xfrm>
            <a:off x="2876550" y="3714750"/>
            <a:ext cx="7048500" cy="165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CEBRA-WP：候选过滤、静态评分、轻量信念状态与恢复动作选择</a:t>
            </a:r>
          </a:p>
        </p:txBody>
      </p:sp>
      <p:sp>
        <p:nvSpPr>
          <p:cNvPr id="222" name="圆角矩形">
            <a:extLst>
              <a:ext uri="{FF2B5EF4-FFF2-40B4-BE49-F238E27FC236}">
                <a16:creationId xmlns:a16="http://schemas.microsoft.com/office/drawing/2014/main" id="{DA501B39-06F7-4111-8B1D-4AC0893BAE5B}"/>
              </a:ext>
            </a:extLst>
          </p:cNvPr>
          <p:cNvSpPr>
            <a:spLocks noGrp="1"/>
          </p:cNvSpPr>
          <p:nvPr/>
        </p:nvSpPr>
        <p:spPr>
          <a:xfrm>
            <a:off x="2000250" y="4124325"/>
            <a:ext cx="81915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>
            <a:solidFill>
              <a:srgbClr val="D9A12A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223" name="矩形">
            <a:extLst>
              <a:ext uri="{FF2B5EF4-FFF2-40B4-BE49-F238E27FC236}">
                <a16:creationId xmlns:a16="http://schemas.microsoft.com/office/drawing/2014/main" id="{23C2B4D8-AAFB-4C6B-B480-DDA31925EA06}"/>
              </a:ext>
            </a:extLst>
          </p:cNvPr>
          <p:cNvSpPr>
            <a:spLocks noGrp="1"/>
          </p:cNvSpPr>
          <p:nvPr/>
        </p:nvSpPr>
        <p:spPr>
          <a:xfrm>
            <a:off x="2000250" y="4124325"/>
            <a:ext cx="57150" cy="742950"/>
          </a:xfrm>
          <a:prstGeom prst="rect">
            <a:avLst/>
          </a:prstGeom>
          <a:solidFill>
            <a:srgbClr val="D9A12A"/>
          </a:solidFill>
          <a:ln w="3175">
            <a:solidFill>
              <a:srgbClr val="D9A12A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224" name="矩形">
            <a:extLst>
              <a:ext uri="{FF2B5EF4-FFF2-40B4-BE49-F238E27FC236}">
                <a16:creationId xmlns:a16="http://schemas.microsoft.com/office/drawing/2014/main" id="{D80FE6F9-1207-4A89-8D18-DF3D4B534162}"/>
              </a:ext>
            </a:extLst>
          </p:cNvPr>
          <p:cNvSpPr>
            <a:spLocks noGrp="1"/>
          </p:cNvSpPr>
          <p:nvPr/>
        </p:nvSpPr>
        <p:spPr>
          <a:xfrm>
            <a:off x="2209800" y="4314825"/>
            <a:ext cx="5143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25" name="04">
            <a:extLst>
              <a:ext uri="{FF2B5EF4-FFF2-40B4-BE49-F238E27FC236}">
                <a16:creationId xmlns:a16="http://schemas.microsoft.com/office/drawing/2014/main" id="{93D82727-0AC5-4543-A0A5-8972D9F8C831}"/>
              </a:ext>
            </a:extLst>
          </p:cNvPr>
          <p:cNvSpPr>
            <a:spLocks noGrp="1"/>
          </p:cNvSpPr>
          <p:nvPr/>
        </p:nvSpPr>
        <p:spPr>
          <a:xfrm>
            <a:off x="2209800" y="4314825"/>
            <a:ext cx="514350" cy="259222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 algn="ctr">
              <a:buNone/>
              <a:defRPr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04</a:t>
            </a:r>
          </a:p>
        </p:txBody>
      </p:sp>
      <p:sp>
        <p:nvSpPr>
          <p:cNvPr id="227" name="矩形">
            <a:extLst>
              <a:ext uri="{FF2B5EF4-FFF2-40B4-BE49-F238E27FC236}">
                <a16:creationId xmlns:a16="http://schemas.microsoft.com/office/drawing/2014/main" id="{3D15D4B9-707E-4B85-8EDC-55182900C604}"/>
              </a:ext>
            </a:extLst>
          </p:cNvPr>
          <p:cNvSpPr>
            <a:spLocks noGrp="1"/>
          </p:cNvSpPr>
          <p:nvPr/>
        </p:nvSpPr>
        <p:spPr>
          <a:xfrm>
            <a:off x="2876550" y="4267200"/>
            <a:ext cx="704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28" name="工程实现">
            <a:extLst>
              <a:ext uri="{FF2B5EF4-FFF2-40B4-BE49-F238E27FC236}">
                <a16:creationId xmlns:a16="http://schemas.microsoft.com/office/drawing/2014/main" id="{78A50D1A-0834-4FAC-B0CE-016A2DC0844E}"/>
              </a:ext>
            </a:extLst>
          </p:cNvPr>
          <p:cNvSpPr>
            <a:spLocks noGrp="1"/>
          </p:cNvSpPr>
          <p:nvPr/>
        </p:nvSpPr>
        <p:spPr>
          <a:xfrm>
            <a:off x="2876550" y="4267200"/>
            <a:ext cx="70485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工程实现</a:t>
            </a:r>
          </a:p>
        </p:txBody>
      </p:sp>
      <p:sp>
        <p:nvSpPr>
          <p:cNvPr id="230" name="矩形">
            <a:extLst>
              <a:ext uri="{FF2B5EF4-FFF2-40B4-BE49-F238E27FC236}">
                <a16:creationId xmlns:a16="http://schemas.microsoft.com/office/drawing/2014/main" id="{BFE592BE-B93C-4F1A-AF3F-E3CB4BA0590C}"/>
              </a:ext>
            </a:extLst>
          </p:cNvPr>
          <p:cNvSpPr>
            <a:spLocks noGrp="1"/>
          </p:cNvSpPr>
          <p:nvPr/>
        </p:nvSpPr>
        <p:spPr>
          <a:xfrm>
            <a:off x="2876550" y="4533900"/>
            <a:ext cx="7048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1" name="算法对象如何落到字段、模块、运行时评估器和审计证据链">
            <a:extLst>
              <a:ext uri="{FF2B5EF4-FFF2-40B4-BE49-F238E27FC236}">
                <a16:creationId xmlns:a16="http://schemas.microsoft.com/office/drawing/2014/main" id="{778301AD-CB1F-4FEA-9B77-019A7A3426B8}"/>
              </a:ext>
            </a:extLst>
          </p:cNvPr>
          <p:cNvSpPr>
            <a:spLocks noGrp="1"/>
          </p:cNvSpPr>
          <p:nvPr/>
        </p:nvSpPr>
        <p:spPr>
          <a:xfrm>
            <a:off x="2876550" y="4533900"/>
            <a:ext cx="7048500" cy="165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算法对象如何落到字段、模块、运行时评估器和审计证据链</a:t>
            </a:r>
          </a:p>
        </p:txBody>
      </p:sp>
      <p:sp>
        <p:nvSpPr>
          <p:cNvPr id="233" name="圆角矩形">
            <a:extLst>
              <a:ext uri="{FF2B5EF4-FFF2-40B4-BE49-F238E27FC236}">
                <a16:creationId xmlns:a16="http://schemas.microsoft.com/office/drawing/2014/main" id="{6601FF53-6982-4C5F-A4B8-480884DB4375}"/>
              </a:ext>
            </a:extLst>
          </p:cNvPr>
          <p:cNvSpPr>
            <a:spLocks noGrp="1"/>
          </p:cNvSpPr>
          <p:nvPr/>
        </p:nvSpPr>
        <p:spPr>
          <a:xfrm>
            <a:off x="2000250" y="4943475"/>
            <a:ext cx="81915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>
            <a:solidFill>
              <a:srgbClr val="C94C4C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234" name="矩形">
            <a:extLst>
              <a:ext uri="{FF2B5EF4-FFF2-40B4-BE49-F238E27FC236}">
                <a16:creationId xmlns:a16="http://schemas.microsoft.com/office/drawing/2014/main" id="{684EE436-60D3-49C9-80A8-A32A9887CD51}"/>
              </a:ext>
            </a:extLst>
          </p:cNvPr>
          <p:cNvSpPr>
            <a:spLocks noGrp="1"/>
          </p:cNvSpPr>
          <p:nvPr/>
        </p:nvSpPr>
        <p:spPr>
          <a:xfrm>
            <a:off x="2000250" y="4943475"/>
            <a:ext cx="57150" cy="742950"/>
          </a:xfrm>
          <a:prstGeom prst="rect">
            <a:avLst/>
          </a:prstGeom>
          <a:solidFill>
            <a:srgbClr val="C94C4C"/>
          </a:solidFill>
          <a:ln w="3175">
            <a:solidFill>
              <a:srgbClr val="C94C4C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235" name="矩形">
            <a:extLst>
              <a:ext uri="{FF2B5EF4-FFF2-40B4-BE49-F238E27FC236}">
                <a16:creationId xmlns:a16="http://schemas.microsoft.com/office/drawing/2014/main" id="{380483E4-2E99-4BF5-95AD-9C684BB1DEC4}"/>
              </a:ext>
            </a:extLst>
          </p:cNvPr>
          <p:cNvSpPr>
            <a:spLocks noGrp="1"/>
          </p:cNvSpPr>
          <p:nvPr/>
        </p:nvSpPr>
        <p:spPr>
          <a:xfrm>
            <a:off x="2209800" y="5133975"/>
            <a:ext cx="5143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36" name="05">
            <a:extLst>
              <a:ext uri="{FF2B5EF4-FFF2-40B4-BE49-F238E27FC236}">
                <a16:creationId xmlns:a16="http://schemas.microsoft.com/office/drawing/2014/main" id="{D5520FC7-FAA0-4941-94F6-DA40055B9ED4}"/>
              </a:ext>
            </a:extLst>
          </p:cNvPr>
          <p:cNvSpPr>
            <a:spLocks noGrp="1"/>
          </p:cNvSpPr>
          <p:nvPr/>
        </p:nvSpPr>
        <p:spPr>
          <a:xfrm>
            <a:off x="2209800" y="5133975"/>
            <a:ext cx="514350" cy="259222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 algn="ctr">
              <a:buNone/>
              <a:defRPr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05</a:t>
            </a:r>
          </a:p>
        </p:txBody>
      </p:sp>
      <p:sp>
        <p:nvSpPr>
          <p:cNvPr id="238" name="矩形">
            <a:extLst>
              <a:ext uri="{FF2B5EF4-FFF2-40B4-BE49-F238E27FC236}">
                <a16:creationId xmlns:a16="http://schemas.microsoft.com/office/drawing/2014/main" id="{48D47690-C43E-4923-8024-7F7212410566}"/>
              </a:ext>
            </a:extLst>
          </p:cNvPr>
          <p:cNvSpPr>
            <a:spLocks noGrp="1"/>
          </p:cNvSpPr>
          <p:nvPr/>
        </p:nvSpPr>
        <p:spPr>
          <a:xfrm>
            <a:off x="2876550" y="5086350"/>
            <a:ext cx="704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9" name="验证结论">
            <a:extLst>
              <a:ext uri="{FF2B5EF4-FFF2-40B4-BE49-F238E27FC236}">
                <a16:creationId xmlns:a16="http://schemas.microsoft.com/office/drawing/2014/main" id="{1209BC25-4245-48CD-9052-F9277CE2A8EB}"/>
              </a:ext>
            </a:extLst>
          </p:cNvPr>
          <p:cNvSpPr>
            <a:spLocks noGrp="1"/>
          </p:cNvSpPr>
          <p:nvPr/>
        </p:nvSpPr>
        <p:spPr>
          <a:xfrm>
            <a:off x="2876550" y="5086350"/>
            <a:ext cx="704850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验证结论</a:t>
            </a:r>
          </a:p>
        </p:txBody>
      </p:sp>
      <p:sp>
        <p:nvSpPr>
          <p:cNvPr id="241" name="矩形">
            <a:extLst>
              <a:ext uri="{FF2B5EF4-FFF2-40B4-BE49-F238E27FC236}">
                <a16:creationId xmlns:a16="http://schemas.microsoft.com/office/drawing/2014/main" id="{FF0DCFB8-0B80-4039-AB6C-85627EFF8CB9}"/>
              </a:ext>
            </a:extLst>
          </p:cNvPr>
          <p:cNvSpPr>
            <a:spLocks noGrp="1"/>
          </p:cNvSpPr>
          <p:nvPr/>
        </p:nvSpPr>
        <p:spPr>
          <a:xfrm>
            <a:off x="2876550" y="5353050"/>
            <a:ext cx="7048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42" name="系统测试 + 84 次运行消融实验，说明机制可观测且成本控制有证据">
            <a:extLst>
              <a:ext uri="{FF2B5EF4-FFF2-40B4-BE49-F238E27FC236}">
                <a16:creationId xmlns:a16="http://schemas.microsoft.com/office/drawing/2014/main" id="{DFB86E6A-3B65-4CCA-87E7-E2F58D20D6BD}"/>
              </a:ext>
            </a:extLst>
          </p:cNvPr>
          <p:cNvSpPr>
            <a:spLocks noGrp="1"/>
          </p:cNvSpPr>
          <p:nvPr/>
        </p:nvSpPr>
        <p:spPr>
          <a:xfrm>
            <a:off x="2876550" y="5353050"/>
            <a:ext cx="7048500" cy="165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tIns="0" rIns="0" bIns="0" anchor="t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系统测试 + 84 次运行消融实验，说明机制可观测且成本控制有证据</a:t>
            </a:r>
          </a:p>
        </p:txBody>
      </p:sp>
      <p:sp>
        <p:nvSpPr>
          <p:cNvPr id="246" name="矩形 245">
            <a:extLst>
              <a:ext uri="{FF2B5EF4-FFF2-40B4-BE49-F238E27FC236}">
                <a16:creationId xmlns:a16="http://schemas.microsoft.com/office/drawing/2014/main" id="{6B2D1BC7-14C1-42D4-AD34-E595A754F332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336297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矩形">
            <a:extLst>
              <a:ext uri="{FF2B5EF4-FFF2-40B4-BE49-F238E27FC236}">
                <a16:creationId xmlns:a16="http://schemas.microsoft.com/office/drawing/2014/main" id="{A2A66228-D5E3-428C-94EA-08D6F70E05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246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247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248" name="矩形">
            <a:extLst>
              <a:ext uri="{FF2B5EF4-FFF2-40B4-BE49-F238E27FC236}">
                <a16:creationId xmlns:a16="http://schemas.microsoft.com/office/drawing/2014/main" id="{4CF0DD37-D05E-4DDB-B63F-7D13817DD92E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49" name="矩形">
            <a:extLst>
              <a:ext uri="{FF2B5EF4-FFF2-40B4-BE49-F238E27FC236}">
                <a16:creationId xmlns:a16="http://schemas.microsoft.com/office/drawing/2014/main" id="{A3FD461A-60D9-4C30-B622-B13E06425A06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50" name="矩形">
            <a:extLst>
              <a:ext uri="{FF2B5EF4-FFF2-40B4-BE49-F238E27FC236}">
                <a16:creationId xmlns:a16="http://schemas.microsoft.com/office/drawing/2014/main" id="{E721DF5A-BFDD-45A2-83DB-B036BA88AC6E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51" name="矩形">
            <a:extLst>
              <a:ext uri="{FF2B5EF4-FFF2-40B4-BE49-F238E27FC236}">
                <a16:creationId xmlns:a16="http://schemas.microsoft.com/office/drawing/2014/main" id="{D21DD3C5-C5B4-4DC8-8B30-70CA64F9344B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52" name="矩形">
            <a:extLst>
              <a:ext uri="{FF2B5EF4-FFF2-40B4-BE49-F238E27FC236}">
                <a16:creationId xmlns:a16="http://schemas.microsoft.com/office/drawing/2014/main" id="{C10BB5D2-88A8-40E3-BC94-EBDEF422115E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53" name="矩形">
            <a:extLst>
              <a:ext uri="{FF2B5EF4-FFF2-40B4-BE49-F238E27FC236}">
                <a16:creationId xmlns:a16="http://schemas.microsoft.com/office/drawing/2014/main" id="{588E5191-39B4-491F-B3FA-C5D5626795B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54" name="矩形">
            <a:extLst>
              <a:ext uri="{FF2B5EF4-FFF2-40B4-BE49-F238E27FC236}">
                <a16:creationId xmlns:a16="http://schemas.microsoft.com/office/drawing/2014/main" id="{04F71E4C-0423-4C63-9A20-BC953BD84E67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55" name="矩形">
            <a:extLst>
              <a:ext uri="{FF2B5EF4-FFF2-40B4-BE49-F238E27FC236}">
                <a16:creationId xmlns:a16="http://schemas.microsoft.com/office/drawing/2014/main" id="{2BD6753C-A01C-4974-85A9-C7BF56BA35B3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56" name="矩形">
            <a:extLst>
              <a:ext uri="{FF2B5EF4-FFF2-40B4-BE49-F238E27FC236}">
                <a16:creationId xmlns:a16="http://schemas.microsoft.com/office/drawing/2014/main" id="{B26974A6-137A-4FF0-89A5-6825E8B40472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57" name="矩形">
            <a:extLst>
              <a:ext uri="{FF2B5EF4-FFF2-40B4-BE49-F238E27FC236}">
                <a16:creationId xmlns:a16="http://schemas.microsoft.com/office/drawing/2014/main" id="{F0F30CAF-9084-45BF-BDFC-40186D5E353C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58" name="矩形">
            <a:extLst>
              <a:ext uri="{FF2B5EF4-FFF2-40B4-BE49-F238E27FC236}">
                <a16:creationId xmlns:a16="http://schemas.microsoft.com/office/drawing/2014/main" id="{6CA25295-3C97-4EAC-9887-745246217A34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59" name="矩形">
            <a:extLst>
              <a:ext uri="{FF2B5EF4-FFF2-40B4-BE49-F238E27FC236}">
                <a16:creationId xmlns:a16="http://schemas.microsoft.com/office/drawing/2014/main" id="{2810F06E-63FC-459B-A33B-8CAE902B95AF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60" name="矩形">
            <a:extLst>
              <a:ext uri="{FF2B5EF4-FFF2-40B4-BE49-F238E27FC236}">
                <a16:creationId xmlns:a16="http://schemas.microsoft.com/office/drawing/2014/main" id="{4D34CC18-612E-40E1-A1BE-DAD31A8CCA11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61" name="矩形">
            <a:extLst>
              <a:ext uri="{FF2B5EF4-FFF2-40B4-BE49-F238E27FC236}">
                <a16:creationId xmlns:a16="http://schemas.microsoft.com/office/drawing/2014/main" id="{580FCFAA-3B87-44C2-8631-D50ED194E257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62" name="矩形">
            <a:extLst>
              <a:ext uri="{FF2B5EF4-FFF2-40B4-BE49-F238E27FC236}">
                <a16:creationId xmlns:a16="http://schemas.microsoft.com/office/drawing/2014/main" id="{ABE5D0A2-2DFA-4EBF-A663-C49FCAF0A11B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63" name="矩形">
            <a:extLst>
              <a:ext uri="{FF2B5EF4-FFF2-40B4-BE49-F238E27FC236}">
                <a16:creationId xmlns:a16="http://schemas.microsoft.com/office/drawing/2014/main" id="{1E4DFF81-CC72-4E6A-B277-155F3923E9D6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64" name="矩形">
            <a:extLst>
              <a:ext uri="{FF2B5EF4-FFF2-40B4-BE49-F238E27FC236}">
                <a16:creationId xmlns:a16="http://schemas.microsoft.com/office/drawing/2014/main" id="{861D4425-3C41-4710-9358-A969A3088BF8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65" name="矩形">
            <a:extLst>
              <a:ext uri="{FF2B5EF4-FFF2-40B4-BE49-F238E27FC236}">
                <a16:creationId xmlns:a16="http://schemas.microsoft.com/office/drawing/2014/main" id="{42EF8534-EB28-45EE-94E9-56D41E0CA776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66" name="矩形">
            <a:extLst>
              <a:ext uri="{FF2B5EF4-FFF2-40B4-BE49-F238E27FC236}">
                <a16:creationId xmlns:a16="http://schemas.microsoft.com/office/drawing/2014/main" id="{70795999-DDE5-452F-A78F-8B62FA152BEC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67" name="矩形">
            <a:extLst>
              <a:ext uri="{FF2B5EF4-FFF2-40B4-BE49-F238E27FC236}">
                <a16:creationId xmlns:a16="http://schemas.microsoft.com/office/drawing/2014/main" id="{4B36AAA7-9126-4686-B431-57BA4AF0EA31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68" name="矩形">
            <a:extLst>
              <a:ext uri="{FF2B5EF4-FFF2-40B4-BE49-F238E27FC236}">
                <a16:creationId xmlns:a16="http://schemas.microsoft.com/office/drawing/2014/main" id="{90428225-136D-4058-8939-36EFFE9B69F5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69" name="矩形">
            <a:extLst>
              <a:ext uri="{FF2B5EF4-FFF2-40B4-BE49-F238E27FC236}">
                <a16:creationId xmlns:a16="http://schemas.microsoft.com/office/drawing/2014/main" id="{A91694E2-50D9-431E-B9CC-262670C91A0F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0" name="矩形">
            <a:extLst>
              <a:ext uri="{FF2B5EF4-FFF2-40B4-BE49-F238E27FC236}">
                <a16:creationId xmlns:a16="http://schemas.microsoft.com/office/drawing/2014/main" id="{DB4FFD37-1DB0-443F-96D2-5B48A9A20536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1" name="矩形">
            <a:extLst>
              <a:ext uri="{FF2B5EF4-FFF2-40B4-BE49-F238E27FC236}">
                <a16:creationId xmlns:a16="http://schemas.microsoft.com/office/drawing/2014/main" id="{23A845EC-F2C6-45F0-A687-8AE5A8A15BF6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2" name="矩形">
            <a:extLst>
              <a:ext uri="{FF2B5EF4-FFF2-40B4-BE49-F238E27FC236}">
                <a16:creationId xmlns:a16="http://schemas.microsoft.com/office/drawing/2014/main" id="{52F2890F-F8FB-4275-A658-707A9764E247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3" name="矩形">
            <a:extLst>
              <a:ext uri="{FF2B5EF4-FFF2-40B4-BE49-F238E27FC236}">
                <a16:creationId xmlns:a16="http://schemas.microsoft.com/office/drawing/2014/main" id="{9924F143-1453-42DB-B6A2-6A8B89520334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4" name="矩形">
            <a:extLst>
              <a:ext uri="{FF2B5EF4-FFF2-40B4-BE49-F238E27FC236}">
                <a16:creationId xmlns:a16="http://schemas.microsoft.com/office/drawing/2014/main" id="{5C293D00-CAF1-4C67-8DD0-3058655D4AD3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5" name="矩形">
            <a:extLst>
              <a:ext uri="{FF2B5EF4-FFF2-40B4-BE49-F238E27FC236}">
                <a16:creationId xmlns:a16="http://schemas.microsoft.com/office/drawing/2014/main" id="{7984D339-4C0D-4083-9C73-9EA948200862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6" name="矩形">
            <a:extLst>
              <a:ext uri="{FF2B5EF4-FFF2-40B4-BE49-F238E27FC236}">
                <a16:creationId xmlns:a16="http://schemas.microsoft.com/office/drawing/2014/main" id="{DCF6C85A-594E-4EE4-959C-5D068DD38322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7" name="矩形">
            <a:extLst>
              <a:ext uri="{FF2B5EF4-FFF2-40B4-BE49-F238E27FC236}">
                <a16:creationId xmlns:a16="http://schemas.microsoft.com/office/drawing/2014/main" id="{0D557520-45B8-49F5-A000-E33A9A70E44F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8" name="矩形">
            <a:extLst>
              <a:ext uri="{FF2B5EF4-FFF2-40B4-BE49-F238E27FC236}">
                <a16:creationId xmlns:a16="http://schemas.microsoft.com/office/drawing/2014/main" id="{FE08791C-38A2-4407-996A-9B01D572FE6F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79" name="矩形">
            <a:extLst>
              <a:ext uri="{FF2B5EF4-FFF2-40B4-BE49-F238E27FC236}">
                <a16:creationId xmlns:a16="http://schemas.microsoft.com/office/drawing/2014/main" id="{764202BA-57DD-4377-9852-289688742D32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80" name="矩形">
            <a:extLst>
              <a:ext uri="{FF2B5EF4-FFF2-40B4-BE49-F238E27FC236}">
                <a16:creationId xmlns:a16="http://schemas.microsoft.com/office/drawing/2014/main" id="{E6B0DBD3-8558-44BA-ABED-802A9F6BDD9C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81" name="矩形">
            <a:extLst>
              <a:ext uri="{FF2B5EF4-FFF2-40B4-BE49-F238E27FC236}">
                <a16:creationId xmlns:a16="http://schemas.microsoft.com/office/drawing/2014/main" id="{5E1EB0AD-E39A-43A5-8A73-561308E6E2BA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82" name="矩形">
            <a:extLst>
              <a:ext uri="{FF2B5EF4-FFF2-40B4-BE49-F238E27FC236}">
                <a16:creationId xmlns:a16="http://schemas.microsoft.com/office/drawing/2014/main" id="{C4D4A1A6-F9A6-4E70-A517-ED240C656890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83" name="矩形">
            <a:extLst>
              <a:ext uri="{FF2B5EF4-FFF2-40B4-BE49-F238E27FC236}">
                <a16:creationId xmlns:a16="http://schemas.microsoft.com/office/drawing/2014/main" id="{7BA8DDEF-BE84-4E55-AFE3-38B46E5CEB68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84" name="矩形">
            <a:extLst>
              <a:ext uri="{FF2B5EF4-FFF2-40B4-BE49-F238E27FC236}">
                <a16:creationId xmlns:a16="http://schemas.microsoft.com/office/drawing/2014/main" id="{B5E3A7CC-F766-4F43-8E69-5A8ADE23705E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85" name="矩形">
            <a:extLst>
              <a:ext uri="{FF2B5EF4-FFF2-40B4-BE49-F238E27FC236}">
                <a16:creationId xmlns:a16="http://schemas.microsoft.com/office/drawing/2014/main" id="{0066CCF8-A357-4235-80D0-7C321C349894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86" name="矩形">
            <a:extLst>
              <a:ext uri="{FF2B5EF4-FFF2-40B4-BE49-F238E27FC236}">
                <a16:creationId xmlns:a16="http://schemas.microsoft.com/office/drawing/2014/main" id="{F0D27805-50AB-4BFC-B868-9E9740443AFC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87" name="矩形">
            <a:extLst>
              <a:ext uri="{FF2B5EF4-FFF2-40B4-BE49-F238E27FC236}">
                <a16:creationId xmlns:a16="http://schemas.microsoft.com/office/drawing/2014/main" id="{48697B0D-67A6-4AA3-BFF9-7EBAA015DF53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88" name="矩形">
            <a:extLst>
              <a:ext uri="{FF2B5EF4-FFF2-40B4-BE49-F238E27FC236}">
                <a16:creationId xmlns:a16="http://schemas.microsoft.com/office/drawing/2014/main" id="{F3DE3BD9-09B2-4C6B-BF8E-9B34D7E10994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89" name="矩形">
            <a:extLst>
              <a:ext uri="{FF2B5EF4-FFF2-40B4-BE49-F238E27FC236}">
                <a16:creationId xmlns:a16="http://schemas.microsoft.com/office/drawing/2014/main" id="{E0FCC383-F35A-4EC8-8C9A-7477B645501C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90" name="矩形">
            <a:extLst>
              <a:ext uri="{FF2B5EF4-FFF2-40B4-BE49-F238E27FC236}">
                <a16:creationId xmlns:a16="http://schemas.microsoft.com/office/drawing/2014/main" id="{EDA9FF2C-EBCB-4F62-9C92-5310E967A93F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91" name="矩形">
            <a:extLst>
              <a:ext uri="{FF2B5EF4-FFF2-40B4-BE49-F238E27FC236}">
                <a16:creationId xmlns:a16="http://schemas.microsoft.com/office/drawing/2014/main" id="{B4C82763-CCDB-448E-89B7-F16099720F3E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92" name="矩形">
            <a:extLst>
              <a:ext uri="{FF2B5EF4-FFF2-40B4-BE49-F238E27FC236}">
                <a16:creationId xmlns:a16="http://schemas.microsoft.com/office/drawing/2014/main" id="{9D119E8A-86A8-4524-B3F9-F1F952A15F41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93" name="矩形">
            <a:extLst>
              <a:ext uri="{FF2B5EF4-FFF2-40B4-BE49-F238E27FC236}">
                <a16:creationId xmlns:a16="http://schemas.microsoft.com/office/drawing/2014/main" id="{F78F7088-B87D-4772-954B-DE35553D11D5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94" name="矩形">
            <a:extLst>
              <a:ext uri="{FF2B5EF4-FFF2-40B4-BE49-F238E27FC236}">
                <a16:creationId xmlns:a16="http://schemas.microsoft.com/office/drawing/2014/main" id="{378E8D63-48D4-4C17-A510-476AA3F1BE27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95" name="矩形">
            <a:extLst>
              <a:ext uri="{FF2B5EF4-FFF2-40B4-BE49-F238E27FC236}">
                <a16:creationId xmlns:a16="http://schemas.microsoft.com/office/drawing/2014/main" id="{C2F8F10C-B383-4A34-9864-0F55E151E083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96" name="矩形">
            <a:extLst>
              <a:ext uri="{FF2B5EF4-FFF2-40B4-BE49-F238E27FC236}">
                <a16:creationId xmlns:a16="http://schemas.microsoft.com/office/drawing/2014/main" id="{A94721D1-D850-47DF-9EA2-7665E41A3E83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97" name="矩形">
            <a:extLst>
              <a:ext uri="{FF2B5EF4-FFF2-40B4-BE49-F238E27FC236}">
                <a16:creationId xmlns:a16="http://schemas.microsoft.com/office/drawing/2014/main" id="{6294A4B7-ACE3-47B7-8CDD-66A9F05A6353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98" name="矩形">
            <a:extLst>
              <a:ext uri="{FF2B5EF4-FFF2-40B4-BE49-F238E27FC236}">
                <a16:creationId xmlns:a16="http://schemas.microsoft.com/office/drawing/2014/main" id="{18E36EC0-8008-4CFB-8FE5-04106E30DF8E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99" name="矩形">
            <a:extLst>
              <a:ext uri="{FF2B5EF4-FFF2-40B4-BE49-F238E27FC236}">
                <a16:creationId xmlns:a16="http://schemas.microsoft.com/office/drawing/2014/main" id="{D718D8A0-84EA-4498-8E34-4E94E8E1F7AA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00" name="矩形">
            <a:extLst>
              <a:ext uri="{FF2B5EF4-FFF2-40B4-BE49-F238E27FC236}">
                <a16:creationId xmlns:a16="http://schemas.microsoft.com/office/drawing/2014/main" id="{78B0ECBF-88C6-4E33-A9A9-E1471E01DED9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01" name="矩形">
            <a:extLst>
              <a:ext uri="{FF2B5EF4-FFF2-40B4-BE49-F238E27FC236}">
                <a16:creationId xmlns:a16="http://schemas.microsoft.com/office/drawing/2014/main" id="{8C48572C-5F24-4014-96BC-0BC0BF5891DA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02" name="矩形">
            <a:extLst>
              <a:ext uri="{FF2B5EF4-FFF2-40B4-BE49-F238E27FC236}">
                <a16:creationId xmlns:a16="http://schemas.microsoft.com/office/drawing/2014/main" id="{AF8D8F1D-D157-4928-A231-F83DF18B16B6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03" name="矩形">
            <a:extLst>
              <a:ext uri="{FF2B5EF4-FFF2-40B4-BE49-F238E27FC236}">
                <a16:creationId xmlns:a16="http://schemas.microsoft.com/office/drawing/2014/main" id="{F8272CDE-8EF7-47EA-9A02-A27ECC7662E8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04" name="矩形">
            <a:extLst>
              <a:ext uri="{FF2B5EF4-FFF2-40B4-BE49-F238E27FC236}">
                <a16:creationId xmlns:a16="http://schemas.microsoft.com/office/drawing/2014/main" id="{AF1571B4-D4FA-4054-867A-D6521E3EE678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05" name="矩形">
            <a:extLst>
              <a:ext uri="{FF2B5EF4-FFF2-40B4-BE49-F238E27FC236}">
                <a16:creationId xmlns:a16="http://schemas.microsoft.com/office/drawing/2014/main" id="{800D681E-6BFA-4357-82E7-6DFBBACEFA31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06" name="矩形">
            <a:extLst>
              <a:ext uri="{FF2B5EF4-FFF2-40B4-BE49-F238E27FC236}">
                <a16:creationId xmlns:a16="http://schemas.microsoft.com/office/drawing/2014/main" id="{EA0CAF36-80DB-46C2-A3D5-D950CEAC312A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07" name="矩形">
            <a:extLst>
              <a:ext uri="{FF2B5EF4-FFF2-40B4-BE49-F238E27FC236}">
                <a16:creationId xmlns:a16="http://schemas.microsoft.com/office/drawing/2014/main" id="{3C77078E-F54A-4C27-B269-9A281F3E7603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08" name="矩形">
            <a:extLst>
              <a:ext uri="{FF2B5EF4-FFF2-40B4-BE49-F238E27FC236}">
                <a16:creationId xmlns:a16="http://schemas.microsoft.com/office/drawing/2014/main" id="{137AFB99-33D8-4484-9E20-B23974AE36FB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09" name="矩形">
            <a:extLst>
              <a:ext uri="{FF2B5EF4-FFF2-40B4-BE49-F238E27FC236}">
                <a16:creationId xmlns:a16="http://schemas.microsoft.com/office/drawing/2014/main" id="{BF1F477C-A5F8-4030-9BBE-26D9C7369215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10" name="矩形">
            <a:extLst>
              <a:ext uri="{FF2B5EF4-FFF2-40B4-BE49-F238E27FC236}">
                <a16:creationId xmlns:a16="http://schemas.microsoft.com/office/drawing/2014/main" id="{B18DF287-26B5-42A4-A77D-8925080999D4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11" name="矩形">
            <a:extLst>
              <a:ext uri="{FF2B5EF4-FFF2-40B4-BE49-F238E27FC236}">
                <a16:creationId xmlns:a16="http://schemas.microsoft.com/office/drawing/2014/main" id="{AEDBA9FA-D81E-4617-B1F3-3322E72343DB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12" name="矩形">
            <a:extLst>
              <a:ext uri="{FF2B5EF4-FFF2-40B4-BE49-F238E27FC236}">
                <a16:creationId xmlns:a16="http://schemas.microsoft.com/office/drawing/2014/main" id="{205A2BF2-64E5-4F51-AA8F-FAE115B784A5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13" name="矩形">
            <a:extLst>
              <a:ext uri="{FF2B5EF4-FFF2-40B4-BE49-F238E27FC236}">
                <a16:creationId xmlns:a16="http://schemas.microsoft.com/office/drawing/2014/main" id="{A4993968-7125-4250-A09B-617B6BD16927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14" name="矩形">
            <a:extLst>
              <a:ext uri="{FF2B5EF4-FFF2-40B4-BE49-F238E27FC236}">
                <a16:creationId xmlns:a16="http://schemas.microsoft.com/office/drawing/2014/main" id="{52C2093D-087E-464D-B6B4-A9C07E2B2E67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15" name="矩形">
            <a:extLst>
              <a:ext uri="{FF2B5EF4-FFF2-40B4-BE49-F238E27FC236}">
                <a16:creationId xmlns:a16="http://schemas.microsoft.com/office/drawing/2014/main" id="{28439CAB-83C8-40A8-B297-7EC2A22C1C9B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16" name="矩形">
            <a:extLst>
              <a:ext uri="{FF2B5EF4-FFF2-40B4-BE49-F238E27FC236}">
                <a16:creationId xmlns:a16="http://schemas.microsoft.com/office/drawing/2014/main" id="{072F32F7-4F40-4333-BEA9-E7619F4E4D28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317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318" name="矩形">
            <a:extLst>
              <a:ext uri="{FF2B5EF4-FFF2-40B4-BE49-F238E27FC236}">
                <a16:creationId xmlns:a16="http://schemas.microsoft.com/office/drawing/2014/main" id="{808BA16B-6A39-444C-A5E0-EA2D0072E447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19" name="汇报结构与核心问题">
            <a:extLst>
              <a:ext uri="{FF2B5EF4-FFF2-40B4-BE49-F238E27FC236}">
                <a16:creationId xmlns:a16="http://schemas.microsoft.com/office/drawing/2014/main" id="{C63E723B-C79E-4FBB-8468-B193B3CEC8AD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汇报结构与核心问题</a:t>
            </a:r>
          </a:p>
        </p:txBody>
      </p:sp>
      <p:sp>
        <p:nvSpPr>
          <p:cNvPr id="320" name="矩形">
            <a:extLst>
              <a:ext uri="{FF2B5EF4-FFF2-40B4-BE49-F238E27FC236}">
                <a16:creationId xmlns:a16="http://schemas.microsoft.com/office/drawing/2014/main" id="{3488B7C0-5BD5-4454-80FE-0B95F6AC1AB3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321" name="STORYLINE">
            <a:extLst>
              <a:ext uri="{FF2B5EF4-FFF2-40B4-BE49-F238E27FC236}">
                <a16:creationId xmlns:a16="http://schemas.microsoft.com/office/drawing/2014/main" id="{2F86183F-B100-40B9-B6BA-1B2826C8D852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STORYLINE</a:t>
            </a:r>
          </a:p>
        </p:txBody>
      </p:sp>
      <p:sp>
        <p:nvSpPr>
          <p:cNvPr id="323" name="矩形">
            <a:extLst>
              <a:ext uri="{FF2B5EF4-FFF2-40B4-BE49-F238E27FC236}">
                <a16:creationId xmlns:a16="http://schemas.microsoft.com/office/drawing/2014/main" id="{8AB87629-773C-4AF8-9A2C-CEA2D89938F0}"/>
              </a:ext>
            </a:extLst>
          </p:cNvPr>
          <p:cNvSpPr>
            <a:spLocks noGrp="1"/>
          </p:cNvSpPr>
          <p:nvPr/>
        </p:nvSpPr>
        <p:spPr>
          <a:xfrm>
            <a:off x="781050" y="1066799"/>
            <a:ext cx="10668000" cy="4191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24" name="本次答辩围绕一个问题展开：高代价、可失败的蛋白质设计工具链，如何在执行中做可解释的规划与恢复决策。">
            <a:extLst>
              <a:ext uri="{FF2B5EF4-FFF2-40B4-BE49-F238E27FC236}">
                <a16:creationId xmlns:a16="http://schemas.microsoft.com/office/drawing/2014/main" id="{DEA1ECAB-2DC9-4BF3-A25F-1C3395891371}"/>
              </a:ext>
            </a:extLst>
          </p:cNvPr>
          <p:cNvSpPr>
            <a:spLocks noGrp="1"/>
          </p:cNvSpPr>
          <p:nvPr/>
        </p:nvSpPr>
        <p:spPr>
          <a:xfrm>
            <a:off x="781050" y="1066796"/>
            <a:ext cx="10668000" cy="266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本次答辩围绕一个问题展开：高代价、可失败的蛋白质设计工具链，如何在执行中做可解释的规划与恢复决策。</a:t>
            </a:r>
          </a:p>
        </p:txBody>
      </p:sp>
      <p:sp>
        <p:nvSpPr>
          <p:cNvPr id="325" name="圆角矩形 986">
            <a:extLst>
              <a:ext uri="{FF2B5EF4-FFF2-40B4-BE49-F238E27FC236}">
                <a16:creationId xmlns:a16="http://schemas.microsoft.com/office/drawing/2014/main" id="{5A69B606-E75B-4105-8153-42C0E67F4C61}"/>
              </a:ext>
            </a:extLst>
          </p:cNvPr>
          <p:cNvSpPr>
            <a:spLocks noGrp="1"/>
          </p:cNvSpPr>
          <p:nvPr/>
        </p:nvSpPr>
        <p:spPr>
          <a:xfrm>
            <a:off x="781050" y="1885950"/>
            <a:ext cx="1695450" cy="20002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326" name="矩形">
            <a:extLst>
              <a:ext uri="{FF2B5EF4-FFF2-40B4-BE49-F238E27FC236}">
                <a16:creationId xmlns:a16="http://schemas.microsoft.com/office/drawing/2014/main" id="{5F6B5678-7E7F-41D5-8910-28271E390462}"/>
              </a:ext>
            </a:extLst>
          </p:cNvPr>
          <p:cNvSpPr>
            <a:spLocks noGrp="1"/>
          </p:cNvSpPr>
          <p:nvPr/>
        </p:nvSpPr>
        <p:spPr>
          <a:xfrm>
            <a:off x="952500" y="201930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27" name="工程约束">
            <a:extLst>
              <a:ext uri="{FF2B5EF4-FFF2-40B4-BE49-F238E27FC236}">
                <a16:creationId xmlns:a16="http://schemas.microsoft.com/office/drawing/2014/main" id="{27775565-1FBC-4252-8BFE-BA0A49A5ACFE}"/>
              </a:ext>
            </a:extLst>
          </p:cNvPr>
          <p:cNvSpPr>
            <a:spLocks noGrp="1"/>
          </p:cNvSpPr>
          <p:nvPr/>
        </p:nvSpPr>
        <p:spPr>
          <a:xfrm>
            <a:off x="952500" y="2019300"/>
            <a:ext cx="135255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工程约束</a:t>
            </a:r>
          </a:p>
        </p:txBody>
      </p:sp>
      <p:sp>
        <p:nvSpPr>
          <p:cNvPr id="328" name="矩形">
            <a:extLst>
              <a:ext uri="{FF2B5EF4-FFF2-40B4-BE49-F238E27FC236}">
                <a16:creationId xmlns:a16="http://schemas.microsoft.com/office/drawing/2014/main" id="{3C23E8EF-17B6-4F0F-BF23-571FE549E174}"/>
              </a:ext>
            </a:extLst>
          </p:cNvPr>
          <p:cNvSpPr>
            <a:spLocks noGrp="1"/>
          </p:cNvSpPr>
          <p:nvPr/>
        </p:nvSpPr>
        <p:spPr>
          <a:xfrm>
            <a:off x="952500" y="2324098"/>
            <a:ext cx="1352550" cy="14859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29" name="多工具异构…">
            <a:extLst>
              <a:ext uri="{FF2B5EF4-FFF2-40B4-BE49-F238E27FC236}">
                <a16:creationId xmlns:a16="http://schemas.microsoft.com/office/drawing/2014/main" id="{46050260-21B9-4F11-907A-A8CB02185B1A}"/>
              </a:ext>
            </a:extLst>
          </p:cNvPr>
          <p:cNvSpPr>
            <a:spLocks noGrp="1"/>
          </p:cNvSpPr>
          <p:nvPr/>
        </p:nvSpPr>
        <p:spPr>
          <a:xfrm>
            <a:off x="952500" y="2324098"/>
            <a:ext cx="1352550" cy="533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多工具异构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高代价调用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失败可恢复</a:t>
            </a:r>
          </a:p>
        </p:txBody>
      </p:sp>
      <p:sp>
        <p:nvSpPr>
          <p:cNvPr id="330" name="矩形">
            <a:extLst>
              <a:ext uri="{FF2B5EF4-FFF2-40B4-BE49-F238E27FC236}">
                <a16:creationId xmlns:a16="http://schemas.microsoft.com/office/drawing/2014/main" id="{6F13DF92-239A-4653-9C11-AD53396F6CF3}"/>
              </a:ext>
            </a:extLst>
          </p:cNvPr>
          <p:cNvSpPr>
            <a:spLocks noGrp="1"/>
          </p:cNvSpPr>
          <p:nvPr/>
        </p:nvSpPr>
        <p:spPr>
          <a:xfrm>
            <a:off x="2533650" y="2809875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331" name="→">
            <a:extLst>
              <a:ext uri="{FF2B5EF4-FFF2-40B4-BE49-F238E27FC236}">
                <a16:creationId xmlns:a16="http://schemas.microsoft.com/office/drawing/2014/main" id="{9937475B-5D4B-486C-987B-9C1D951D77F9}"/>
              </a:ext>
            </a:extLst>
          </p:cNvPr>
          <p:cNvSpPr>
            <a:spLocks noGrp="1"/>
          </p:cNvSpPr>
          <p:nvPr/>
        </p:nvSpPr>
        <p:spPr>
          <a:xfrm>
            <a:off x="2533650" y="2809875"/>
            <a:ext cx="3048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332" name="圆角矩形 990">
            <a:extLst>
              <a:ext uri="{FF2B5EF4-FFF2-40B4-BE49-F238E27FC236}">
                <a16:creationId xmlns:a16="http://schemas.microsoft.com/office/drawing/2014/main" id="{03D7DBAA-A506-4D54-A8EC-610E27DA6F13}"/>
              </a:ext>
            </a:extLst>
          </p:cNvPr>
          <p:cNvSpPr>
            <a:spLocks noGrp="1"/>
          </p:cNvSpPr>
          <p:nvPr/>
        </p:nvSpPr>
        <p:spPr>
          <a:xfrm>
            <a:off x="2876550" y="1885950"/>
            <a:ext cx="1695450" cy="20002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333" name="矩形">
            <a:extLst>
              <a:ext uri="{FF2B5EF4-FFF2-40B4-BE49-F238E27FC236}">
                <a16:creationId xmlns:a16="http://schemas.microsoft.com/office/drawing/2014/main" id="{EB03A324-7EDA-4D09-B329-EC4D3716A215}"/>
              </a:ext>
            </a:extLst>
          </p:cNvPr>
          <p:cNvSpPr>
            <a:spLocks noGrp="1"/>
          </p:cNvSpPr>
          <p:nvPr/>
        </p:nvSpPr>
        <p:spPr>
          <a:xfrm>
            <a:off x="3048000" y="201930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34" name="系统支撑">
            <a:extLst>
              <a:ext uri="{FF2B5EF4-FFF2-40B4-BE49-F238E27FC236}">
                <a16:creationId xmlns:a16="http://schemas.microsoft.com/office/drawing/2014/main" id="{99250B82-8663-44CC-A561-1C834853B677}"/>
              </a:ext>
            </a:extLst>
          </p:cNvPr>
          <p:cNvSpPr>
            <a:spLocks noGrp="1"/>
          </p:cNvSpPr>
          <p:nvPr/>
        </p:nvSpPr>
        <p:spPr>
          <a:xfrm>
            <a:off x="3048000" y="2019300"/>
            <a:ext cx="135255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系统支撑</a:t>
            </a:r>
          </a:p>
        </p:txBody>
      </p:sp>
      <p:sp>
        <p:nvSpPr>
          <p:cNvPr id="335" name="矩形">
            <a:extLst>
              <a:ext uri="{FF2B5EF4-FFF2-40B4-BE49-F238E27FC236}">
                <a16:creationId xmlns:a16="http://schemas.microsoft.com/office/drawing/2014/main" id="{42FB84F8-43B8-48B4-A26E-67591C72A083}"/>
              </a:ext>
            </a:extLst>
          </p:cNvPr>
          <p:cNvSpPr>
            <a:spLocks noGrp="1"/>
          </p:cNvSpPr>
          <p:nvPr/>
        </p:nvSpPr>
        <p:spPr>
          <a:xfrm>
            <a:off x="3048000" y="2324098"/>
            <a:ext cx="1352550" cy="14859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36" name="五层架构…">
            <a:extLst>
              <a:ext uri="{FF2B5EF4-FFF2-40B4-BE49-F238E27FC236}">
                <a16:creationId xmlns:a16="http://schemas.microsoft.com/office/drawing/2014/main" id="{4A3AF3DA-64E9-4E8E-B1F6-4EBAA519B864}"/>
              </a:ext>
            </a:extLst>
          </p:cNvPr>
          <p:cNvSpPr>
            <a:spLocks noGrp="1"/>
          </p:cNvSpPr>
          <p:nvPr/>
        </p:nvSpPr>
        <p:spPr>
          <a:xfrm>
            <a:off x="3048000" y="2324098"/>
            <a:ext cx="1352550" cy="5080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五层架构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结构化对象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FSM / HITL</a:t>
            </a:r>
          </a:p>
        </p:txBody>
      </p:sp>
      <p:sp>
        <p:nvSpPr>
          <p:cNvPr id="337" name="矩形">
            <a:extLst>
              <a:ext uri="{FF2B5EF4-FFF2-40B4-BE49-F238E27FC236}">
                <a16:creationId xmlns:a16="http://schemas.microsoft.com/office/drawing/2014/main" id="{A3C7F2E5-DF1E-4BC6-86FF-3A32CD2561CA}"/>
              </a:ext>
            </a:extLst>
          </p:cNvPr>
          <p:cNvSpPr>
            <a:spLocks noGrp="1"/>
          </p:cNvSpPr>
          <p:nvPr/>
        </p:nvSpPr>
        <p:spPr>
          <a:xfrm>
            <a:off x="4629150" y="2809875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338" name="→">
            <a:extLst>
              <a:ext uri="{FF2B5EF4-FFF2-40B4-BE49-F238E27FC236}">
                <a16:creationId xmlns:a16="http://schemas.microsoft.com/office/drawing/2014/main" id="{F662C998-5C78-4DAC-A55F-1859C046718E}"/>
              </a:ext>
            </a:extLst>
          </p:cNvPr>
          <p:cNvSpPr>
            <a:spLocks noGrp="1"/>
          </p:cNvSpPr>
          <p:nvPr/>
        </p:nvSpPr>
        <p:spPr>
          <a:xfrm>
            <a:off x="4629150" y="2809875"/>
            <a:ext cx="3048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339" name="圆角矩形 994">
            <a:extLst>
              <a:ext uri="{FF2B5EF4-FFF2-40B4-BE49-F238E27FC236}">
                <a16:creationId xmlns:a16="http://schemas.microsoft.com/office/drawing/2014/main" id="{E8C6C2C7-1FC0-48D5-A337-A0A2BAF06179}"/>
              </a:ext>
            </a:extLst>
          </p:cNvPr>
          <p:cNvSpPr>
            <a:spLocks noGrp="1"/>
          </p:cNvSpPr>
          <p:nvPr/>
        </p:nvSpPr>
        <p:spPr>
          <a:xfrm>
            <a:off x="4972050" y="1885950"/>
            <a:ext cx="1695450" cy="2000250"/>
          </a:xfrm>
          <a:prstGeom prst="roundRect">
            <a:avLst>
              <a:gd name="adj" fmla="val 4494"/>
            </a:avLst>
          </a:prstGeom>
          <a:solidFill>
            <a:srgbClr val="0052A5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340" name="矩形">
            <a:extLst>
              <a:ext uri="{FF2B5EF4-FFF2-40B4-BE49-F238E27FC236}">
                <a16:creationId xmlns:a16="http://schemas.microsoft.com/office/drawing/2014/main" id="{6DFFB85F-7D8B-45AB-94D8-9FB536426361}"/>
              </a:ext>
            </a:extLst>
          </p:cNvPr>
          <p:cNvSpPr>
            <a:spLocks noGrp="1"/>
          </p:cNvSpPr>
          <p:nvPr/>
        </p:nvSpPr>
        <p:spPr>
          <a:xfrm>
            <a:off x="5143500" y="201930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41" name="核心算法">
            <a:extLst>
              <a:ext uri="{FF2B5EF4-FFF2-40B4-BE49-F238E27FC236}">
                <a16:creationId xmlns:a16="http://schemas.microsoft.com/office/drawing/2014/main" id="{21FA0457-BAA1-42F0-917F-2516029B7B6A}"/>
              </a:ext>
            </a:extLst>
          </p:cNvPr>
          <p:cNvSpPr>
            <a:spLocks noGrp="1"/>
          </p:cNvSpPr>
          <p:nvPr/>
        </p:nvSpPr>
        <p:spPr>
          <a:xfrm>
            <a:off x="5143500" y="2019300"/>
            <a:ext cx="135255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核心算法</a:t>
            </a:r>
          </a:p>
        </p:txBody>
      </p:sp>
      <p:sp>
        <p:nvSpPr>
          <p:cNvPr id="342" name="矩形">
            <a:extLst>
              <a:ext uri="{FF2B5EF4-FFF2-40B4-BE49-F238E27FC236}">
                <a16:creationId xmlns:a16="http://schemas.microsoft.com/office/drawing/2014/main" id="{08B78B10-39B4-4275-8D25-FF19880F5215}"/>
              </a:ext>
            </a:extLst>
          </p:cNvPr>
          <p:cNvSpPr>
            <a:spLocks noGrp="1"/>
          </p:cNvSpPr>
          <p:nvPr/>
        </p:nvSpPr>
        <p:spPr>
          <a:xfrm>
            <a:off x="5143500" y="2324098"/>
            <a:ext cx="1352550" cy="14859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43" name="CEBRA-WP…">
            <a:extLst>
              <a:ext uri="{FF2B5EF4-FFF2-40B4-BE49-F238E27FC236}">
                <a16:creationId xmlns:a16="http://schemas.microsoft.com/office/drawing/2014/main" id="{AC68A057-72A7-487E-BFAF-ECD271B72560}"/>
              </a:ext>
            </a:extLst>
          </p:cNvPr>
          <p:cNvSpPr>
            <a:spLocks noGrp="1"/>
          </p:cNvSpPr>
          <p:nvPr/>
        </p:nvSpPr>
        <p:spPr>
          <a:xfrm>
            <a:off x="5143500" y="2324098"/>
            <a:ext cx="1352550" cy="5080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CEBRA-WP</a:t>
            </a:r>
          </a:p>
          <a:p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静态规划</a:t>
            </a:r>
          </a:p>
          <a:p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运行时自适应</a:t>
            </a:r>
          </a:p>
        </p:txBody>
      </p:sp>
      <p:sp>
        <p:nvSpPr>
          <p:cNvPr id="344" name="矩形">
            <a:extLst>
              <a:ext uri="{FF2B5EF4-FFF2-40B4-BE49-F238E27FC236}">
                <a16:creationId xmlns:a16="http://schemas.microsoft.com/office/drawing/2014/main" id="{904677B9-D599-4F8C-8658-5324A52C208C}"/>
              </a:ext>
            </a:extLst>
          </p:cNvPr>
          <p:cNvSpPr>
            <a:spLocks noGrp="1"/>
          </p:cNvSpPr>
          <p:nvPr/>
        </p:nvSpPr>
        <p:spPr>
          <a:xfrm>
            <a:off x="6724650" y="2809875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345" name="→">
            <a:extLst>
              <a:ext uri="{FF2B5EF4-FFF2-40B4-BE49-F238E27FC236}">
                <a16:creationId xmlns:a16="http://schemas.microsoft.com/office/drawing/2014/main" id="{BEFB8BD5-1FE2-4CBF-9320-603D0354788A}"/>
              </a:ext>
            </a:extLst>
          </p:cNvPr>
          <p:cNvSpPr>
            <a:spLocks noGrp="1"/>
          </p:cNvSpPr>
          <p:nvPr/>
        </p:nvSpPr>
        <p:spPr>
          <a:xfrm>
            <a:off x="6724650" y="2809875"/>
            <a:ext cx="3048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346" name="圆角矩形 998">
            <a:extLst>
              <a:ext uri="{FF2B5EF4-FFF2-40B4-BE49-F238E27FC236}">
                <a16:creationId xmlns:a16="http://schemas.microsoft.com/office/drawing/2014/main" id="{C9EFCC6A-4156-4D29-A9EB-E0D6E218A741}"/>
              </a:ext>
            </a:extLst>
          </p:cNvPr>
          <p:cNvSpPr>
            <a:spLocks noGrp="1"/>
          </p:cNvSpPr>
          <p:nvPr/>
        </p:nvSpPr>
        <p:spPr>
          <a:xfrm>
            <a:off x="7067550" y="1885950"/>
            <a:ext cx="1695450" cy="20002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347" name="矩形">
            <a:extLst>
              <a:ext uri="{FF2B5EF4-FFF2-40B4-BE49-F238E27FC236}">
                <a16:creationId xmlns:a16="http://schemas.microsoft.com/office/drawing/2014/main" id="{AF4DD84B-6D6D-4C67-8EDD-2A0345BC7E84}"/>
              </a:ext>
            </a:extLst>
          </p:cNvPr>
          <p:cNvSpPr>
            <a:spLocks noGrp="1"/>
          </p:cNvSpPr>
          <p:nvPr/>
        </p:nvSpPr>
        <p:spPr>
          <a:xfrm>
            <a:off x="7239000" y="201930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48" name="工程落地">
            <a:extLst>
              <a:ext uri="{FF2B5EF4-FFF2-40B4-BE49-F238E27FC236}">
                <a16:creationId xmlns:a16="http://schemas.microsoft.com/office/drawing/2014/main" id="{B91A1EB0-797D-40E5-9028-D6AEDA67A35B}"/>
              </a:ext>
            </a:extLst>
          </p:cNvPr>
          <p:cNvSpPr>
            <a:spLocks noGrp="1"/>
          </p:cNvSpPr>
          <p:nvPr/>
        </p:nvSpPr>
        <p:spPr>
          <a:xfrm>
            <a:off x="7239000" y="2019300"/>
            <a:ext cx="135255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工程落地</a:t>
            </a:r>
          </a:p>
        </p:txBody>
      </p:sp>
      <p:sp>
        <p:nvSpPr>
          <p:cNvPr id="349" name="矩形">
            <a:extLst>
              <a:ext uri="{FF2B5EF4-FFF2-40B4-BE49-F238E27FC236}">
                <a16:creationId xmlns:a16="http://schemas.microsoft.com/office/drawing/2014/main" id="{6E35E426-507D-4FEA-9488-3AA1E6435EBB}"/>
              </a:ext>
            </a:extLst>
          </p:cNvPr>
          <p:cNvSpPr>
            <a:spLocks noGrp="1"/>
          </p:cNvSpPr>
          <p:nvPr/>
        </p:nvSpPr>
        <p:spPr>
          <a:xfrm>
            <a:off x="7239000" y="2324098"/>
            <a:ext cx="1352550" cy="14859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50" name="RuntimeEvaluator…">
            <a:extLst>
              <a:ext uri="{FF2B5EF4-FFF2-40B4-BE49-F238E27FC236}">
                <a16:creationId xmlns:a16="http://schemas.microsoft.com/office/drawing/2014/main" id="{610B8053-AD52-4A2A-9B49-990CD9CCF911}"/>
              </a:ext>
            </a:extLst>
          </p:cNvPr>
          <p:cNvSpPr>
            <a:spLocks noGrp="1"/>
          </p:cNvSpPr>
          <p:nvPr/>
        </p:nvSpPr>
        <p:spPr>
          <a:xfrm>
            <a:off x="7239000" y="2324098"/>
            <a:ext cx="1352550" cy="457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RuntimeEvaluator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ToolAdapter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EventLog / Snapshot</a:t>
            </a:r>
          </a:p>
        </p:txBody>
      </p:sp>
      <p:sp>
        <p:nvSpPr>
          <p:cNvPr id="351" name="矩形">
            <a:extLst>
              <a:ext uri="{FF2B5EF4-FFF2-40B4-BE49-F238E27FC236}">
                <a16:creationId xmlns:a16="http://schemas.microsoft.com/office/drawing/2014/main" id="{F9D1FFEE-8593-4E4F-A40D-6B3069C329B2}"/>
              </a:ext>
            </a:extLst>
          </p:cNvPr>
          <p:cNvSpPr>
            <a:spLocks noGrp="1"/>
          </p:cNvSpPr>
          <p:nvPr/>
        </p:nvSpPr>
        <p:spPr>
          <a:xfrm>
            <a:off x="8820150" y="2809875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352" name="→">
            <a:extLst>
              <a:ext uri="{FF2B5EF4-FFF2-40B4-BE49-F238E27FC236}">
                <a16:creationId xmlns:a16="http://schemas.microsoft.com/office/drawing/2014/main" id="{00733123-69BE-4417-83FD-EBE43AEEADCB}"/>
              </a:ext>
            </a:extLst>
          </p:cNvPr>
          <p:cNvSpPr>
            <a:spLocks noGrp="1"/>
          </p:cNvSpPr>
          <p:nvPr/>
        </p:nvSpPr>
        <p:spPr>
          <a:xfrm>
            <a:off x="8820150" y="2809875"/>
            <a:ext cx="3048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353" name="圆角矩形 1002">
            <a:extLst>
              <a:ext uri="{FF2B5EF4-FFF2-40B4-BE49-F238E27FC236}">
                <a16:creationId xmlns:a16="http://schemas.microsoft.com/office/drawing/2014/main" id="{2DF1B1D3-5384-48BB-8AB9-3CFE6FD418A0}"/>
              </a:ext>
            </a:extLst>
          </p:cNvPr>
          <p:cNvSpPr>
            <a:spLocks noGrp="1"/>
          </p:cNvSpPr>
          <p:nvPr/>
        </p:nvSpPr>
        <p:spPr>
          <a:xfrm>
            <a:off x="9163050" y="1885950"/>
            <a:ext cx="1695450" cy="20002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354" name="矩形">
            <a:extLst>
              <a:ext uri="{FF2B5EF4-FFF2-40B4-BE49-F238E27FC236}">
                <a16:creationId xmlns:a16="http://schemas.microsoft.com/office/drawing/2014/main" id="{EF937894-3C2F-4873-A1A8-CC99E6B5BBB0}"/>
              </a:ext>
            </a:extLst>
          </p:cNvPr>
          <p:cNvSpPr>
            <a:spLocks noGrp="1"/>
          </p:cNvSpPr>
          <p:nvPr/>
        </p:nvSpPr>
        <p:spPr>
          <a:xfrm>
            <a:off x="9334500" y="201930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55" name="验证边界">
            <a:extLst>
              <a:ext uri="{FF2B5EF4-FFF2-40B4-BE49-F238E27FC236}">
                <a16:creationId xmlns:a16="http://schemas.microsoft.com/office/drawing/2014/main" id="{212FC386-6A56-4644-809B-34EC41D1E540}"/>
              </a:ext>
            </a:extLst>
          </p:cNvPr>
          <p:cNvSpPr>
            <a:spLocks noGrp="1"/>
          </p:cNvSpPr>
          <p:nvPr/>
        </p:nvSpPr>
        <p:spPr>
          <a:xfrm>
            <a:off x="9334500" y="2019300"/>
            <a:ext cx="135255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验证边界</a:t>
            </a:r>
          </a:p>
        </p:txBody>
      </p:sp>
      <p:sp>
        <p:nvSpPr>
          <p:cNvPr id="356" name="矩形">
            <a:extLst>
              <a:ext uri="{FF2B5EF4-FFF2-40B4-BE49-F238E27FC236}">
                <a16:creationId xmlns:a16="http://schemas.microsoft.com/office/drawing/2014/main" id="{3F5A5AA8-21AA-49DF-80DA-867A2EFD1CDE}"/>
              </a:ext>
            </a:extLst>
          </p:cNvPr>
          <p:cNvSpPr>
            <a:spLocks noGrp="1"/>
          </p:cNvSpPr>
          <p:nvPr/>
        </p:nvSpPr>
        <p:spPr>
          <a:xfrm>
            <a:off x="9334500" y="2324098"/>
            <a:ext cx="1352550" cy="14859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57" name="13 个测试用例…">
            <a:extLst>
              <a:ext uri="{FF2B5EF4-FFF2-40B4-BE49-F238E27FC236}">
                <a16:creationId xmlns:a16="http://schemas.microsoft.com/office/drawing/2014/main" id="{A1E885E2-F655-4248-92B8-ED47D0427DD4}"/>
              </a:ext>
            </a:extLst>
          </p:cNvPr>
          <p:cNvSpPr>
            <a:spLocks noGrp="1"/>
          </p:cNvSpPr>
          <p:nvPr/>
        </p:nvSpPr>
        <p:spPr>
          <a:xfrm>
            <a:off x="9334500" y="2324098"/>
            <a:ext cx="1352550" cy="533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13 个测试用例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84-run 消融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结论不过度外推</a:t>
            </a:r>
          </a:p>
        </p:txBody>
      </p:sp>
      <p:sp>
        <p:nvSpPr>
          <p:cNvPr id="358" name="圆角矩形 1005">
            <a:extLst>
              <a:ext uri="{FF2B5EF4-FFF2-40B4-BE49-F238E27FC236}">
                <a16:creationId xmlns:a16="http://schemas.microsoft.com/office/drawing/2014/main" id="{45CF74C1-CA1E-4876-B951-EFF24E713513}"/>
              </a:ext>
            </a:extLst>
          </p:cNvPr>
          <p:cNvSpPr>
            <a:spLocks noGrp="1"/>
          </p:cNvSpPr>
          <p:nvPr/>
        </p:nvSpPr>
        <p:spPr>
          <a:xfrm>
            <a:off x="2047875" y="4476750"/>
            <a:ext cx="8096250" cy="904875"/>
          </a:xfrm>
          <a:prstGeom prst="roundRect">
            <a:avLst>
              <a:gd name="adj" fmla="val 8421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359" name="矩形">
            <a:extLst>
              <a:ext uri="{FF2B5EF4-FFF2-40B4-BE49-F238E27FC236}">
                <a16:creationId xmlns:a16="http://schemas.microsoft.com/office/drawing/2014/main" id="{C2CAE607-F548-465A-8E22-9DF13AF85D19}"/>
              </a:ext>
            </a:extLst>
          </p:cNvPr>
          <p:cNvSpPr>
            <a:spLocks noGrp="1"/>
          </p:cNvSpPr>
          <p:nvPr/>
        </p:nvSpPr>
        <p:spPr>
          <a:xfrm>
            <a:off x="2219325" y="4610100"/>
            <a:ext cx="7753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60" name="核心判断">
            <a:extLst>
              <a:ext uri="{FF2B5EF4-FFF2-40B4-BE49-F238E27FC236}">
                <a16:creationId xmlns:a16="http://schemas.microsoft.com/office/drawing/2014/main" id="{FCCD417B-EBB2-4788-9502-6D30332DF6BD}"/>
              </a:ext>
            </a:extLst>
          </p:cNvPr>
          <p:cNvSpPr>
            <a:spLocks noGrp="1"/>
          </p:cNvSpPr>
          <p:nvPr/>
        </p:nvSpPr>
        <p:spPr>
          <a:xfrm>
            <a:off x="2219325" y="4610100"/>
            <a:ext cx="775335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核心判断</a:t>
            </a:r>
          </a:p>
        </p:txBody>
      </p:sp>
      <p:sp>
        <p:nvSpPr>
          <p:cNvPr id="361" name="矩形">
            <a:extLst>
              <a:ext uri="{FF2B5EF4-FFF2-40B4-BE49-F238E27FC236}">
                <a16:creationId xmlns:a16="http://schemas.microsoft.com/office/drawing/2014/main" id="{E17F1971-E18C-4AEB-A3C7-5A9C9467403D}"/>
              </a:ext>
            </a:extLst>
          </p:cNvPr>
          <p:cNvSpPr>
            <a:spLocks noGrp="1"/>
          </p:cNvSpPr>
          <p:nvPr/>
        </p:nvSpPr>
        <p:spPr>
          <a:xfrm>
            <a:off x="2219325" y="4914898"/>
            <a:ext cx="7753350" cy="39052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62" name="贡献集中在运行时工作流规划：先约束候选可执行；…">
            <a:extLst>
              <a:ext uri="{FF2B5EF4-FFF2-40B4-BE49-F238E27FC236}">
                <a16:creationId xmlns:a16="http://schemas.microsoft.com/office/drawing/2014/main" id="{878B58FC-9243-4FB2-AC27-AC19C9D0028E}"/>
              </a:ext>
            </a:extLst>
          </p:cNvPr>
          <p:cNvSpPr>
            <a:spLocks noGrp="1"/>
          </p:cNvSpPr>
          <p:nvPr/>
        </p:nvSpPr>
        <p:spPr>
          <a:xfrm>
            <a:off x="2219325" y="4914898"/>
            <a:ext cx="7753350" cy="406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贡献集中在运行时工作流规划：先约束候选可执行；</a:t>
            </a:r>
          </a:p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再依据运行时证据选择 continue / patch_local / suffix_replan / stop。</a:t>
            </a:r>
          </a:p>
        </p:txBody>
      </p:sp>
      <p:sp>
        <p:nvSpPr>
          <p:cNvPr id="368" name="矩形 367">
            <a:extLst>
              <a:ext uri="{FF2B5EF4-FFF2-40B4-BE49-F238E27FC236}">
                <a16:creationId xmlns:a16="http://schemas.microsoft.com/office/drawing/2014/main" id="{D14CCF3D-8EA2-40F5-8A94-5538F71E4BC6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29563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矩形">
            <a:extLst>
              <a:ext uri="{FF2B5EF4-FFF2-40B4-BE49-F238E27FC236}">
                <a16:creationId xmlns:a16="http://schemas.microsoft.com/office/drawing/2014/main" id="{7F1D621E-6973-4B60-99E8-77517BA80A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368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369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370" name="矩形">
            <a:extLst>
              <a:ext uri="{FF2B5EF4-FFF2-40B4-BE49-F238E27FC236}">
                <a16:creationId xmlns:a16="http://schemas.microsoft.com/office/drawing/2014/main" id="{74A30907-4ED4-4A1A-BA14-9C6A8EB37759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71" name="矩形">
            <a:extLst>
              <a:ext uri="{FF2B5EF4-FFF2-40B4-BE49-F238E27FC236}">
                <a16:creationId xmlns:a16="http://schemas.microsoft.com/office/drawing/2014/main" id="{6AEE4F3C-4B28-4E8C-A48F-996112E1EDC6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72" name="矩形">
            <a:extLst>
              <a:ext uri="{FF2B5EF4-FFF2-40B4-BE49-F238E27FC236}">
                <a16:creationId xmlns:a16="http://schemas.microsoft.com/office/drawing/2014/main" id="{9F1DB87E-C7F1-41B5-BDC0-B831E2BAF4FB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73" name="矩形">
            <a:extLst>
              <a:ext uri="{FF2B5EF4-FFF2-40B4-BE49-F238E27FC236}">
                <a16:creationId xmlns:a16="http://schemas.microsoft.com/office/drawing/2014/main" id="{E475823E-7850-418F-9278-71B55A29A5FE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74" name="矩形">
            <a:extLst>
              <a:ext uri="{FF2B5EF4-FFF2-40B4-BE49-F238E27FC236}">
                <a16:creationId xmlns:a16="http://schemas.microsoft.com/office/drawing/2014/main" id="{EAA1558E-2C75-496F-91BF-4EC14F851D0E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75" name="矩形">
            <a:extLst>
              <a:ext uri="{FF2B5EF4-FFF2-40B4-BE49-F238E27FC236}">
                <a16:creationId xmlns:a16="http://schemas.microsoft.com/office/drawing/2014/main" id="{AEF53A86-6361-4A08-80A5-8F235339D4B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76" name="矩形">
            <a:extLst>
              <a:ext uri="{FF2B5EF4-FFF2-40B4-BE49-F238E27FC236}">
                <a16:creationId xmlns:a16="http://schemas.microsoft.com/office/drawing/2014/main" id="{0B428E13-C1B4-44BB-BA2E-BCA0D6EAC6D5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77" name="矩形">
            <a:extLst>
              <a:ext uri="{FF2B5EF4-FFF2-40B4-BE49-F238E27FC236}">
                <a16:creationId xmlns:a16="http://schemas.microsoft.com/office/drawing/2014/main" id="{E1354CB0-836E-491F-A1E2-B5143FF0639B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78" name="矩形">
            <a:extLst>
              <a:ext uri="{FF2B5EF4-FFF2-40B4-BE49-F238E27FC236}">
                <a16:creationId xmlns:a16="http://schemas.microsoft.com/office/drawing/2014/main" id="{4695BBA7-EE09-486F-BE90-BC78E23ECA17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79" name="矩形">
            <a:extLst>
              <a:ext uri="{FF2B5EF4-FFF2-40B4-BE49-F238E27FC236}">
                <a16:creationId xmlns:a16="http://schemas.microsoft.com/office/drawing/2014/main" id="{AC03614D-1868-4DB2-9F63-3C401B40E8BA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80" name="矩形">
            <a:extLst>
              <a:ext uri="{FF2B5EF4-FFF2-40B4-BE49-F238E27FC236}">
                <a16:creationId xmlns:a16="http://schemas.microsoft.com/office/drawing/2014/main" id="{2424E005-0820-4283-8E8B-CFF125D73733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81" name="矩形">
            <a:extLst>
              <a:ext uri="{FF2B5EF4-FFF2-40B4-BE49-F238E27FC236}">
                <a16:creationId xmlns:a16="http://schemas.microsoft.com/office/drawing/2014/main" id="{3337363A-FA3A-4D8B-9DD8-0F068CDD9E87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82" name="矩形">
            <a:extLst>
              <a:ext uri="{FF2B5EF4-FFF2-40B4-BE49-F238E27FC236}">
                <a16:creationId xmlns:a16="http://schemas.microsoft.com/office/drawing/2014/main" id="{DC40BA10-D142-4548-803C-F25D87CC1850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83" name="矩形">
            <a:extLst>
              <a:ext uri="{FF2B5EF4-FFF2-40B4-BE49-F238E27FC236}">
                <a16:creationId xmlns:a16="http://schemas.microsoft.com/office/drawing/2014/main" id="{65C03752-5BE0-436A-B2D0-20710FD2F5AC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84" name="矩形">
            <a:extLst>
              <a:ext uri="{FF2B5EF4-FFF2-40B4-BE49-F238E27FC236}">
                <a16:creationId xmlns:a16="http://schemas.microsoft.com/office/drawing/2014/main" id="{2704EDF5-97BF-4E56-8226-E29378DCE6F5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85" name="矩形">
            <a:extLst>
              <a:ext uri="{FF2B5EF4-FFF2-40B4-BE49-F238E27FC236}">
                <a16:creationId xmlns:a16="http://schemas.microsoft.com/office/drawing/2014/main" id="{F26D8D92-DD48-4D06-9040-A8E15289A235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86" name="矩形">
            <a:extLst>
              <a:ext uri="{FF2B5EF4-FFF2-40B4-BE49-F238E27FC236}">
                <a16:creationId xmlns:a16="http://schemas.microsoft.com/office/drawing/2014/main" id="{5415AE4E-860C-4B56-A0C2-A09A2461B7E9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87" name="矩形">
            <a:extLst>
              <a:ext uri="{FF2B5EF4-FFF2-40B4-BE49-F238E27FC236}">
                <a16:creationId xmlns:a16="http://schemas.microsoft.com/office/drawing/2014/main" id="{5F778D95-AACD-48C7-883D-E1B9D51F67FB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88" name="矩形">
            <a:extLst>
              <a:ext uri="{FF2B5EF4-FFF2-40B4-BE49-F238E27FC236}">
                <a16:creationId xmlns:a16="http://schemas.microsoft.com/office/drawing/2014/main" id="{E671915B-1EF7-467A-8C88-5B35F5C7EB37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89" name="矩形">
            <a:extLst>
              <a:ext uri="{FF2B5EF4-FFF2-40B4-BE49-F238E27FC236}">
                <a16:creationId xmlns:a16="http://schemas.microsoft.com/office/drawing/2014/main" id="{D0E7F6E3-1840-4B90-90DB-63C9DDB6D8C4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90" name="矩形">
            <a:extLst>
              <a:ext uri="{FF2B5EF4-FFF2-40B4-BE49-F238E27FC236}">
                <a16:creationId xmlns:a16="http://schemas.microsoft.com/office/drawing/2014/main" id="{91F24652-23A6-4431-8F8A-5700B3EA1E73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91" name="矩形">
            <a:extLst>
              <a:ext uri="{FF2B5EF4-FFF2-40B4-BE49-F238E27FC236}">
                <a16:creationId xmlns:a16="http://schemas.microsoft.com/office/drawing/2014/main" id="{039C0C10-B861-4006-9249-E8A524DD6720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92" name="矩形">
            <a:extLst>
              <a:ext uri="{FF2B5EF4-FFF2-40B4-BE49-F238E27FC236}">
                <a16:creationId xmlns:a16="http://schemas.microsoft.com/office/drawing/2014/main" id="{BBE2A1B5-3AB9-4074-B4D4-181DD1E7BA13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93" name="矩形">
            <a:extLst>
              <a:ext uri="{FF2B5EF4-FFF2-40B4-BE49-F238E27FC236}">
                <a16:creationId xmlns:a16="http://schemas.microsoft.com/office/drawing/2014/main" id="{35C8A167-AFD3-4A72-8C22-61D961403F87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94" name="矩形">
            <a:extLst>
              <a:ext uri="{FF2B5EF4-FFF2-40B4-BE49-F238E27FC236}">
                <a16:creationId xmlns:a16="http://schemas.microsoft.com/office/drawing/2014/main" id="{212A81D8-1BE2-4794-AEF4-03B6AF1822EB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95" name="矩形">
            <a:extLst>
              <a:ext uri="{FF2B5EF4-FFF2-40B4-BE49-F238E27FC236}">
                <a16:creationId xmlns:a16="http://schemas.microsoft.com/office/drawing/2014/main" id="{AC4892AE-7CDF-4850-AFC4-5A2E6DC83B2A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96" name="矩形">
            <a:extLst>
              <a:ext uri="{FF2B5EF4-FFF2-40B4-BE49-F238E27FC236}">
                <a16:creationId xmlns:a16="http://schemas.microsoft.com/office/drawing/2014/main" id="{FD58E739-5BEF-4ADC-A9A2-EEC3C1713491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97" name="矩形">
            <a:extLst>
              <a:ext uri="{FF2B5EF4-FFF2-40B4-BE49-F238E27FC236}">
                <a16:creationId xmlns:a16="http://schemas.microsoft.com/office/drawing/2014/main" id="{23F7BF8E-C2A3-4ECF-AEEF-5CC70022B590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98" name="矩形">
            <a:extLst>
              <a:ext uri="{FF2B5EF4-FFF2-40B4-BE49-F238E27FC236}">
                <a16:creationId xmlns:a16="http://schemas.microsoft.com/office/drawing/2014/main" id="{39D115D4-F0F4-4742-8643-A82E5B081640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399" name="矩形">
            <a:extLst>
              <a:ext uri="{FF2B5EF4-FFF2-40B4-BE49-F238E27FC236}">
                <a16:creationId xmlns:a16="http://schemas.microsoft.com/office/drawing/2014/main" id="{750585DB-1614-4646-988B-9C91A08FE627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00" name="矩形">
            <a:extLst>
              <a:ext uri="{FF2B5EF4-FFF2-40B4-BE49-F238E27FC236}">
                <a16:creationId xmlns:a16="http://schemas.microsoft.com/office/drawing/2014/main" id="{9B25C766-58C1-4CB1-B55C-A3647E154D84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01" name="矩形">
            <a:extLst>
              <a:ext uri="{FF2B5EF4-FFF2-40B4-BE49-F238E27FC236}">
                <a16:creationId xmlns:a16="http://schemas.microsoft.com/office/drawing/2014/main" id="{AD1EBF00-D7F5-44F4-9C18-2C5DAC8C5194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02" name="矩形">
            <a:extLst>
              <a:ext uri="{FF2B5EF4-FFF2-40B4-BE49-F238E27FC236}">
                <a16:creationId xmlns:a16="http://schemas.microsoft.com/office/drawing/2014/main" id="{88B75CF8-C8E5-4566-BAA9-0FE8BB308580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03" name="矩形">
            <a:extLst>
              <a:ext uri="{FF2B5EF4-FFF2-40B4-BE49-F238E27FC236}">
                <a16:creationId xmlns:a16="http://schemas.microsoft.com/office/drawing/2014/main" id="{7A39B359-A303-439E-A3C0-5D9217F4D1AC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04" name="矩形">
            <a:extLst>
              <a:ext uri="{FF2B5EF4-FFF2-40B4-BE49-F238E27FC236}">
                <a16:creationId xmlns:a16="http://schemas.microsoft.com/office/drawing/2014/main" id="{2A48C5FA-0683-47CC-BC21-FEE97B034674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05" name="矩形">
            <a:extLst>
              <a:ext uri="{FF2B5EF4-FFF2-40B4-BE49-F238E27FC236}">
                <a16:creationId xmlns:a16="http://schemas.microsoft.com/office/drawing/2014/main" id="{68BB504B-2282-4D16-8D0D-9299FA683D20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06" name="矩形">
            <a:extLst>
              <a:ext uri="{FF2B5EF4-FFF2-40B4-BE49-F238E27FC236}">
                <a16:creationId xmlns:a16="http://schemas.microsoft.com/office/drawing/2014/main" id="{884F9B07-A5E0-49FD-A2AB-5CCADEA2AB29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07" name="矩形">
            <a:extLst>
              <a:ext uri="{FF2B5EF4-FFF2-40B4-BE49-F238E27FC236}">
                <a16:creationId xmlns:a16="http://schemas.microsoft.com/office/drawing/2014/main" id="{B4A40720-AE86-42DD-AE54-BEA50354E5EF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08" name="矩形">
            <a:extLst>
              <a:ext uri="{FF2B5EF4-FFF2-40B4-BE49-F238E27FC236}">
                <a16:creationId xmlns:a16="http://schemas.microsoft.com/office/drawing/2014/main" id="{CBA84517-500D-4E0D-B086-4910D7B01550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09" name="矩形">
            <a:extLst>
              <a:ext uri="{FF2B5EF4-FFF2-40B4-BE49-F238E27FC236}">
                <a16:creationId xmlns:a16="http://schemas.microsoft.com/office/drawing/2014/main" id="{EB7724C6-9A7D-482E-8DFB-96D14034AF6E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10" name="矩形">
            <a:extLst>
              <a:ext uri="{FF2B5EF4-FFF2-40B4-BE49-F238E27FC236}">
                <a16:creationId xmlns:a16="http://schemas.microsoft.com/office/drawing/2014/main" id="{CAC1F65D-0710-4AFE-852D-B67381289FCC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11" name="矩形">
            <a:extLst>
              <a:ext uri="{FF2B5EF4-FFF2-40B4-BE49-F238E27FC236}">
                <a16:creationId xmlns:a16="http://schemas.microsoft.com/office/drawing/2014/main" id="{B3BEDE11-1BA9-4009-891A-4D9B750A4496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12" name="矩形">
            <a:extLst>
              <a:ext uri="{FF2B5EF4-FFF2-40B4-BE49-F238E27FC236}">
                <a16:creationId xmlns:a16="http://schemas.microsoft.com/office/drawing/2014/main" id="{BDD49851-6B42-44DD-98B6-A055457E6DE5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13" name="矩形">
            <a:extLst>
              <a:ext uri="{FF2B5EF4-FFF2-40B4-BE49-F238E27FC236}">
                <a16:creationId xmlns:a16="http://schemas.microsoft.com/office/drawing/2014/main" id="{E8E584C9-5D16-49EC-8578-CEEF81BC6F4C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14" name="矩形">
            <a:extLst>
              <a:ext uri="{FF2B5EF4-FFF2-40B4-BE49-F238E27FC236}">
                <a16:creationId xmlns:a16="http://schemas.microsoft.com/office/drawing/2014/main" id="{C4678DBB-854C-4CF2-9C67-8C16E87480AB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15" name="矩形">
            <a:extLst>
              <a:ext uri="{FF2B5EF4-FFF2-40B4-BE49-F238E27FC236}">
                <a16:creationId xmlns:a16="http://schemas.microsoft.com/office/drawing/2014/main" id="{048B0039-C5BE-425F-8543-4F868CC6EA99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16" name="矩形">
            <a:extLst>
              <a:ext uri="{FF2B5EF4-FFF2-40B4-BE49-F238E27FC236}">
                <a16:creationId xmlns:a16="http://schemas.microsoft.com/office/drawing/2014/main" id="{469B1D9C-9007-451C-AAF8-EEC5D5BFD11B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17" name="矩形">
            <a:extLst>
              <a:ext uri="{FF2B5EF4-FFF2-40B4-BE49-F238E27FC236}">
                <a16:creationId xmlns:a16="http://schemas.microsoft.com/office/drawing/2014/main" id="{17520486-69D7-4FC7-AFC9-E047CEC0B392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18" name="矩形">
            <a:extLst>
              <a:ext uri="{FF2B5EF4-FFF2-40B4-BE49-F238E27FC236}">
                <a16:creationId xmlns:a16="http://schemas.microsoft.com/office/drawing/2014/main" id="{1ADE007D-E6D2-47F1-83A7-4BB5AF872225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19" name="矩形">
            <a:extLst>
              <a:ext uri="{FF2B5EF4-FFF2-40B4-BE49-F238E27FC236}">
                <a16:creationId xmlns:a16="http://schemas.microsoft.com/office/drawing/2014/main" id="{04075F09-E34A-494A-826E-49A3A7FF928C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20" name="矩形">
            <a:extLst>
              <a:ext uri="{FF2B5EF4-FFF2-40B4-BE49-F238E27FC236}">
                <a16:creationId xmlns:a16="http://schemas.microsoft.com/office/drawing/2014/main" id="{813A217E-BCC1-40FD-BE97-CEB9B4767665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21" name="矩形">
            <a:extLst>
              <a:ext uri="{FF2B5EF4-FFF2-40B4-BE49-F238E27FC236}">
                <a16:creationId xmlns:a16="http://schemas.microsoft.com/office/drawing/2014/main" id="{4F866AC8-E1DC-4D2A-801C-425D4BBCFED6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22" name="矩形">
            <a:extLst>
              <a:ext uri="{FF2B5EF4-FFF2-40B4-BE49-F238E27FC236}">
                <a16:creationId xmlns:a16="http://schemas.microsoft.com/office/drawing/2014/main" id="{DE1A1E2A-4CB6-4DF1-B620-C631BF3A701B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23" name="矩形">
            <a:extLst>
              <a:ext uri="{FF2B5EF4-FFF2-40B4-BE49-F238E27FC236}">
                <a16:creationId xmlns:a16="http://schemas.microsoft.com/office/drawing/2014/main" id="{AAD230B3-0A10-4643-8F57-73CC827A2DB6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24" name="矩形">
            <a:extLst>
              <a:ext uri="{FF2B5EF4-FFF2-40B4-BE49-F238E27FC236}">
                <a16:creationId xmlns:a16="http://schemas.microsoft.com/office/drawing/2014/main" id="{CC828EE2-3757-4895-AB4D-1C647FAD660A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25" name="矩形">
            <a:extLst>
              <a:ext uri="{FF2B5EF4-FFF2-40B4-BE49-F238E27FC236}">
                <a16:creationId xmlns:a16="http://schemas.microsoft.com/office/drawing/2014/main" id="{5D7BA5F2-FA8C-4DFD-AE26-4844325E8B82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26" name="矩形">
            <a:extLst>
              <a:ext uri="{FF2B5EF4-FFF2-40B4-BE49-F238E27FC236}">
                <a16:creationId xmlns:a16="http://schemas.microsoft.com/office/drawing/2014/main" id="{4B16CB9D-D2B4-4C2C-AC3A-C95E9E33267D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27" name="矩形">
            <a:extLst>
              <a:ext uri="{FF2B5EF4-FFF2-40B4-BE49-F238E27FC236}">
                <a16:creationId xmlns:a16="http://schemas.microsoft.com/office/drawing/2014/main" id="{92AE238A-0E3D-4636-BD31-10ED50A13E44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28" name="矩形">
            <a:extLst>
              <a:ext uri="{FF2B5EF4-FFF2-40B4-BE49-F238E27FC236}">
                <a16:creationId xmlns:a16="http://schemas.microsoft.com/office/drawing/2014/main" id="{1C02C72A-50D8-4E90-80FF-BF94E3BEBF8C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29" name="矩形">
            <a:extLst>
              <a:ext uri="{FF2B5EF4-FFF2-40B4-BE49-F238E27FC236}">
                <a16:creationId xmlns:a16="http://schemas.microsoft.com/office/drawing/2014/main" id="{485372D9-6044-4F08-AB1E-473229F7034C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30" name="矩形">
            <a:extLst>
              <a:ext uri="{FF2B5EF4-FFF2-40B4-BE49-F238E27FC236}">
                <a16:creationId xmlns:a16="http://schemas.microsoft.com/office/drawing/2014/main" id="{78382CD4-7FDE-4DF5-B2F5-25884AC7728F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31" name="矩形">
            <a:extLst>
              <a:ext uri="{FF2B5EF4-FFF2-40B4-BE49-F238E27FC236}">
                <a16:creationId xmlns:a16="http://schemas.microsoft.com/office/drawing/2014/main" id="{BA08A765-A3C6-4A91-820D-76BB669B0E10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32" name="矩形">
            <a:extLst>
              <a:ext uri="{FF2B5EF4-FFF2-40B4-BE49-F238E27FC236}">
                <a16:creationId xmlns:a16="http://schemas.microsoft.com/office/drawing/2014/main" id="{258FA437-288E-4F7D-8341-CA989F2178F9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33" name="矩形">
            <a:extLst>
              <a:ext uri="{FF2B5EF4-FFF2-40B4-BE49-F238E27FC236}">
                <a16:creationId xmlns:a16="http://schemas.microsoft.com/office/drawing/2014/main" id="{930CCA15-101C-4EF9-AD6A-2313B00F7C01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34" name="矩形">
            <a:extLst>
              <a:ext uri="{FF2B5EF4-FFF2-40B4-BE49-F238E27FC236}">
                <a16:creationId xmlns:a16="http://schemas.microsoft.com/office/drawing/2014/main" id="{52290F62-9759-418B-87F2-BDA27F1A7CCB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35" name="矩形">
            <a:extLst>
              <a:ext uri="{FF2B5EF4-FFF2-40B4-BE49-F238E27FC236}">
                <a16:creationId xmlns:a16="http://schemas.microsoft.com/office/drawing/2014/main" id="{5516717A-0829-4586-9102-955D7C2B42ED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36" name="矩形">
            <a:extLst>
              <a:ext uri="{FF2B5EF4-FFF2-40B4-BE49-F238E27FC236}">
                <a16:creationId xmlns:a16="http://schemas.microsoft.com/office/drawing/2014/main" id="{989BF49A-3D2A-47C6-A0E8-98291AF3D397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37" name="矩形">
            <a:extLst>
              <a:ext uri="{FF2B5EF4-FFF2-40B4-BE49-F238E27FC236}">
                <a16:creationId xmlns:a16="http://schemas.microsoft.com/office/drawing/2014/main" id="{2E297F2F-2A3D-4E38-B845-D379C5CDA439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38" name="矩形">
            <a:extLst>
              <a:ext uri="{FF2B5EF4-FFF2-40B4-BE49-F238E27FC236}">
                <a16:creationId xmlns:a16="http://schemas.microsoft.com/office/drawing/2014/main" id="{F6755EBD-2074-4A38-9D36-69597AAF0952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439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440" name="矩形">
            <a:extLst>
              <a:ext uri="{FF2B5EF4-FFF2-40B4-BE49-F238E27FC236}">
                <a16:creationId xmlns:a16="http://schemas.microsoft.com/office/drawing/2014/main" id="{83D9803F-FBA3-40D4-AE85-32EB833165A2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41" name="为什么需要工作流规划机制">
            <a:extLst>
              <a:ext uri="{FF2B5EF4-FFF2-40B4-BE49-F238E27FC236}">
                <a16:creationId xmlns:a16="http://schemas.microsoft.com/office/drawing/2014/main" id="{EBC154D8-373F-47FD-9D94-348E46A43EC9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为什么需要工作流规划机制</a:t>
            </a:r>
          </a:p>
        </p:txBody>
      </p:sp>
      <p:sp>
        <p:nvSpPr>
          <p:cNvPr id="442" name="矩形">
            <a:extLst>
              <a:ext uri="{FF2B5EF4-FFF2-40B4-BE49-F238E27FC236}">
                <a16:creationId xmlns:a16="http://schemas.microsoft.com/office/drawing/2014/main" id="{FD2E6C96-3D5E-4D64-B1E5-C385FC35DF21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443" name="PROBLEM">
            <a:extLst>
              <a:ext uri="{FF2B5EF4-FFF2-40B4-BE49-F238E27FC236}">
                <a16:creationId xmlns:a16="http://schemas.microsoft.com/office/drawing/2014/main" id="{710B8C3B-7F4F-41BF-B840-5DB1D13046FE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PROBLEM</a:t>
            </a:r>
          </a:p>
        </p:txBody>
      </p:sp>
      <p:sp>
        <p:nvSpPr>
          <p:cNvPr id="445" name="矩形">
            <a:extLst>
              <a:ext uri="{FF2B5EF4-FFF2-40B4-BE49-F238E27FC236}">
                <a16:creationId xmlns:a16="http://schemas.microsoft.com/office/drawing/2014/main" id="{1EB708B9-941B-4B96-862F-147B53C54616}"/>
              </a:ext>
            </a:extLst>
          </p:cNvPr>
          <p:cNvSpPr>
            <a:spLocks noGrp="1"/>
          </p:cNvSpPr>
          <p:nvPr/>
        </p:nvSpPr>
        <p:spPr>
          <a:xfrm>
            <a:off x="781050" y="1028699"/>
            <a:ext cx="10572750" cy="3810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46" name="蛋白质设计工具链不是一次模型调用，而是由生成、结构预测、质量门禁、目标评分和汇总组成的长链路。">
            <a:extLst>
              <a:ext uri="{FF2B5EF4-FFF2-40B4-BE49-F238E27FC236}">
                <a16:creationId xmlns:a16="http://schemas.microsoft.com/office/drawing/2014/main" id="{0C34BF75-99F4-4973-AC3B-C46D8DF06975}"/>
              </a:ext>
            </a:extLst>
          </p:cNvPr>
          <p:cNvSpPr>
            <a:spLocks noGrp="1"/>
          </p:cNvSpPr>
          <p:nvPr/>
        </p:nvSpPr>
        <p:spPr>
          <a:xfrm>
            <a:off x="781050" y="1028696"/>
            <a:ext cx="10572750" cy="266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蛋白质设计工具链不是一次模型调用，而是由生成、结构预测、质量门禁、目标评分和汇总组成的长链路。</a:t>
            </a:r>
          </a:p>
        </p:txBody>
      </p:sp>
      <p:sp>
        <p:nvSpPr>
          <p:cNvPr id="447" name="圆角矩形 986">
            <a:extLst>
              <a:ext uri="{FF2B5EF4-FFF2-40B4-BE49-F238E27FC236}">
                <a16:creationId xmlns:a16="http://schemas.microsoft.com/office/drawing/2014/main" id="{CFCBE0BC-CC58-4764-AA87-74CCB4DB96E9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2333625" cy="15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448" name="矩形 987">
            <a:extLst>
              <a:ext uri="{FF2B5EF4-FFF2-40B4-BE49-F238E27FC236}">
                <a16:creationId xmlns:a16="http://schemas.microsoft.com/office/drawing/2014/main" id="{48035ED6-ABC4-4445-B462-D467905ED805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57150" cy="152400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449" name="矩形">
            <a:extLst>
              <a:ext uri="{FF2B5EF4-FFF2-40B4-BE49-F238E27FC236}">
                <a16:creationId xmlns:a16="http://schemas.microsoft.com/office/drawing/2014/main" id="{7811161C-4108-4B4E-B4C2-977436A3C0F7}"/>
              </a:ext>
            </a:extLst>
          </p:cNvPr>
          <p:cNvSpPr>
            <a:spLocks noGrp="1"/>
          </p:cNvSpPr>
          <p:nvPr/>
        </p:nvSpPr>
        <p:spPr>
          <a:xfrm>
            <a:off x="952500" y="1943100"/>
            <a:ext cx="1990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50" name="接口异构">
            <a:extLst>
              <a:ext uri="{FF2B5EF4-FFF2-40B4-BE49-F238E27FC236}">
                <a16:creationId xmlns:a16="http://schemas.microsoft.com/office/drawing/2014/main" id="{25ADEC2B-57D7-4834-983C-0234CB8DBBDE}"/>
              </a:ext>
            </a:extLst>
          </p:cNvPr>
          <p:cNvSpPr>
            <a:spLocks noGrp="1"/>
          </p:cNvSpPr>
          <p:nvPr/>
        </p:nvSpPr>
        <p:spPr>
          <a:xfrm>
            <a:off x="952500" y="1943100"/>
            <a:ext cx="1990725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接口异构</a:t>
            </a:r>
          </a:p>
        </p:txBody>
      </p:sp>
      <p:sp>
        <p:nvSpPr>
          <p:cNvPr id="451" name="矩形">
            <a:extLst>
              <a:ext uri="{FF2B5EF4-FFF2-40B4-BE49-F238E27FC236}">
                <a16:creationId xmlns:a16="http://schemas.microsoft.com/office/drawing/2014/main" id="{A7741A95-EC32-4AFA-9E00-4A3F3A6DCA6B}"/>
              </a:ext>
            </a:extLst>
          </p:cNvPr>
          <p:cNvSpPr>
            <a:spLocks noGrp="1"/>
          </p:cNvSpPr>
          <p:nvPr/>
        </p:nvSpPr>
        <p:spPr>
          <a:xfrm>
            <a:off x="952500" y="2247899"/>
            <a:ext cx="1990725" cy="10096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52" name="序列、结构、评分工具的输入输出格式差异明显">
            <a:extLst>
              <a:ext uri="{FF2B5EF4-FFF2-40B4-BE49-F238E27FC236}">
                <a16:creationId xmlns:a16="http://schemas.microsoft.com/office/drawing/2014/main" id="{A2F7963D-543F-4FC5-86C8-9C87857EE07E}"/>
              </a:ext>
            </a:extLst>
          </p:cNvPr>
          <p:cNvSpPr>
            <a:spLocks noGrp="1"/>
          </p:cNvSpPr>
          <p:nvPr/>
        </p:nvSpPr>
        <p:spPr>
          <a:xfrm>
            <a:off x="952500" y="2247898"/>
            <a:ext cx="1990725" cy="406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序列、结构、评分工具的输入输出格式差异明显</a:t>
            </a:r>
          </a:p>
        </p:txBody>
      </p:sp>
      <p:sp>
        <p:nvSpPr>
          <p:cNvPr id="453" name="圆角矩形 990">
            <a:extLst>
              <a:ext uri="{FF2B5EF4-FFF2-40B4-BE49-F238E27FC236}">
                <a16:creationId xmlns:a16="http://schemas.microsoft.com/office/drawing/2014/main" id="{A9FB9806-CAAB-4B7E-BD64-94816C22ECB8}"/>
              </a:ext>
            </a:extLst>
          </p:cNvPr>
          <p:cNvSpPr>
            <a:spLocks noGrp="1"/>
          </p:cNvSpPr>
          <p:nvPr/>
        </p:nvSpPr>
        <p:spPr>
          <a:xfrm>
            <a:off x="3543300" y="1809750"/>
            <a:ext cx="2333625" cy="15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9A12A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454" name="矩形 991">
            <a:extLst>
              <a:ext uri="{FF2B5EF4-FFF2-40B4-BE49-F238E27FC236}">
                <a16:creationId xmlns:a16="http://schemas.microsoft.com/office/drawing/2014/main" id="{96BCCE3C-89A1-47DF-9CE2-AF406AAE0225}"/>
              </a:ext>
            </a:extLst>
          </p:cNvPr>
          <p:cNvSpPr>
            <a:spLocks noGrp="1"/>
          </p:cNvSpPr>
          <p:nvPr/>
        </p:nvSpPr>
        <p:spPr>
          <a:xfrm>
            <a:off x="3543300" y="1809750"/>
            <a:ext cx="57150" cy="1524000"/>
          </a:xfrm>
          <a:prstGeom prst="rect">
            <a:avLst/>
          </a:prstGeom>
          <a:solidFill>
            <a:srgbClr val="D9A12A"/>
          </a:solidFill>
          <a:ln w="3175">
            <a:solidFill>
              <a:srgbClr val="D9A12A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455" name="矩形">
            <a:extLst>
              <a:ext uri="{FF2B5EF4-FFF2-40B4-BE49-F238E27FC236}">
                <a16:creationId xmlns:a16="http://schemas.microsoft.com/office/drawing/2014/main" id="{2BBC3167-3472-44C6-B826-2CA180C6BB95}"/>
              </a:ext>
            </a:extLst>
          </p:cNvPr>
          <p:cNvSpPr>
            <a:spLocks noGrp="1"/>
          </p:cNvSpPr>
          <p:nvPr/>
        </p:nvSpPr>
        <p:spPr>
          <a:xfrm>
            <a:off x="3714750" y="1943100"/>
            <a:ext cx="1990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56" name="高代价调用">
            <a:extLst>
              <a:ext uri="{FF2B5EF4-FFF2-40B4-BE49-F238E27FC236}">
                <a16:creationId xmlns:a16="http://schemas.microsoft.com/office/drawing/2014/main" id="{0549C0E0-55B4-4096-B1EA-924E4F9CE372}"/>
              </a:ext>
            </a:extLst>
          </p:cNvPr>
          <p:cNvSpPr>
            <a:spLocks noGrp="1"/>
          </p:cNvSpPr>
          <p:nvPr/>
        </p:nvSpPr>
        <p:spPr>
          <a:xfrm>
            <a:off x="3714750" y="1943100"/>
            <a:ext cx="1990725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高代价调用</a:t>
            </a:r>
          </a:p>
        </p:txBody>
      </p:sp>
      <p:sp>
        <p:nvSpPr>
          <p:cNvPr id="457" name="矩形">
            <a:extLst>
              <a:ext uri="{FF2B5EF4-FFF2-40B4-BE49-F238E27FC236}">
                <a16:creationId xmlns:a16="http://schemas.microsoft.com/office/drawing/2014/main" id="{99B71D5D-EE26-46B6-BAFA-9271ECDF53DD}"/>
              </a:ext>
            </a:extLst>
          </p:cNvPr>
          <p:cNvSpPr>
            <a:spLocks noGrp="1"/>
          </p:cNvSpPr>
          <p:nvPr/>
        </p:nvSpPr>
        <p:spPr>
          <a:xfrm>
            <a:off x="3714750" y="2247899"/>
            <a:ext cx="1990725" cy="10096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58" name="结构预测与重型打分不宜在证据不足时盲目执行">
            <a:extLst>
              <a:ext uri="{FF2B5EF4-FFF2-40B4-BE49-F238E27FC236}">
                <a16:creationId xmlns:a16="http://schemas.microsoft.com/office/drawing/2014/main" id="{2432A51E-4850-4A50-8208-06F4E145B9D8}"/>
              </a:ext>
            </a:extLst>
          </p:cNvPr>
          <p:cNvSpPr>
            <a:spLocks noGrp="1"/>
          </p:cNvSpPr>
          <p:nvPr/>
        </p:nvSpPr>
        <p:spPr>
          <a:xfrm>
            <a:off x="3714750" y="2247898"/>
            <a:ext cx="1990725" cy="406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结构预测与重型打分不宜在证据不足时盲目执行</a:t>
            </a:r>
          </a:p>
        </p:txBody>
      </p:sp>
      <p:sp>
        <p:nvSpPr>
          <p:cNvPr id="459" name="圆角矩形 994">
            <a:extLst>
              <a:ext uri="{FF2B5EF4-FFF2-40B4-BE49-F238E27FC236}">
                <a16:creationId xmlns:a16="http://schemas.microsoft.com/office/drawing/2014/main" id="{88395C04-300E-4484-B5FB-6DFBE1BBF324}"/>
              </a:ext>
            </a:extLst>
          </p:cNvPr>
          <p:cNvSpPr>
            <a:spLocks noGrp="1"/>
          </p:cNvSpPr>
          <p:nvPr/>
        </p:nvSpPr>
        <p:spPr>
          <a:xfrm>
            <a:off x="6305550" y="1809750"/>
            <a:ext cx="2333625" cy="15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2F9D68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460" name="矩形 995">
            <a:extLst>
              <a:ext uri="{FF2B5EF4-FFF2-40B4-BE49-F238E27FC236}">
                <a16:creationId xmlns:a16="http://schemas.microsoft.com/office/drawing/2014/main" id="{28CECE5D-2BC3-4706-B8A9-276F32F2B93D}"/>
              </a:ext>
            </a:extLst>
          </p:cNvPr>
          <p:cNvSpPr>
            <a:spLocks noGrp="1"/>
          </p:cNvSpPr>
          <p:nvPr/>
        </p:nvSpPr>
        <p:spPr>
          <a:xfrm>
            <a:off x="6305550" y="1809750"/>
            <a:ext cx="57150" cy="1524000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461" name="矩形">
            <a:extLst>
              <a:ext uri="{FF2B5EF4-FFF2-40B4-BE49-F238E27FC236}">
                <a16:creationId xmlns:a16="http://schemas.microsoft.com/office/drawing/2014/main" id="{F7ABC18E-64C8-4C63-BE23-702A804FFFC1}"/>
              </a:ext>
            </a:extLst>
          </p:cNvPr>
          <p:cNvSpPr>
            <a:spLocks noGrp="1"/>
          </p:cNvSpPr>
          <p:nvPr/>
        </p:nvSpPr>
        <p:spPr>
          <a:xfrm>
            <a:off x="6477000" y="1943100"/>
            <a:ext cx="1990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62" name="失败可恢复">
            <a:extLst>
              <a:ext uri="{FF2B5EF4-FFF2-40B4-BE49-F238E27FC236}">
                <a16:creationId xmlns:a16="http://schemas.microsoft.com/office/drawing/2014/main" id="{59C4F3E7-25D3-4068-A7D8-9A6457BE9970}"/>
              </a:ext>
            </a:extLst>
          </p:cNvPr>
          <p:cNvSpPr>
            <a:spLocks noGrp="1"/>
          </p:cNvSpPr>
          <p:nvPr/>
        </p:nvSpPr>
        <p:spPr>
          <a:xfrm>
            <a:off x="6477000" y="1943100"/>
            <a:ext cx="1990725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失败可恢复</a:t>
            </a:r>
          </a:p>
        </p:txBody>
      </p:sp>
      <p:sp>
        <p:nvSpPr>
          <p:cNvPr id="463" name="矩形">
            <a:extLst>
              <a:ext uri="{FF2B5EF4-FFF2-40B4-BE49-F238E27FC236}">
                <a16:creationId xmlns:a16="http://schemas.microsoft.com/office/drawing/2014/main" id="{D465E975-F482-4ACA-8BA6-9C15F9324D79}"/>
              </a:ext>
            </a:extLst>
          </p:cNvPr>
          <p:cNvSpPr>
            <a:spLocks noGrp="1"/>
          </p:cNvSpPr>
          <p:nvPr/>
        </p:nvSpPr>
        <p:spPr>
          <a:xfrm>
            <a:off x="6477000" y="2247899"/>
            <a:ext cx="1990725" cy="10096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64" name="参数错误、I/O 缺失、质量门禁失败不应直接终止">
            <a:extLst>
              <a:ext uri="{FF2B5EF4-FFF2-40B4-BE49-F238E27FC236}">
                <a16:creationId xmlns:a16="http://schemas.microsoft.com/office/drawing/2014/main" id="{534DA676-468A-454C-B3C9-8055B0A6366D}"/>
              </a:ext>
            </a:extLst>
          </p:cNvPr>
          <p:cNvSpPr>
            <a:spLocks noGrp="1"/>
          </p:cNvSpPr>
          <p:nvPr/>
        </p:nvSpPr>
        <p:spPr>
          <a:xfrm>
            <a:off x="6477000" y="2247898"/>
            <a:ext cx="1990725" cy="406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参数错误、I/O 缺失、质量门禁失败不应直接终止</a:t>
            </a:r>
          </a:p>
        </p:txBody>
      </p:sp>
      <p:sp>
        <p:nvSpPr>
          <p:cNvPr id="465" name="圆角矩形 998">
            <a:extLst>
              <a:ext uri="{FF2B5EF4-FFF2-40B4-BE49-F238E27FC236}">
                <a16:creationId xmlns:a16="http://schemas.microsoft.com/office/drawing/2014/main" id="{A14E8323-5A14-4EB7-A09A-F0B142DA27DF}"/>
              </a:ext>
            </a:extLst>
          </p:cNvPr>
          <p:cNvSpPr>
            <a:spLocks noGrp="1"/>
          </p:cNvSpPr>
          <p:nvPr/>
        </p:nvSpPr>
        <p:spPr>
          <a:xfrm>
            <a:off x="9067800" y="1809750"/>
            <a:ext cx="2333625" cy="15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466" name="矩形 999">
            <a:extLst>
              <a:ext uri="{FF2B5EF4-FFF2-40B4-BE49-F238E27FC236}">
                <a16:creationId xmlns:a16="http://schemas.microsoft.com/office/drawing/2014/main" id="{21F4962A-775D-4295-A074-137442B13C4C}"/>
              </a:ext>
            </a:extLst>
          </p:cNvPr>
          <p:cNvSpPr>
            <a:spLocks noGrp="1"/>
          </p:cNvSpPr>
          <p:nvPr/>
        </p:nvSpPr>
        <p:spPr>
          <a:xfrm>
            <a:off x="9067800" y="1809750"/>
            <a:ext cx="57150" cy="152400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467" name="矩形">
            <a:extLst>
              <a:ext uri="{FF2B5EF4-FFF2-40B4-BE49-F238E27FC236}">
                <a16:creationId xmlns:a16="http://schemas.microsoft.com/office/drawing/2014/main" id="{812FE359-51CB-4B24-8E89-14D80F52AF76}"/>
              </a:ext>
            </a:extLst>
          </p:cNvPr>
          <p:cNvSpPr>
            <a:spLocks noGrp="1"/>
          </p:cNvSpPr>
          <p:nvPr/>
        </p:nvSpPr>
        <p:spPr>
          <a:xfrm>
            <a:off x="9239250" y="1943100"/>
            <a:ext cx="1990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68" name="决策需审查">
            <a:extLst>
              <a:ext uri="{FF2B5EF4-FFF2-40B4-BE49-F238E27FC236}">
                <a16:creationId xmlns:a16="http://schemas.microsoft.com/office/drawing/2014/main" id="{7268ABBD-99B9-4CAE-A46C-C104783450CB}"/>
              </a:ext>
            </a:extLst>
          </p:cNvPr>
          <p:cNvSpPr>
            <a:spLocks noGrp="1"/>
          </p:cNvSpPr>
          <p:nvPr/>
        </p:nvSpPr>
        <p:spPr>
          <a:xfrm>
            <a:off x="9239250" y="1943100"/>
            <a:ext cx="1990725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决策需审查</a:t>
            </a:r>
          </a:p>
        </p:txBody>
      </p:sp>
      <p:sp>
        <p:nvSpPr>
          <p:cNvPr id="469" name="矩形">
            <a:extLst>
              <a:ext uri="{FF2B5EF4-FFF2-40B4-BE49-F238E27FC236}">
                <a16:creationId xmlns:a16="http://schemas.microsoft.com/office/drawing/2014/main" id="{2A8123D8-EE6C-4E33-951C-38CA7B51CBFF}"/>
              </a:ext>
            </a:extLst>
          </p:cNvPr>
          <p:cNvSpPr>
            <a:spLocks noGrp="1"/>
          </p:cNvSpPr>
          <p:nvPr/>
        </p:nvSpPr>
        <p:spPr>
          <a:xfrm>
            <a:off x="9239250" y="2247899"/>
            <a:ext cx="1990725" cy="10096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70" name="高风险、高成本、不确定场景需要人工确认">
            <a:extLst>
              <a:ext uri="{FF2B5EF4-FFF2-40B4-BE49-F238E27FC236}">
                <a16:creationId xmlns:a16="http://schemas.microsoft.com/office/drawing/2014/main" id="{24AB0000-F092-4249-B8E7-FD6F296216D6}"/>
              </a:ext>
            </a:extLst>
          </p:cNvPr>
          <p:cNvSpPr>
            <a:spLocks noGrp="1"/>
          </p:cNvSpPr>
          <p:nvPr/>
        </p:nvSpPr>
        <p:spPr>
          <a:xfrm>
            <a:off x="9239250" y="2247898"/>
            <a:ext cx="1990725" cy="406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高风险、高成本、不确定场景需要人工确认</a:t>
            </a:r>
          </a:p>
        </p:txBody>
      </p:sp>
      <p:sp>
        <p:nvSpPr>
          <p:cNvPr id="471" name="圆角矩形 1002">
            <a:extLst>
              <a:ext uri="{FF2B5EF4-FFF2-40B4-BE49-F238E27FC236}">
                <a16:creationId xmlns:a16="http://schemas.microsoft.com/office/drawing/2014/main" id="{DD6B4851-7AF8-4A18-AC3E-A4716AC635BE}"/>
              </a:ext>
            </a:extLst>
          </p:cNvPr>
          <p:cNvSpPr>
            <a:spLocks noGrp="1"/>
          </p:cNvSpPr>
          <p:nvPr/>
        </p:nvSpPr>
        <p:spPr>
          <a:xfrm>
            <a:off x="1285875" y="3905250"/>
            <a:ext cx="4381500" cy="1000125"/>
          </a:xfrm>
          <a:prstGeom prst="roundRect">
            <a:avLst>
              <a:gd name="adj" fmla="val 7619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472" name="矩形">
            <a:extLst>
              <a:ext uri="{FF2B5EF4-FFF2-40B4-BE49-F238E27FC236}">
                <a16:creationId xmlns:a16="http://schemas.microsoft.com/office/drawing/2014/main" id="{9947221A-8C70-4DEE-866C-731BA8450A26}"/>
              </a:ext>
            </a:extLst>
          </p:cNvPr>
          <p:cNvSpPr>
            <a:spLocks noGrp="1"/>
          </p:cNvSpPr>
          <p:nvPr/>
        </p:nvSpPr>
        <p:spPr>
          <a:xfrm>
            <a:off x="1457325" y="4038600"/>
            <a:ext cx="4038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73" name="研究边界">
            <a:extLst>
              <a:ext uri="{FF2B5EF4-FFF2-40B4-BE49-F238E27FC236}">
                <a16:creationId xmlns:a16="http://schemas.microsoft.com/office/drawing/2014/main" id="{D7CD351B-FE89-4184-AF2B-FEAC7733925A}"/>
              </a:ext>
            </a:extLst>
          </p:cNvPr>
          <p:cNvSpPr>
            <a:spLocks noGrp="1"/>
          </p:cNvSpPr>
          <p:nvPr/>
        </p:nvSpPr>
        <p:spPr>
          <a:xfrm>
            <a:off x="1457325" y="4038600"/>
            <a:ext cx="403860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研究边界</a:t>
            </a:r>
          </a:p>
        </p:txBody>
      </p:sp>
      <p:sp>
        <p:nvSpPr>
          <p:cNvPr id="474" name="矩形">
            <a:extLst>
              <a:ext uri="{FF2B5EF4-FFF2-40B4-BE49-F238E27FC236}">
                <a16:creationId xmlns:a16="http://schemas.microsoft.com/office/drawing/2014/main" id="{B356D476-46D4-49FF-B248-BD38D43EBA37}"/>
              </a:ext>
            </a:extLst>
          </p:cNvPr>
          <p:cNvSpPr>
            <a:spLocks noGrp="1"/>
          </p:cNvSpPr>
          <p:nvPr/>
        </p:nvSpPr>
        <p:spPr>
          <a:xfrm>
            <a:off x="1457325" y="4292598"/>
            <a:ext cx="4038600" cy="48577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75" name="不训练新的蛋白质生成模型…">
            <a:extLst>
              <a:ext uri="{FF2B5EF4-FFF2-40B4-BE49-F238E27FC236}">
                <a16:creationId xmlns:a16="http://schemas.microsoft.com/office/drawing/2014/main" id="{B30BCC2D-99BD-47D7-AF29-491D8F629927}"/>
              </a:ext>
            </a:extLst>
          </p:cNvPr>
          <p:cNvSpPr>
            <a:spLocks noGrp="1"/>
          </p:cNvSpPr>
          <p:nvPr/>
        </p:nvSpPr>
        <p:spPr>
          <a:xfrm>
            <a:off x="1457325" y="4292598"/>
            <a:ext cx="4038600" cy="6096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不训练新的蛋白质生成模型</a:t>
            </a:r>
          </a:p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不宣称湿实验验证</a:t>
            </a:r>
          </a:p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不替代 AlphaFold / ESMFold 等底层工具</a:t>
            </a:r>
          </a:p>
        </p:txBody>
      </p:sp>
      <p:sp>
        <p:nvSpPr>
          <p:cNvPr id="476" name="圆角矩形 1005">
            <a:extLst>
              <a:ext uri="{FF2B5EF4-FFF2-40B4-BE49-F238E27FC236}">
                <a16:creationId xmlns:a16="http://schemas.microsoft.com/office/drawing/2014/main" id="{57BD424E-06ED-47D1-BF48-921BB0BE0100}"/>
              </a:ext>
            </a:extLst>
          </p:cNvPr>
          <p:cNvSpPr>
            <a:spLocks noGrp="1"/>
          </p:cNvSpPr>
          <p:nvPr/>
        </p:nvSpPr>
        <p:spPr>
          <a:xfrm>
            <a:off x="6524625" y="3905250"/>
            <a:ext cx="4381500" cy="1000125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477" name="矩形">
            <a:extLst>
              <a:ext uri="{FF2B5EF4-FFF2-40B4-BE49-F238E27FC236}">
                <a16:creationId xmlns:a16="http://schemas.microsoft.com/office/drawing/2014/main" id="{457FCD6A-F8ED-42F6-A01D-551DA581023B}"/>
              </a:ext>
            </a:extLst>
          </p:cNvPr>
          <p:cNvSpPr>
            <a:spLocks noGrp="1"/>
          </p:cNvSpPr>
          <p:nvPr/>
        </p:nvSpPr>
        <p:spPr>
          <a:xfrm>
            <a:off x="6696075" y="4038600"/>
            <a:ext cx="4038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78" name="本文切入点">
            <a:extLst>
              <a:ext uri="{FF2B5EF4-FFF2-40B4-BE49-F238E27FC236}">
                <a16:creationId xmlns:a16="http://schemas.microsoft.com/office/drawing/2014/main" id="{7A0847A3-20AC-4CA0-B5BA-3471F740F21A}"/>
              </a:ext>
            </a:extLst>
          </p:cNvPr>
          <p:cNvSpPr>
            <a:spLocks noGrp="1"/>
          </p:cNvSpPr>
          <p:nvPr/>
        </p:nvSpPr>
        <p:spPr>
          <a:xfrm>
            <a:off x="6696075" y="4038600"/>
            <a:ext cx="403860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本文切入点</a:t>
            </a:r>
          </a:p>
        </p:txBody>
      </p:sp>
      <p:sp>
        <p:nvSpPr>
          <p:cNvPr id="479" name="矩形">
            <a:extLst>
              <a:ext uri="{FF2B5EF4-FFF2-40B4-BE49-F238E27FC236}">
                <a16:creationId xmlns:a16="http://schemas.microsoft.com/office/drawing/2014/main" id="{802C26ED-8CA9-4B3B-A88B-2F0F034620E9}"/>
              </a:ext>
            </a:extLst>
          </p:cNvPr>
          <p:cNvSpPr>
            <a:spLocks noGrp="1"/>
          </p:cNvSpPr>
          <p:nvPr/>
        </p:nvSpPr>
        <p:spPr>
          <a:xfrm>
            <a:off x="6696075" y="4343398"/>
            <a:ext cx="4038600" cy="48577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480" name="在已有工具之上实现工作流控制层：候选规划、硬过滤、运行时状态、恢复动作与审计证据链。">
            <a:extLst>
              <a:ext uri="{FF2B5EF4-FFF2-40B4-BE49-F238E27FC236}">
                <a16:creationId xmlns:a16="http://schemas.microsoft.com/office/drawing/2014/main" id="{A4D7E4A4-9C4D-48F9-AFC1-89317305C11B}"/>
              </a:ext>
            </a:extLst>
          </p:cNvPr>
          <p:cNvSpPr>
            <a:spLocks noGrp="1"/>
          </p:cNvSpPr>
          <p:nvPr/>
        </p:nvSpPr>
        <p:spPr>
          <a:xfrm>
            <a:off x="6696075" y="4343398"/>
            <a:ext cx="4038600" cy="431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在已有工具之上实现工作流控制层：候选规划、硬过滤、运行时状态、恢复动作与审计证据链。</a:t>
            </a:r>
          </a:p>
        </p:txBody>
      </p:sp>
      <p:sp>
        <p:nvSpPr>
          <p:cNvPr id="486" name="矩形 485">
            <a:extLst>
              <a:ext uri="{FF2B5EF4-FFF2-40B4-BE49-F238E27FC236}">
                <a16:creationId xmlns:a16="http://schemas.microsoft.com/office/drawing/2014/main" id="{04F45357-6125-4CBF-A9AC-EFE3EC5A5B7C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11338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矩形">
            <a:extLst>
              <a:ext uri="{FF2B5EF4-FFF2-40B4-BE49-F238E27FC236}">
                <a16:creationId xmlns:a16="http://schemas.microsoft.com/office/drawing/2014/main" id="{86A2A9AC-FF65-4213-8F27-891F817EB3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486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487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488" name="矩形">
            <a:extLst>
              <a:ext uri="{FF2B5EF4-FFF2-40B4-BE49-F238E27FC236}">
                <a16:creationId xmlns:a16="http://schemas.microsoft.com/office/drawing/2014/main" id="{227CC039-63C1-482A-98C8-646ABA1B7E88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89" name="矩形">
            <a:extLst>
              <a:ext uri="{FF2B5EF4-FFF2-40B4-BE49-F238E27FC236}">
                <a16:creationId xmlns:a16="http://schemas.microsoft.com/office/drawing/2014/main" id="{718EBA59-47A7-4235-B6A2-5202A4316260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90" name="矩形">
            <a:extLst>
              <a:ext uri="{FF2B5EF4-FFF2-40B4-BE49-F238E27FC236}">
                <a16:creationId xmlns:a16="http://schemas.microsoft.com/office/drawing/2014/main" id="{0BDAD362-0DBF-42B1-991C-1039FF8D566D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91" name="矩形">
            <a:extLst>
              <a:ext uri="{FF2B5EF4-FFF2-40B4-BE49-F238E27FC236}">
                <a16:creationId xmlns:a16="http://schemas.microsoft.com/office/drawing/2014/main" id="{2E1D3143-4CEA-46B4-AB79-655D77E1DC18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92" name="矩形">
            <a:extLst>
              <a:ext uri="{FF2B5EF4-FFF2-40B4-BE49-F238E27FC236}">
                <a16:creationId xmlns:a16="http://schemas.microsoft.com/office/drawing/2014/main" id="{055A1D83-7685-41FB-A5F5-3AC675D54AC3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93" name="矩形">
            <a:extLst>
              <a:ext uri="{FF2B5EF4-FFF2-40B4-BE49-F238E27FC236}">
                <a16:creationId xmlns:a16="http://schemas.microsoft.com/office/drawing/2014/main" id="{5758AE16-B6AD-4D7E-A68E-8F270AD6720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94" name="矩形">
            <a:extLst>
              <a:ext uri="{FF2B5EF4-FFF2-40B4-BE49-F238E27FC236}">
                <a16:creationId xmlns:a16="http://schemas.microsoft.com/office/drawing/2014/main" id="{A342B98E-2941-4F9B-AF90-674B24ACF036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95" name="矩形">
            <a:extLst>
              <a:ext uri="{FF2B5EF4-FFF2-40B4-BE49-F238E27FC236}">
                <a16:creationId xmlns:a16="http://schemas.microsoft.com/office/drawing/2014/main" id="{8ED525CB-8785-451A-83DD-8FFF7D82B10E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96" name="矩形">
            <a:extLst>
              <a:ext uri="{FF2B5EF4-FFF2-40B4-BE49-F238E27FC236}">
                <a16:creationId xmlns:a16="http://schemas.microsoft.com/office/drawing/2014/main" id="{27918BC1-74A5-4E05-9ABB-522766335394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97" name="矩形">
            <a:extLst>
              <a:ext uri="{FF2B5EF4-FFF2-40B4-BE49-F238E27FC236}">
                <a16:creationId xmlns:a16="http://schemas.microsoft.com/office/drawing/2014/main" id="{2096E857-855A-400D-B22C-DE3F0CA038D5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98" name="矩形">
            <a:extLst>
              <a:ext uri="{FF2B5EF4-FFF2-40B4-BE49-F238E27FC236}">
                <a16:creationId xmlns:a16="http://schemas.microsoft.com/office/drawing/2014/main" id="{EAD35F33-1D59-4641-BD38-8BAA39173E28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499" name="矩形">
            <a:extLst>
              <a:ext uri="{FF2B5EF4-FFF2-40B4-BE49-F238E27FC236}">
                <a16:creationId xmlns:a16="http://schemas.microsoft.com/office/drawing/2014/main" id="{118FDF39-E44F-4075-AD44-63EAB4401E6F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00" name="矩形">
            <a:extLst>
              <a:ext uri="{FF2B5EF4-FFF2-40B4-BE49-F238E27FC236}">
                <a16:creationId xmlns:a16="http://schemas.microsoft.com/office/drawing/2014/main" id="{F2C12F00-F842-4763-A38B-FB8FECCEB229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01" name="矩形">
            <a:extLst>
              <a:ext uri="{FF2B5EF4-FFF2-40B4-BE49-F238E27FC236}">
                <a16:creationId xmlns:a16="http://schemas.microsoft.com/office/drawing/2014/main" id="{85E3B3BF-816B-481C-A2F3-B9B3DBCAD088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02" name="矩形">
            <a:extLst>
              <a:ext uri="{FF2B5EF4-FFF2-40B4-BE49-F238E27FC236}">
                <a16:creationId xmlns:a16="http://schemas.microsoft.com/office/drawing/2014/main" id="{ED64F929-FAC7-4D8D-9ACD-312D4D3B33AB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03" name="矩形">
            <a:extLst>
              <a:ext uri="{FF2B5EF4-FFF2-40B4-BE49-F238E27FC236}">
                <a16:creationId xmlns:a16="http://schemas.microsoft.com/office/drawing/2014/main" id="{BEC8575B-3C74-4737-8063-56F99B624525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04" name="矩形">
            <a:extLst>
              <a:ext uri="{FF2B5EF4-FFF2-40B4-BE49-F238E27FC236}">
                <a16:creationId xmlns:a16="http://schemas.microsoft.com/office/drawing/2014/main" id="{E4B5B361-B901-4961-B3E0-E3BED2625813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05" name="矩形">
            <a:extLst>
              <a:ext uri="{FF2B5EF4-FFF2-40B4-BE49-F238E27FC236}">
                <a16:creationId xmlns:a16="http://schemas.microsoft.com/office/drawing/2014/main" id="{48AA5ADE-11F0-49B8-A7AC-ABA6C036370A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06" name="矩形">
            <a:extLst>
              <a:ext uri="{FF2B5EF4-FFF2-40B4-BE49-F238E27FC236}">
                <a16:creationId xmlns:a16="http://schemas.microsoft.com/office/drawing/2014/main" id="{D1793A89-5E41-43D8-B19F-90A824ED516D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07" name="矩形">
            <a:extLst>
              <a:ext uri="{FF2B5EF4-FFF2-40B4-BE49-F238E27FC236}">
                <a16:creationId xmlns:a16="http://schemas.microsoft.com/office/drawing/2014/main" id="{7BFAA899-1E64-4E4A-9228-A1E2AAB90344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08" name="矩形">
            <a:extLst>
              <a:ext uri="{FF2B5EF4-FFF2-40B4-BE49-F238E27FC236}">
                <a16:creationId xmlns:a16="http://schemas.microsoft.com/office/drawing/2014/main" id="{B14314ED-51A4-4C44-850A-D87B1CBC7BA0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09" name="矩形">
            <a:extLst>
              <a:ext uri="{FF2B5EF4-FFF2-40B4-BE49-F238E27FC236}">
                <a16:creationId xmlns:a16="http://schemas.microsoft.com/office/drawing/2014/main" id="{A79FC91F-0E6D-46BA-93EE-AD9CE3990EB1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10" name="矩形">
            <a:extLst>
              <a:ext uri="{FF2B5EF4-FFF2-40B4-BE49-F238E27FC236}">
                <a16:creationId xmlns:a16="http://schemas.microsoft.com/office/drawing/2014/main" id="{14DCE9A3-795A-494C-A881-D5EEF4D95D10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11" name="矩形">
            <a:extLst>
              <a:ext uri="{FF2B5EF4-FFF2-40B4-BE49-F238E27FC236}">
                <a16:creationId xmlns:a16="http://schemas.microsoft.com/office/drawing/2014/main" id="{14F7F404-4D4F-45BC-98BC-884279AE7845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12" name="矩形">
            <a:extLst>
              <a:ext uri="{FF2B5EF4-FFF2-40B4-BE49-F238E27FC236}">
                <a16:creationId xmlns:a16="http://schemas.microsoft.com/office/drawing/2014/main" id="{5DE0E745-BD88-4360-B83D-BA913B3F61A2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13" name="矩形">
            <a:extLst>
              <a:ext uri="{FF2B5EF4-FFF2-40B4-BE49-F238E27FC236}">
                <a16:creationId xmlns:a16="http://schemas.microsoft.com/office/drawing/2014/main" id="{F7DF79AB-CD49-493A-8240-4B3741ABA95D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14" name="矩形">
            <a:extLst>
              <a:ext uri="{FF2B5EF4-FFF2-40B4-BE49-F238E27FC236}">
                <a16:creationId xmlns:a16="http://schemas.microsoft.com/office/drawing/2014/main" id="{27E2884D-A707-42B0-84DA-A65F10677C1F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15" name="矩形">
            <a:extLst>
              <a:ext uri="{FF2B5EF4-FFF2-40B4-BE49-F238E27FC236}">
                <a16:creationId xmlns:a16="http://schemas.microsoft.com/office/drawing/2014/main" id="{43A88B22-BB29-427F-8CF4-20F73EAFFBF4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16" name="矩形">
            <a:extLst>
              <a:ext uri="{FF2B5EF4-FFF2-40B4-BE49-F238E27FC236}">
                <a16:creationId xmlns:a16="http://schemas.microsoft.com/office/drawing/2014/main" id="{945E817A-46CE-4571-B556-652361EB9E8E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17" name="矩形">
            <a:extLst>
              <a:ext uri="{FF2B5EF4-FFF2-40B4-BE49-F238E27FC236}">
                <a16:creationId xmlns:a16="http://schemas.microsoft.com/office/drawing/2014/main" id="{06EC0B08-7BA0-4227-837E-8A632DC270CA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18" name="矩形">
            <a:extLst>
              <a:ext uri="{FF2B5EF4-FFF2-40B4-BE49-F238E27FC236}">
                <a16:creationId xmlns:a16="http://schemas.microsoft.com/office/drawing/2014/main" id="{3ECB2FCF-E514-47DC-8F30-8D2B46DE17BD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19" name="矩形">
            <a:extLst>
              <a:ext uri="{FF2B5EF4-FFF2-40B4-BE49-F238E27FC236}">
                <a16:creationId xmlns:a16="http://schemas.microsoft.com/office/drawing/2014/main" id="{31EAD33C-878A-4D48-91DA-0A874EEFB9B5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20" name="矩形">
            <a:extLst>
              <a:ext uri="{FF2B5EF4-FFF2-40B4-BE49-F238E27FC236}">
                <a16:creationId xmlns:a16="http://schemas.microsoft.com/office/drawing/2014/main" id="{1D7481A6-3BCD-483D-82A0-B7C17B1C8114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21" name="矩形">
            <a:extLst>
              <a:ext uri="{FF2B5EF4-FFF2-40B4-BE49-F238E27FC236}">
                <a16:creationId xmlns:a16="http://schemas.microsoft.com/office/drawing/2014/main" id="{AC3C2BA3-5307-44ED-8233-1CE6E5A36C98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22" name="矩形">
            <a:extLst>
              <a:ext uri="{FF2B5EF4-FFF2-40B4-BE49-F238E27FC236}">
                <a16:creationId xmlns:a16="http://schemas.microsoft.com/office/drawing/2014/main" id="{4BE06ADB-E164-4AAD-B44E-826A8A723E58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23" name="矩形">
            <a:extLst>
              <a:ext uri="{FF2B5EF4-FFF2-40B4-BE49-F238E27FC236}">
                <a16:creationId xmlns:a16="http://schemas.microsoft.com/office/drawing/2014/main" id="{034B4B09-DA9C-4AEF-9BB5-466375F8AFA4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24" name="矩形">
            <a:extLst>
              <a:ext uri="{FF2B5EF4-FFF2-40B4-BE49-F238E27FC236}">
                <a16:creationId xmlns:a16="http://schemas.microsoft.com/office/drawing/2014/main" id="{149CA43A-EF8E-4E4E-807B-2A0A2BC80CE8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25" name="矩形">
            <a:extLst>
              <a:ext uri="{FF2B5EF4-FFF2-40B4-BE49-F238E27FC236}">
                <a16:creationId xmlns:a16="http://schemas.microsoft.com/office/drawing/2014/main" id="{6AED5478-76F6-458A-8D07-D5F0AFF3C576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26" name="矩形">
            <a:extLst>
              <a:ext uri="{FF2B5EF4-FFF2-40B4-BE49-F238E27FC236}">
                <a16:creationId xmlns:a16="http://schemas.microsoft.com/office/drawing/2014/main" id="{6001A392-B26A-4A82-A48F-9A22B50FDF01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27" name="矩形">
            <a:extLst>
              <a:ext uri="{FF2B5EF4-FFF2-40B4-BE49-F238E27FC236}">
                <a16:creationId xmlns:a16="http://schemas.microsoft.com/office/drawing/2014/main" id="{FD538769-70A5-4871-869F-B81AAAB393D2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28" name="矩形">
            <a:extLst>
              <a:ext uri="{FF2B5EF4-FFF2-40B4-BE49-F238E27FC236}">
                <a16:creationId xmlns:a16="http://schemas.microsoft.com/office/drawing/2014/main" id="{8A0FBD7F-A0A5-4A83-8F62-3788D63A949A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29" name="矩形">
            <a:extLst>
              <a:ext uri="{FF2B5EF4-FFF2-40B4-BE49-F238E27FC236}">
                <a16:creationId xmlns:a16="http://schemas.microsoft.com/office/drawing/2014/main" id="{D822D081-15A2-475B-A1D5-5DC499114B59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30" name="矩形">
            <a:extLst>
              <a:ext uri="{FF2B5EF4-FFF2-40B4-BE49-F238E27FC236}">
                <a16:creationId xmlns:a16="http://schemas.microsoft.com/office/drawing/2014/main" id="{78F106CC-CAA1-46AA-B924-A813658B03EF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31" name="矩形">
            <a:extLst>
              <a:ext uri="{FF2B5EF4-FFF2-40B4-BE49-F238E27FC236}">
                <a16:creationId xmlns:a16="http://schemas.microsoft.com/office/drawing/2014/main" id="{C9C415A5-7723-4C29-B062-0DAD4EE01D41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32" name="矩形">
            <a:extLst>
              <a:ext uri="{FF2B5EF4-FFF2-40B4-BE49-F238E27FC236}">
                <a16:creationId xmlns:a16="http://schemas.microsoft.com/office/drawing/2014/main" id="{58943772-D80A-4302-963F-3BD53A349596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33" name="矩形">
            <a:extLst>
              <a:ext uri="{FF2B5EF4-FFF2-40B4-BE49-F238E27FC236}">
                <a16:creationId xmlns:a16="http://schemas.microsoft.com/office/drawing/2014/main" id="{EABA444C-B828-414B-9FA1-DBCB46F4D90D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34" name="矩形">
            <a:extLst>
              <a:ext uri="{FF2B5EF4-FFF2-40B4-BE49-F238E27FC236}">
                <a16:creationId xmlns:a16="http://schemas.microsoft.com/office/drawing/2014/main" id="{E6E4E65D-E2E2-42BE-9270-80B09B6E7C1C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35" name="矩形">
            <a:extLst>
              <a:ext uri="{FF2B5EF4-FFF2-40B4-BE49-F238E27FC236}">
                <a16:creationId xmlns:a16="http://schemas.microsoft.com/office/drawing/2014/main" id="{7F75CA06-845E-44A0-81FB-9F80F2DE01E1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36" name="矩形">
            <a:extLst>
              <a:ext uri="{FF2B5EF4-FFF2-40B4-BE49-F238E27FC236}">
                <a16:creationId xmlns:a16="http://schemas.microsoft.com/office/drawing/2014/main" id="{45D6FE6E-665B-43FC-BF67-47A910FD6056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37" name="矩形">
            <a:extLst>
              <a:ext uri="{FF2B5EF4-FFF2-40B4-BE49-F238E27FC236}">
                <a16:creationId xmlns:a16="http://schemas.microsoft.com/office/drawing/2014/main" id="{346893DE-CB04-4BB9-B128-3112B32C3A7A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38" name="矩形">
            <a:extLst>
              <a:ext uri="{FF2B5EF4-FFF2-40B4-BE49-F238E27FC236}">
                <a16:creationId xmlns:a16="http://schemas.microsoft.com/office/drawing/2014/main" id="{52E226B6-EFD6-40CF-B3F8-6B5D25028E1F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39" name="矩形">
            <a:extLst>
              <a:ext uri="{FF2B5EF4-FFF2-40B4-BE49-F238E27FC236}">
                <a16:creationId xmlns:a16="http://schemas.microsoft.com/office/drawing/2014/main" id="{5E77E087-B8ED-4BAC-9495-67BFECFC38B6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40" name="矩形">
            <a:extLst>
              <a:ext uri="{FF2B5EF4-FFF2-40B4-BE49-F238E27FC236}">
                <a16:creationId xmlns:a16="http://schemas.microsoft.com/office/drawing/2014/main" id="{FF17907A-C8CC-4A3A-B925-F53CD89A14E4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41" name="矩形">
            <a:extLst>
              <a:ext uri="{FF2B5EF4-FFF2-40B4-BE49-F238E27FC236}">
                <a16:creationId xmlns:a16="http://schemas.microsoft.com/office/drawing/2014/main" id="{88F9D0BD-B0EB-4889-8A38-78AF1400C7E6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42" name="矩形">
            <a:extLst>
              <a:ext uri="{FF2B5EF4-FFF2-40B4-BE49-F238E27FC236}">
                <a16:creationId xmlns:a16="http://schemas.microsoft.com/office/drawing/2014/main" id="{E79EBC17-44E5-423F-926D-46D14250CAAD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43" name="矩形">
            <a:extLst>
              <a:ext uri="{FF2B5EF4-FFF2-40B4-BE49-F238E27FC236}">
                <a16:creationId xmlns:a16="http://schemas.microsoft.com/office/drawing/2014/main" id="{30B088C6-954D-451B-8EC7-217491400701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44" name="矩形">
            <a:extLst>
              <a:ext uri="{FF2B5EF4-FFF2-40B4-BE49-F238E27FC236}">
                <a16:creationId xmlns:a16="http://schemas.microsoft.com/office/drawing/2014/main" id="{17EFD51D-A446-48A6-A730-074824B81AA8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45" name="矩形">
            <a:extLst>
              <a:ext uri="{FF2B5EF4-FFF2-40B4-BE49-F238E27FC236}">
                <a16:creationId xmlns:a16="http://schemas.microsoft.com/office/drawing/2014/main" id="{1B460CEC-C036-4137-A927-1967B8632A95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46" name="矩形">
            <a:extLst>
              <a:ext uri="{FF2B5EF4-FFF2-40B4-BE49-F238E27FC236}">
                <a16:creationId xmlns:a16="http://schemas.microsoft.com/office/drawing/2014/main" id="{85FB2F5C-653B-4CE7-AA1B-C2F2C4DB49D7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47" name="矩形">
            <a:extLst>
              <a:ext uri="{FF2B5EF4-FFF2-40B4-BE49-F238E27FC236}">
                <a16:creationId xmlns:a16="http://schemas.microsoft.com/office/drawing/2014/main" id="{FABCA7F4-65DF-401F-AEDB-AFE44B32036A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48" name="矩形">
            <a:extLst>
              <a:ext uri="{FF2B5EF4-FFF2-40B4-BE49-F238E27FC236}">
                <a16:creationId xmlns:a16="http://schemas.microsoft.com/office/drawing/2014/main" id="{BAE5B19E-1D29-4B9F-AF3F-E4D9C8B27F0D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49" name="矩形">
            <a:extLst>
              <a:ext uri="{FF2B5EF4-FFF2-40B4-BE49-F238E27FC236}">
                <a16:creationId xmlns:a16="http://schemas.microsoft.com/office/drawing/2014/main" id="{311E9967-F60E-4A6F-ABEA-2B86A91E7D56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50" name="矩形">
            <a:extLst>
              <a:ext uri="{FF2B5EF4-FFF2-40B4-BE49-F238E27FC236}">
                <a16:creationId xmlns:a16="http://schemas.microsoft.com/office/drawing/2014/main" id="{F3F7ABC7-0AFD-4EBD-92BF-635087F08C48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51" name="矩形">
            <a:extLst>
              <a:ext uri="{FF2B5EF4-FFF2-40B4-BE49-F238E27FC236}">
                <a16:creationId xmlns:a16="http://schemas.microsoft.com/office/drawing/2014/main" id="{8D3191BE-5C55-4641-A69D-DDFC7D467D80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52" name="矩形">
            <a:extLst>
              <a:ext uri="{FF2B5EF4-FFF2-40B4-BE49-F238E27FC236}">
                <a16:creationId xmlns:a16="http://schemas.microsoft.com/office/drawing/2014/main" id="{CF8523F6-E69F-4776-8237-31D8C6F8DCFC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53" name="矩形">
            <a:extLst>
              <a:ext uri="{FF2B5EF4-FFF2-40B4-BE49-F238E27FC236}">
                <a16:creationId xmlns:a16="http://schemas.microsoft.com/office/drawing/2014/main" id="{3E46D61B-3B8C-4956-A333-F1C50B18A429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54" name="矩形">
            <a:extLst>
              <a:ext uri="{FF2B5EF4-FFF2-40B4-BE49-F238E27FC236}">
                <a16:creationId xmlns:a16="http://schemas.microsoft.com/office/drawing/2014/main" id="{87EEA757-1A5E-481E-8DCA-FE71909C5196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55" name="矩形">
            <a:extLst>
              <a:ext uri="{FF2B5EF4-FFF2-40B4-BE49-F238E27FC236}">
                <a16:creationId xmlns:a16="http://schemas.microsoft.com/office/drawing/2014/main" id="{D33FD1E1-8624-49B8-8C19-6A1C11793762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56" name="矩形">
            <a:extLst>
              <a:ext uri="{FF2B5EF4-FFF2-40B4-BE49-F238E27FC236}">
                <a16:creationId xmlns:a16="http://schemas.microsoft.com/office/drawing/2014/main" id="{E460FB5D-C1FC-44B3-9E7E-3A8B20FEB5FD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557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558" name="矩形">
            <a:extLst>
              <a:ext uri="{FF2B5EF4-FFF2-40B4-BE49-F238E27FC236}">
                <a16:creationId xmlns:a16="http://schemas.microsoft.com/office/drawing/2014/main" id="{319FD613-3D6C-4E03-91AE-93022E5622DE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59" name="系统架构如何支撑算法落地">
            <a:extLst>
              <a:ext uri="{FF2B5EF4-FFF2-40B4-BE49-F238E27FC236}">
                <a16:creationId xmlns:a16="http://schemas.microsoft.com/office/drawing/2014/main" id="{FA3AB7E0-02F4-4167-9A70-7A612AD7F790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系统架构如何支撑算法落地</a:t>
            </a:r>
          </a:p>
        </p:txBody>
      </p:sp>
      <p:sp>
        <p:nvSpPr>
          <p:cNvPr id="560" name="矩形">
            <a:extLst>
              <a:ext uri="{FF2B5EF4-FFF2-40B4-BE49-F238E27FC236}">
                <a16:creationId xmlns:a16="http://schemas.microsoft.com/office/drawing/2014/main" id="{8D2E1822-5644-4EC9-A91F-2680ACEA4EC9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561" name="ARCHITECTURE">
            <a:extLst>
              <a:ext uri="{FF2B5EF4-FFF2-40B4-BE49-F238E27FC236}">
                <a16:creationId xmlns:a16="http://schemas.microsoft.com/office/drawing/2014/main" id="{5117C473-F189-4D05-8469-5B9A3EA41A0B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ARCHITECTURE</a:t>
            </a:r>
          </a:p>
        </p:txBody>
      </p:sp>
      <p:sp>
        <p:nvSpPr>
          <p:cNvPr id="563" name="矩形 985">
            <a:extLst>
              <a:ext uri="{FF2B5EF4-FFF2-40B4-BE49-F238E27FC236}">
                <a16:creationId xmlns:a16="http://schemas.microsoft.com/office/drawing/2014/main" id="{16866043-21E5-4C14-8E4E-195D909F013D}"/>
              </a:ext>
            </a:extLst>
          </p:cNvPr>
          <p:cNvSpPr>
            <a:spLocks noGrp="1"/>
          </p:cNvSpPr>
          <p:nvPr/>
        </p:nvSpPr>
        <p:spPr>
          <a:xfrm>
            <a:off x="676275" y="1114425"/>
            <a:ext cx="7591425" cy="3781425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pic>
        <p:nvPicPr>
          <p:cNvPr id="564" name="图片 986"/>
          <p:cNvPicPr>
            <a:picLocks noChangeAspect="1"/>
          </p:cNvPicPr>
          <p:nvPr/>
        </p:nvPicPr>
        <p:blipFill>
          <a:blip r:embed="rId6"/>
          <a:srcRect t="8386" b="8386"/>
          <a:stretch>
            <a:fillRect/>
          </a:stretch>
        </p:blipFill>
        <p:spPr>
          <a:xfrm>
            <a:off x="1096192" y="1123947"/>
            <a:ext cx="6751591" cy="3762381"/>
          </a:xfrm>
          <a:prstGeom prst="rect">
            <a:avLst/>
          </a:prstGeom>
        </p:spPr>
      </p:pic>
      <p:sp>
        <p:nvSpPr>
          <p:cNvPr id="565" name="矩形 987">
            <a:extLst>
              <a:ext uri="{FF2B5EF4-FFF2-40B4-BE49-F238E27FC236}">
                <a16:creationId xmlns:a16="http://schemas.microsoft.com/office/drawing/2014/main" id="{C212DE7A-F0EB-4779-8C7D-47CB5E3D2303}"/>
              </a:ext>
            </a:extLst>
          </p:cNvPr>
          <p:cNvSpPr>
            <a:spLocks noGrp="1"/>
          </p:cNvSpPr>
          <p:nvPr/>
        </p:nvSpPr>
        <p:spPr>
          <a:xfrm>
            <a:off x="676275" y="1114425"/>
            <a:ext cx="7591425" cy="378142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566" name="圆角矩形 988">
            <a:extLst>
              <a:ext uri="{FF2B5EF4-FFF2-40B4-BE49-F238E27FC236}">
                <a16:creationId xmlns:a16="http://schemas.microsoft.com/office/drawing/2014/main" id="{AB520906-0AC3-40D6-A324-51CF3357033C}"/>
              </a:ext>
            </a:extLst>
          </p:cNvPr>
          <p:cNvSpPr>
            <a:spLocks noGrp="1"/>
          </p:cNvSpPr>
          <p:nvPr/>
        </p:nvSpPr>
        <p:spPr>
          <a:xfrm>
            <a:off x="8620125" y="1200150"/>
            <a:ext cx="2571750" cy="1066800"/>
          </a:xfrm>
          <a:prstGeom prst="roundRect">
            <a:avLst>
              <a:gd name="adj" fmla="val 7143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567" name="矩形">
            <a:extLst>
              <a:ext uri="{FF2B5EF4-FFF2-40B4-BE49-F238E27FC236}">
                <a16:creationId xmlns:a16="http://schemas.microsoft.com/office/drawing/2014/main" id="{BAA2CDCF-2D8A-429B-BF34-F839327EDAE1}"/>
              </a:ext>
            </a:extLst>
          </p:cNvPr>
          <p:cNvSpPr>
            <a:spLocks noGrp="1"/>
          </p:cNvSpPr>
          <p:nvPr/>
        </p:nvSpPr>
        <p:spPr>
          <a:xfrm>
            <a:off x="8791575" y="1333500"/>
            <a:ext cx="2228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68" name="算法位置">
            <a:extLst>
              <a:ext uri="{FF2B5EF4-FFF2-40B4-BE49-F238E27FC236}">
                <a16:creationId xmlns:a16="http://schemas.microsoft.com/office/drawing/2014/main" id="{E8A6702E-67E7-4B39-A925-22B04113303D}"/>
              </a:ext>
            </a:extLst>
          </p:cNvPr>
          <p:cNvSpPr>
            <a:spLocks noGrp="1"/>
          </p:cNvSpPr>
          <p:nvPr/>
        </p:nvSpPr>
        <p:spPr>
          <a:xfrm>
            <a:off x="8791575" y="1333500"/>
            <a:ext cx="222885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算法位置</a:t>
            </a:r>
          </a:p>
        </p:txBody>
      </p:sp>
      <p:sp>
        <p:nvSpPr>
          <p:cNvPr id="569" name="矩形">
            <a:extLst>
              <a:ext uri="{FF2B5EF4-FFF2-40B4-BE49-F238E27FC236}">
                <a16:creationId xmlns:a16="http://schemas.microsoft.com/office/drawing/2014/main" id="{8EA16E22-6567-495F-A0FA-1E4CB3EDBAF1}"/>
              </a:ext>
            </a:extLst>
          </p:cNvPr>
          <p:cNvSpPr>
            <a:spLocks noGrp="1"/>
          </p:cNvSpPr>
          <p:nvPr/>
        </p:nvSpPr>
        <p:spPr>
          <a:xfrm>
            <a:off x="8791575" y="1638299"/>
            <a:ext cx="2228850" cy="5524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70" name="PlannerAgent 内生成候选计划；…">
            <a:extLst>
              <a:ext uri="{FF2B5EF4-FFF2-40B4-BE49-F238E27FC236}">
                <a16:creationId xmlns:a16="http://schemas.microsoft.com/office/drawing/2014/main" id="{ADA51DBE-B2E3-4F9E-979F-5D439BCC31CC}"/>
              </a:ext>
            </a:extLst>
          </p:cNvPr>
          <p:cNvSpPr>
            <a:spLocks noGrp="1"/>
          </p:cNvSpPr>
          <p:nvPr/>
        </p:nvSpPr>
        <p:spPr>
          <a:xfrm>
            <a:off x="8791575" y="1638298"/>
            <a:ext cx="2228850" cy="533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PlannerAgent 内生成候选计划；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CEBRA-WP 做约束过滤与运行时重排。</a:t>
            </a:r>
          </a:p>
        </p:txBody>
      </p:sp>
      <p:sp>
        <p:nvSpPr>
          <p:cNvPr id="571" name="圆角矩形 991">
            <a:extLst>
              <a:ext uri="{FF2B5EF4-FFF2-40B4-BE49-F238E27FC236}">
                <a16:creationId xmlns:a16="http://schemas.microsoft.com/office/drawing/2014/main" id="{8928FE71-B568-45A8-AD2B-0183C124026E}"/>
              </a:ext>
            </a:extLst>
          </p:cNvPr>
          <p:cNvSpPr>
            <a:spLocks noGrp="1"/>
          </p:cNvSpPr>
          <p:nvPr/>
        </p:nvSpPr>
        <p:spPr>
          <a:xfrm>
            <a:off x="8620125" y="2571750"/>
            <a:ext cx="2571750" cy="1485900"/>
          </a:xfrm>
          <a:prstGeom prst="roundRect">
            <a:avLst>
              <a:gd name="adj" fmla="val 5128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572" name="矩形">
            <a:extLst>
              <a:ext uri="{FF2B5EF4-FFF2-40B4-BE49-F238E27FC236}">
                <a16:creationId xmlns:a16="http://schemas.microsoft.com/office/drawing/2014/main" id="{57242F43-12C7-4228-A091-680C32F2C723}"/>
              </a:ext>
            </a:extLst>
          </p:cNvPr>
          <p:cNvSpPr>
            <a:spLocks noGrp="1"/>
          </p:cNvSpPr>
          <p:nvPr/>
        </p:nvSpPr>
        <p:spPr>
          <a:xfrm>
            <a:off x="8791575" y="2705100"/>
            <a:ext cx="2228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73" name="架构约束">
            <a:extLst>
              <a:ext uri="{FF2B5EF4-FFF2-40B4-BE49-F238E27FC236}">
                <a16:creationId xmlns:a16="http://schemas.microsoft.com/office/drawing/2014/main" id="{C2FBFBB1-6B56-4656-A81A-7DD74700AACE}"/>
              </a:ext>
            </a:extLst>
          </p:cNvPr>
          <p:cNvSpPr>
            <a:spLocks noGrp="1"/>
          </p:cNvSpPr>
          <p:nvPr/>
        </p:nvSpPr>
        <p:spPr>
          <a:xfrm>
            <a:off x="8791575" y="2705100"/>
            <a:ext cx="222885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架构约束</a:t>
            </a:r>
          </a:p>
        </p:txBody>
      </p:sp>
      <p:sp>
        <p:nvSpPr>
          <p:cNvPr id="574" name="矩形">
            <a:extLst>
              <a:ext uri="{FF2B5EF4-FFF2-40B4-BE49-F238E27FC236}">
                <a16:creationId xmlns:a16="http://schemas.microsoft.com/office/drawing/2014/main" id="{BD7930B0-7A79-4A0B-9E57-9A414BA07836}"/>
              </a:ext>
            </a:extLst>
          </p:cNvPr>
          <p:cNvSpPr>
            <a:spLocks noGrp="1"/>
          </p:cNvSpPr>
          <p:nvPr/>
        </p:nvSpPr>
        <p:spPr>
          <a:xfrm>
            <a:off x="8791575" y="3009899"/>
            <a:ext cx="2228850" cy="971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75" name="规划不执行工具…">
            <a:extLst>
              <a:ext uri="{FF2B5EF4-FFF2-40B4-BE49-F238E27FC236}">
                <a16:creationId xmlns:a16="http://schemas.microsoft.com/office/drawing/2014/main" id="{DA24D931-1FFF-41F9-96A4-FE9C24C09A28}"/>
              </a:ext>
            </a:extLst>
          </p:cNvPr>
          <p:cNvSpPr>
            <a:spLocks noGrp="1"/>
          </p:cNvSpPr>
          <p:nvPr/>
        </p:nvSpPr>
        <p:spPr>
          <a:xfrm>
            <a:off x="8791575" y="3009898"/>
            <a:ext cx="2228850" cy="8636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规划不执行工具</a:t>
            </a:r>
          </a:p>
          <a:p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执行不越过 FSM</a:t>
            </a:r>
          </a:p>
          <a:p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安全不改计划</a:t>
            </a:r>
          </a:p>
          <a:p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汇总不重新计算</a:t>
            </a:r>
          </a:p>
        </p:txBody>
      </p:sp>
      <p:sp>
        <p:nvSpPr>
          <p:cNvPr id="576" name="矩形">
            <a:extLst>
              <a:ext uri="{FF2B5EF4-FFF2-40B4-BE49-F238E27FC236}">
                <a16:creationId xmlns:a16="http://schemas.microsoft.com/office/drawing/2014/main" id="{F0688DCA-3156-47A5-97FF-19E0A5B2F248}"/>
              </a:ext>
            </a:extLst>
          </p:cNvPr>
          <p:cNvSpPr>
            <a:spLocks noGrp="1"/>
          </p:cNvSpPr>
          <p:nvPr/>
        </p:nvSpPr>
        <p:spPr>
          <a:xfrm>
            <a:off x="1143000" y="5162548"/>
            <a:ext cx="9906000" cy="3238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77" name="CEBRA-WP 的输出不会直接调用工具，而是经过工作流执行层、FSM/HITL 和证据层约束。">
            <a:extLst>
              <a:ext uri="{FF2B5EF4-FFF2-40B4-BE49-F238E27FC236}">
                <a16:creationId xmlns:a16="http://schemas.microsoft.com/office/drawing/2014/main" id="{D2D687EE-A979-48FB-8521-477E7CA9D6DE}"/>
              </a:ext>
            </a:extLst>
          </p:cNvPr>
          <p:cNvSpPr>
            <a:spLocks noGrp="1"/>
          </p:cNvSpPr>
          <p:nvPr/>
        </p:nvSpPr>
        <p:spPr>
          <a:xfrm>
            <a:off x="1143000" y="5162548"/>
            <a:ext cx="9906000" cy="2286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CEBRA-WP 的输出不会直接调用工具，而是经过工作流执行层、FSM/HITL 和证据层约束。</a:t>
            </a:r>
          </a:p>
        </p:txBody>
      </p:sp>
      <p:sp>
        <p:nvSpPr>
          <p:cNvPr id="584" name="矩形 583">
            <a:extLst>
              <a:ext uri="{FF2B5EF4-FFF2-40B4-BE49-F238E27FC236}">
                <a16:creationId xmlns:a16="http://schemas.microsoft.com/office/drawing/2014/main" id="{1D43716F-E09C-4316-925B-ADBC6C803DA9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82201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矩形">
            <a:extLst>
              <a:ext uri="{FF2B5EF4-FFF2-40B4-BE49-F238E27FC236}">
                <a16:creationId xmlns:a16="http://schemas.microsoft.com/office/drawing/2014/main" id="{F9C0312E-54F0-429D-8333-1BCF3C1118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583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584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585" name="矩形">
            <a:extLst>
              <a:ext uri="{FF2B5EF4-FFF2-40B4-BE49-F238E27FC236}">
                <a16:creationId xmlns:a16="http://schemas.microsoft.com/office/drawing/2014/main" id="{12A4EE45-CEBD-489C-AFAB-E3B5197EEC58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86" name="矩形">
            <a:extLst>
              <a:ext uri="{FF2B5EF4-FFF2-40B4-BE49-F238E27FC236}">
                <a16:creationId xmlns:a16="http://schemas.microsoft.com/office/drawing/2014/main" id="{56BB9FA5-954C-4D77-A1D8-E8881FDA0307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87" name="矩形">
            <a:extLst>
              <a:ext uri="{FF2B5EF4-FFF2-40B4-BE49-F238E27FC236}">
                <a16:creationId xmlns:a16="http://schemas.microsoft.com/office/drawing/2014/main" id="{F664BBCA-3B74-4545-A148-F88037A5AFA7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88" name="矩形">
            <a:extLst>
              <a:ext uri="{FF2B5EF4-FFF2-40B4-BE49-F238E27FC236}">
                <a16:creationId xmlns:a16="http://schemas.microsoft.com/office/drawing/2014/main" id="{4FA20B79-977C-44A8-A465-286FD07B8227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89" name="矩形">
            <a:extLst>
              <a:ext uri="{FF2B5EF4-FFF2-40B4-BE49-F238E27FC236}">
                <a16:creationId xmlns:a16="http://schemas.microsoft.com/office/drawing/2014/main" id="{6AD4471A-0E48-4F82-8FB8-4925AF3A638D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90" name="矩形">
            <a:extLst>
              <a:ext uri="{FF2B5EF4-FFF2-40B4-BE49-F238E27FC236}">
                <a16:creationId xmlns:a16="http://schemas.microsoft.com/office/drawing/2014/main" id="{287E5C29-5A37-46A7-9D69-6493DFEA91F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91" name="矩形">
            <a:extLst>
              <a:ext uri="{FF2B5EF4-FFF2-40B4-BE49-F238E27FC236}">
                <a16:creationId xmlns:a16="http://schemas.microsoft.com/office/drawing/2014/main" id="{191742DC-DB75-491B-B340-23DE9505F069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92" name="矩形">
            <a:extLst>
              <a:ext uri="{FF2B5EF4-FFF2-40B4-BE49-F238E27FC236}">
                <a16:creationId xmlns:a16="http://schemas.microsoft.com/office/drawing/2014/main" id="{E752B013-833E-4858-B7FF-2C1242C2CA4D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93" name="矩形">
            <a:extLst>
              <a:ext uri="{FF2B5EF4-FFF2-40B4-BE49-F238E27FC236}">
                <a16:creationId xmlns:a16="http://schemas.microsoft.com/office/drawing/2014/main" id="{619E3807-0071-4CEA-97A7-14D4514B28F0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94" name="矩形">
            <a:extLst>
              <a:ext uri="{FF2B5EF4-FFF2-40B4-BE49-F238E27FC236}">
                <a16:creationId xmlns:a16="http://schemas.microsoft.com/office/drawing/2014/main" id="{40A5079F-CA3B-42F0-B908-3A822029A631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95" name="矩形">
            <a:extLst>
              <a:ext uri="{FF2B5EF4-FFF2-40B4-BE49-F238E27FC236}">
                <a16:creationId xmlns:a16="http://schemas.microsoft.com/office/drawing/2014/main" id="{626C62A3-E7FF-4AA4-846C-0A53BDEEB398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96" name="矩形">
            <a:extLst>
              <a:ext uri="{FF2B5EF4-FFF2-40B4-BE49-F238E27FC236}">
                <a16:creationId xmlns:a16="http://schemas.microsoft.com/office/drawing/2014/main" id="{DF64DD8F-7DED-41BD-8504-597A5CDC4A6F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97" name="矩形">
            <a:extLst>
              <a:ext uri="{FF2B5EF4-FFF2-40B4-BE49-F238E27FC236}">
                <a16:creationId xmlns:a16="http://schemas.microsoft.com/office/drawing/2014/main" id="{CC1C2FAA-55FF-47DB-A44F-5327A6D15BE7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98" name="矩形">
            <a:extLst>
              <a:ext uri="{FF2B5EF4-FFF2-40B4-BE49-F238E27FC236}">
                <a16:creationId xmlns:a16="http://schemas.microsoft.com/office/drawing/2014/main" id="{E4433643-BD0F-4525-BC5F-B507941008FD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599" name="矩形">
            <a:extLst>
              <a:ext uri="{FF2B5EF4-FFF2-40B4-BE49-F238E27FC236}">
                <a16:creationId xmlns:a16="http://schemas.microsoft.com/office/drawing/2014/main" id="{B31B940F-4F40-4598-B28F-DCBB354B62DD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00" name="矩形">
            <a:extLst>
              <a:ext uri="{FF2B5EF4-FFF2-40B4-BE49-F238E27FC236}">
                <a16:creationId xmlns:a16="http://schemas.microsoft.com/office/drawing/2014/main" id="{8A207851-B1A2-43F0-B1B1-61EB882BF674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01" name="矩形">
            <a:extLst>
              <a:ext uri="{FF2B5EF4-FFF2-40B4-BE49-F238E27FC236}">
                <a16:creationId xmlns:a16="http://schemas.microsoft.com/office/drawing/2014/main" id="{B326630C-1D8B-4C37-9157-63B1C1B0B3B1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02" name="矩形">
            <a:extLst>
              <a:ext uri="{FF2B5EF4-FFF2-40B4-BE49-F238E27FC236}">
                <a16:creationId xmlns:a16="http://schemas.microsoft.com/office/drawing/2014/main" id="{B57D9F27-0097-4BCE-9C2F-AD64B3D3B422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03" name="矩形">
            <a:extLst>
              <a:ext uri="{FF2B5EF4-FFF2-40B4-BE49-F238E27FC236}">
                <a16:creationId xmlns:a16="http://schemas.microsoft.com/office/drawing/2014/main" id="{375396D1-1D1B-432D-AF35-125EBC227599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04" name="矩形">
            <a:extLst>
              <a:ext uri="{FF2B5EF4-FFF2-40B4-BE49-F238E27FC236}">
                <a16:creationId xmlns:a16="http://schemas.microsoft.com/office/drawing/2014/main" id="{97A02A09-FD30-435B-B0AE-A323CD4D85AA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05" name="矩形">
            <a:extLst>
              <a:ext uri="{FF2B5EF4-FFF2-40B4-BE49-F238E27FC236}">
                <a16:creationId xmlns:a16="http://schemas.microsoft.com/office/drawing/2014/main" id="{421B312B-7979-41FC-BFEC-A96C9F34595D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06" name="矩形">
            <a:extLst>
              <a:ext uri="{FF2B5EF4-FFF2-40B4-BE49-F238E27FC236}">
                <a16:creationId xmlns:a16="http://schemas.microsoft.com/office/drawing/2014/main" id="{447AE8E2-E251-407D-AD2D-A155154232B2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07" name="矩形">
            <a:extLst>
              <a:ext uri="{FF2B5EF4-FFF2-40B4-BE49-F238E27FC236}">
                <a16:creationId xmlns:a16="http://schemas.microsoft.com/office/drawing/2014/main" id="{4BD5340F-5C77-4AE8-A21C-BFD1442FF0B9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08" name="矩形">
            <a:extLst>
              <a:ext uri="{FF2B5EF4-FFF2-40B4-BE49-F238E27FC236}">
                <a16:creationId xmlns:a16="http://schemas.microsoft.com/office/drawing/2014/main" id="{FF677B3C-9397-4D4C-BD8C-B0581C67CE3A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09" name="矩形">
            <a:extLst>
              <a:ext uri="{FF2B5EF4-FFF2-40B4-BE49-F238E27FC236}">
                <a16:creationId xmlns:a16="http://schemas.microsoft.com/office/drawing/2014/main" id="{47167A1C-A204-4E9D-91E4-945DB4A724D7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10" name="矩形">
            <a:extLst>
              <a:ext uri="{FF2B5EF4-FFF2-40B4-BE49-F238E27FC236}">
                <a16:creationId xmlns:a16="http://schemas.microsoft.com/office/drawing/2014/main" id="{23488311-3197-4A3B-B69D-A1153979F541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11" name="矩形">
            <a:extLst>
              <a:ext uri="{FF2B5EF4-FFF2-40B4-BE49-F238E27FC236}">
                <a16:creationId xmlns:a16="http://schemas.microsoft.com/office/drawing/2014/main" id="{B17325BC-2EAA-4D0C-8212-CD5E6E82F5F2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12" name="矩形">
            <a:extLst>
              <a:ext uri="{FF2B5EF4-FFF2-40B4-BE49-F238E27FC236}">
                <a16:creationId xmlns:a16="http://schemas.microsoft.com/office/drawing/2014/main" id="{ED9859BE-CAA2-4141-976C-D787A5B8BA5D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13" name="矩形">
            <a:extLst>
              <a:ext uri="{FF2B5EF4-FFF2-40B4-BE49-F238E27FC236}">
                <a16:creationId xmlns:a16="http://schemas.microsoft.com/office/drawing/2014/main" id="{A903EFE6-FDA3-4BF4-920A-9C2857D7E698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14" name="矩形">
            <a:extLst>
              <a:ext uri="{FF2B5EF4-FFF2-40B4-BE49-F238E27FC236}">
                <a16:creationId xmlns:a16="http://schemas.microsoft.com/office/drawing/2014/main" id="{98911921-3DE6-4F88-8BDC-1E8A989DABC6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15" name="矩形">
            <a:extLst>
              <a:ext uri="{FF2B5EF4-FFF2-40B4-BE49-F238E27FC236}">
                <a16:creationId xmlns:a16="http://schemas.microsoft.com/office/drawing/2014/main" id="{3055E8D1-A6A1-4FD7-93BE-1111894B290A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16" name="矩形">
            <a:extLst>
              <a:ext uri="{FF2B5EF4-FFF2-40B4-BE49-F238E27FC236}">
                <a16:creationId xmlns:a16="http://schemas.microsoft.com/office/drawing/2014/main" id="{8E12991A-C614-496F-8ECF-41CEF5AEDD0F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17" name="矩形">
            <a:extLst>
              <a:ext uri="{FF2B5EF4-FFF2-40B4-BE49-F238E27FC236}">
                <a16:creationId xmlns:a16="http://schemas.microsoft.com/office/drawing/2014/main" id="{6D69D530-E958-420A-A1EC-A521EB9BD62C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18" name="矩形">
            <a:extLst>
              <a:ext uri="{FF2B5EF4-FFF2-40B4-BE49-F238E27FC236}">
                <a16:creationId xmlns:a16="http://schemas.microsoft.com/office/drawing/2014/main" id="{BEE4DB21-02B0-4D17-9B54-481396D22725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19" name="矩形">
            <a:extLst>
              <a:ext uri="{FF2B5EF4-FFF2-40B4-BE49-F238E27FC236}">
                <a16:creationId xmlns:a16="http://schemas.microsoft.com/office/drawing/2014/main" id="{65399EBE-0F4B-45C2-B057-C6BF5FB12EC4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20" name="矩形">
            <a:extLst>
              <a:ext uri="{FF2B5EF4-FFF2-40B4-BE49-F238E27FC236}">
                <a16:creationId xmlns:a16="http://schemas.microsoft.com/office/drawing/2014/main" id="{A11D2DF9-FC3A-4409-91D4-DCEFB6DF9F32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21" name="矩形">
            <a:extLst>
              <a:ext uri="{FF2B5EF4-FFF2-40B4-BE49-F238E27FC236}">
                <a16:creationId xmlns:a16="http://schemas.microsoft.com/office/drawing/2014/main" id="{8C64BFAE-F4FE-427D-92F9-095F836234DC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22" name="矩形">
            <a:extLst>
              <a:ext uri="{FF2B5EF4-FFF2-40B4-BE49-F238E27FC236}">
                <a16:creationId xmlns:a16="http://schemas.microsoft.com/office/drawing/2014/main" id="{1EEBD07E-88A8-472F-8205-E86A9AC57505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23" name="矩形">
            <a:extLst>
              <a:ext uri="{FF2B5EF4-FFF2-40B4-BE49-F238E27FC236}">
                <a16:creationId xmlns:a16="http://schemas.microsoft.com/office/drawing/2014/main" id="{F11FCAE8-A85E-45E8-AA51-E95392173859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24" name="矩形">
            <a:extLst>
              <a:ext uri="{FF2B5EF4-FFF2-40B4-BE49-F238E27FC236}">
                <a16:creationId xmlns:a16="http://schemas.microsoft.com/office/drawing/2014/main" id="{9804F4E8-7862-48D3-A578-0B76C4143524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25" name="矩形">
            <a:extLst>
              <a:ext uri="{FF2B5EF4-FFF2-40B4-BE49-F238E27FC236}">
                <a16:creationId xmlns:a16="http://schemas.microsoft.com/office/drawing/2014/main" id="{5B2B6346-2F60-4A55-B303-6D0BE7FF62F4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26" name="矩形">
            <a:extLst>
              <a:ext uri="{FF2B5EF4-FFF2-40B4-BE49-F238E27FC236}">
                <a16:creationId xmlns:a16="http://schemas.microsoft.com/office/drawing/2014/main" id="{E55A82EF-B8BE-466C-9551-7AA1F9B212A9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27" name="矩形">
            <a:extLst>
              <a:ext uri="{FF2B5EF4-FFF2-40B4-BE49-F238E27FC236}">
                <a16:creationId xmlns:a16="http://schemas.microsoft.com/office/drawing/2014/main" id="{EE421414-AE24-47F5-AD57-18D3D7BF157B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28" name="矩形">
            <a:extLst>
              <a:ext uri="{FF2B5EF4-FFF2-40B4-BE49-F238E27FC236}">
                <a16:creationId xmlns:a16="http://schemas.microsoft.com/office/drawing/2014/main" id="{1D117078-1DA3-4AFE-9AFE-857D73D69CBD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29" name="矩形">
            <a:extLst>
              <a:ext uri="{FF2B5EF4-FFF2-40B4-BE49-F238E27FC236}">
                <a16:creationId xmlns:a16="http://schemas.microsoft.com/office/drawing/2014/main" id="{EB02AFC4-03AD-4758-A842-CB3A137E0750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30" name="矩形">
            <a:extLst>
              <a:ext uri="{FF2B5EF4-FFF2-40B4-BE49-F238E27FC236}">
                <a16:creationId xmlns:a16="http://schemas.microsoft.com/office/drawing/2014/main" id="{03FDA6CF-3C1B-42E1-B024-21C738F272D8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31" name="矩形">
            <a:extLst>
              <a:ext uri="{FF2B5EF4-FFF2-40B4-BE49-F238E27FC236}">
                <a16:creationId xmlns:a16="http://schemas.microsoft.com/office/drawing/2014/main" id="{5FCCD195-BE38-4E88-A616-ABF03E73FEE9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32" name="矩形">
            <a:extLst>
              <a:ext uri="{FF2B5EF4-FFF2-40B4-BE49-F238E27FC236}">
                <a16:creationId xmlns:a16="http://schemas.microsoft.com/office/drawing/2014/main" id="{AACEE059-780A-4D6A-8FFE-0F11275CE2D1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33" name="矩形">
            <a:extLst>
              <a:ext uri="{FF2B5EF4-FFF2-40B4-BE49-F238E27FC236}">
                <a16:creationId xmlns:a16="http://schemas.microsoft.com/office/drawing/2014/main" id="{765AF335-9905-4D80-BAEE-05F28F83E4B2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34" name="矩形">
            <a:extLst>
              <a:ext uri="{FF2B5EF4-FFF2-40B4-BE49-F238E27FC236}">
                <a16:creationId xmlns:a16="http://schemas.microsoft.com/office/drawing/2014/main" id="{B67E1374-DB24-41A6-96B8-90D41C1FFDE5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35" name="矩形">
            <a:extLst>
              <a:ext uri="{FF2B5EF4-FFF2-40B4-BE49-F238E27FC236}">
                <a16:creationId xmlns:a16="http://schemas.microsoft.com/office/drawing/2014/main" id="{CB8F8D21-A115-4189-99E4-CC1A5F5D42D3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36" name="矩形">
            <a:extLst>
              <a:ext uri="{FF2B5EF4-FFF2-40B4-BE49-F238E27FC236}">
                <a16:creationId xmlns:a16="http://schemas.microsoft.com/office/drawing/2014/main" id="{10DBE735-C9F2-45F2-89C9-C825B487FC63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37" name="矩形">
            <a:extLst>
              <a:ext uri="{FF2B5EF4-FFF2-40B4-BE49-F238E27FC236}">
                <a16:creationId xmlns:a16="http://schemas.microsoft.com/office/drawing/2014/main" id="{F639458A-3080-4D5A-933D-173D7172728A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38" name="矩形">
            <a:extLst>
              <a:ext uri="{FF2B5EF4-FFF2-40B4-BE49-F238E27FC236}">
                <a16:creationId xmlns:a16="http://schemas.microsoft.com/office/drawing/2014/main" id="{15301E0A-1BA7-40EE-AC9F-44D687790597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39" name="矩形">
            <a:extLst>
              <a:ext uri="{FF2B5EF4-FFF2-40B4-BE49-F238E27FC236}">
                <a16:creationId xmlns:a16="http://schemas.microsoft.com/office/drawing/2014/main" id="{74BE78EE-04C8-466B-B6D5-EA92917C8A08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40" name="矩形">
            <a:extLst>
              <a:ext uri="{FF2B5EF4-FFF2-40B4-BE49-F238E27FC236}">
                <a16:creationId xmlns:a16="http://schemas.microsoft.com/office/drawing/2014/main" id="{A6D872E3-1E3B-41CA-9302-075733012619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41" name="矩形">
            <a:extLst>
              <a:ext uri="{FF2B5EF4-FFF2-40B4-BE49-F238E27FC236}">
                <a16:creationId xmlns:a16="http://schemas.microsoft.com/office/drawing/2014/main" id="{036135CC-DC75-4E52-B88C-B11DE7E7322F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42" name="矩形">
            <a:extLst>
              <a:ext uri="{FF2B5EF4-FFF2-40B4-BE49-F238E27FC236}">
                <a16:creationId xmlns:a16="http://schemas.microsoft.com/office/drawing/2014/main" id="{2861BE51-B764-4FCB-8961-9E8FADF2067A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43" name="矩形">
            <a:extLst>
              <a:ext uri="{FF2B5EF4-FFF2-40B4-BE49-F238E27FC236}">
                <a16:creationId xmlns:a16="http://schemas.microsoft.com/office/drawing/2014/main" id="{1DAA3C75-1020-4701-96F2-886E8B47CA07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44" name="矩形">
            <a:extLst>
              <a:ext uri="{FF2B5EF4-FFF2-40B4-BE49-F238E27FC236}">
                <a16:creationId xmlns:a16="http://schemas.microsoft.com/office/drawing/2014/main" id="{C3463BBF-4945-4515-BC3F-5B3B77ED2DF4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45" name="矩形">
            <a:extLst>
              <a:ext uri="{FF2B5EF4-FFF2-40B4-BE49-F238E27FC236}">
                <a16:creationId xmlns:a16="http://schemas.microsoft.com/office/drawing/2014/main" id="{1124CA98-B087-47E0-9FF1-5CE63C063B36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46" name="矩形">
            <a:extLst>
              <a:ext uri="{FF2B5EF4-FFF2-40B4-BE49-F238E27FC236}">
                <a16:creationId xmlns:a16="http://schemas.microsoft.com/office/drawing/2014/main" id="{2394D304-C4A0-4973-808F-D20B4E29F604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47" name="矩形">
            <a:extLst>
              <a:ext uri="{FF2B5EF4-FFF2-40B4-BE49-F238E27FC236}">
                <a16:creationId xmlns:a16="http://schemas.microsoft.com/office/drawing/2014/main" id="{08EA59EA-1093-4C4E-883E-83D978C8A7E4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48" name="矩形">
            <a:extLst>
              <a:ext uri="{FF2B5EF4-FFF2-40B4-BE49-F238E27FC236}">
                <a16:creationId xmlns:a16="http://schemas.microsoft.com/office/drawing/2014/main" id="{95A131F7-8463-4F93-99E8-0FF7E8AE62E8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49" name="矩形">
            <a:extLst>
              <a:ext uri="{FF2B5EF4-FFF2-40B4-BE49-F238E27FC236}">
                <a16:creationId xmlns:a16="http://schemas.microsoft.com/office/drawing/2014/main" id="{A621EA39-D546-40B6-ADDF-10B52A12A508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50" name="矩形">
            <a:extLst>
              <a:ext uri="{FF2B5EF4-FFF2-40B4-BE49-F238E27FC236}">
                <a16:creationId xmlns:a16="http://schemas.microsoft.com/office/drawing/2014/main" id="{37C48D16-1704-4F28-96DF-9637466DFC8B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51" name="矩形">
            <a:extLst>
              <a:ext uri="{FF2B5EF4-FFF2-40B4-BE49-F238E27FC236}">
                <a16:creationId xmlns:a16="http://schemas.microsoft.com/office/drawing/2014/main" id="{B3C02636-D5A3-48B7-AC0B-9085E36B6FA0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52" name="矩形">
            <a:extLst>
              <a:ext uri="{FF2B5EF4-FFF2-40B4-BE49-F238E27FC236}">
                <a16:creationId xmlns:a16="http://schemas.microsoft.com/office/drawing/2014/main" id="{35D47D2B-9FC3-4149-931B-E36448E0C37C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653" name="矩形">
            <a:extLst>
              <a:ext uri="{FF2B5EF4-FFF2-40B4-BE49-F238E27FC236}">
                <a16:creationId xmlns:a16="http://schemas.microsoft.com/office/drawing/2014/main" id="{F22840C4-195E-4E6B-B779-D146CC79C064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654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655" name="矩形">
            <a:extLst>
              <a:ext uri="{FF2B5EF4-FFF2-40B4-BE49-F238E27FC236}">
                <a16:creationId xmlns:a16="http://schemas.microsoft.com/office/drawing/2014/main" id="{8036722D-765A-47C4-ACC4-5B40A9CC62F5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656" name="算法接口链：模块之间传递什么">
            <a:extLst>
              <a:ext uri="{FF2B5EF4-FFF2-40B4-BE49-F238E27FC236}">
                <a16:creationId xmlns:a16="http://schemas.microsoft.com/office/drawing/2014/main" id="{8884BB76-BECE-4B1D-B0E6-B40769762B77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算法接口链：模块之间传递什么</a:t>
            </a:r>
          </a:p>
        </p:txBody>
      </p:sp>
      <p:sp>
        <p:nvSpPr>
          <p:cNvPr id="657" name="矩形">
            <a:extLst>
              <a:ext uri="{FF2B5EF4-FFF2-40B4-BE49-F238E27FC236}">
                <a16:creationId xmlns:a16="http://schemas.microsoft.com/office/drawing/2014/main" id="{1EB2CE7A-8F12-428F-BD06-3A9BEBA6A965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658" name="CONTRACTS">
            <a:extLst>
              <a:ext uri="{FF2B5EF4-FFF2-40B4-BE49-F238E27FC236}">
                <a16:creationId xmlns:a16="http://schemas.microsoft.com/office/drawing/2014/main" id="{8B8686A7-BF1D-40DD-9ACC-70F828EEA20F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CONTRACTS</a:t>
            </a:r>
          </a:p>
        </p:txBody>
      </p:sp>
      <p:sp>
        <p:nvSpPr>
          <p:cNvPr id="660" name="圆角矩形 985">
            <a:extLst>
              <a:ext uri="{FF2B5EF4-FFF2-40B4-BE49-F238E27FC236}">
                <a16:creationId xmlns:a16="http://schemas.microsoft.com/office/drawing/2014/main" id="{29525133-C18B-4E67-BEC1-07ECD17A758B}"/>
              </a:ext>
            </a:extLst>
          </p:cNvPr>
          <p:cNvSpPr>
            <a:spLocks noGrp="1"/>
          </p:cNvSpPr>
          <p:nvPr/>
        </p:nvSpPr>
        <p:spPr>
          <a:xfrm>
            <a:off x="666750" y="1285875"/>
            <a:ext cx="1762125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661" name="矩形">
            <a:extLst>
              <a:ext uri="{FF2B5EF4-FFF2-40B4-BE49-F238E27FC236}">
                <a16:creationId xmlns:a16="http://schemas.microsoft.com/office/drawing/2014/main" id="{EAA145D7-53AC-4EF9-81AE-C980BD518EA2}"/>
              </a:ext>
            </a:extLst>
          </p:cNvPr>
          <p:cNvSpPr>
            <a:spLocks noGrp="1"/>
          </p:cNvSpPr>
          <p:nvPr/>
        </p:nvSpPr>
        <p:spPr>
          <a:xfrm>
            <a:off x="838200" y="1419224"/>
            <a:ext cx="1419225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662" name="TaskSpec">
            <a:extLst>
              <a:ext uri="{FF2B5EF4-FFF2-40B4-BE49-F238E27FC236}">
                <a16:creationId xmlns:a16="http://schemas.microsoft.com/office/drawing/2014/main" id="{E20E72A1-A533-4622-A5C8-20DDB6898015}"/>
              </a:ext>
            </a:extLst>
          </p:cNvPr>
          <p:cNvSpPr>
            <a:spLocks noGrp="1"/>
          </p:cNvSpPr>
          <p:nvPr/>
        </p:nvSpPr>
        <p:spPr>
          <a:xfrm>
            <a:off x="838200" y="1419221"/>
            <a:ext cx="14192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TaskSpec</a:t>
            </a:r>
          </a:p>
        </p:txBody>
      </p:sp>
      <p:sp>
        <p:nvSpPr>
          <p:cNvPr id="663" name="矩形">
            <a:extLst>
              <a:ext uri="{FF2B5EF4-FFF2-40B4-BE49-F238E27FC236}">
                <a16:creationId xmlns:a16="http://schemas.microsoft.com/office/drawing/2014/main" id="{81798030-8C63-40BD-B178-FACF10E0DF27}"/>
              </a:ext>
            </a:extLst>
          </p:cNvPr>
          <p:cNvSpPr>
            <a:spLocks noGrp="1"/>
          </p:cNvSpPr>
          <p:nvPr/>
        </p:nvSpPr>
        <p:spPr>
          <a:xfrm>
            <a:off x="838200" y="1724024"/>
            <a:ext cx="1419225" cy="3429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664" name="目标 / 约束 / 预算">
            <a:extLst>
              <a:ext uri="{FF2B5EF4-FFF2-40B4-BE49-F238E27FC236}">
                <a16:creationId xmlns:a16="http://schemas.microsoft.com/office/drawing/2014/main" id="{49648C6C-E949-46C4-864B-60DFB25E00D4}"/>
              </a:ext>
            </a:extLst>
          </p:cNvPr>
          <p:cNvSpPr>
            <a:spLocks noGrp="1"/>
          </p:cNvSpPr>
          <p:nvPr/>
        </p:nvSpPr>
        <p:spPr>
          <a:xfrm>
            <a:off x="838200" y="1724023"/>
            <a:ext cx="1419225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目标 / 约束 / 预算</a:t>
            </a:r>
          </a:p>
        </p:txBody>
      </p:sp>
      <p:sp>
        <p:nvSpPr>
          <p:cNvPr id="665" name="矩形">
            <a:extLst>
              <a:ext uri="{FF2B5EF4-FFF2-40B4-BE49-F238E27FC236}">
                <a16:creationId xmlns:a16="http://schemas.microsoft.com/office/drawing/2014/main" id="{8339913E-C6D1-459F-AF1F-2A3313403176}"/>
              </a:ext>
            </a:extLst>
          </p:cNvPr>
          <p:cNvSpPr>
            <a:spLocks noGrp="1"/>
          </p:cNvSpPr>
          <p:nvPr/>
        </p:nvSpPr>
        <p:spPr>
          <a:xfrm>
            <a:off x="2400300" y="1581150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666" name="→">
            <a:extLst>
              <a:ext uri="{FF2B5EF4-FFF2-40B4-BE49-F238E27FC236}">
                <a16:creationId xmlns:a16="http://schemas.microsoft.com/office/drawing/2014/main" id="{A92004A7-BC2D-4ED0-BDEF-C5844A2BDF9E}"/>
              </a:ext>
            </a:extLst>
          </p:cNvPr>
          <p:cNvSpPr>
            <a:spLocks noGrp="1"/>
          </p:cNvSpPr>
          <p:nvPr/>
        </p:nvSpPr>
        <p:spPr>
          <a:xfrm>
            <a:off x="2400300" y="1581150"/>
            <a:ext cx="333375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667" name="圆角矩形 989">
            <a:extLst>
              <a:ext uri="{FF2B5EF4-FFF2-40B4-BE49-F238E27FC236}">
                <a16:creationId xmlns:a16="http://schemas.microsoft.com/office/drawing/2014/main" id="{60D2407C-F83B-4655-8D51-E12C7ECA98A2}"/>
              </a:ext>
            </a:extLst>
          </p:cNvPr>
          <p:cNvSpPr>
            <a:spLocks noGrp="1"/>
          </p:cNvSpPr>
          <p:nvPr/>
        </p:nvSpPr>
        <p:spPr>
          <a:xfrm>
            <a:off x="2905125" y="1285875"/>
            <a:ext cx="1762125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668" name="矩形">
            <a:extLst>
              <a:ext uri="{FF2B5EF4-FFF2-40B4-BE49-F238E27FC236}">
                <a16:creationId xmlns:a16="http://schemas.microsoft.com/office/drawing/2014/main" id="{F90DBB3B-C795-42FB-B902-EEF5A88914CE}"/>
              </a:ext>
            </a:extLst>
          </p:cNvPr>
          <p:cNvSpPr>
            <a:spLocks noGrp="1"/>
          </p:cNvSpPr>
          <p:nvPr/>
        </p:nvSpPr>
        <p:spPr>
          <a:xfrm>
            <a:off x="3076575" y="1419224"/>
            <a:ext cx="1419225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669" name="CandidateSet">
            <a:extLst>
              <a:ext uri="{FF2B5EF4-FFF2-40B4-BE49-F238E27FC236}">
                <a16:creationId xmlns:a16="http://schemas.microsoft.com/office/drawing/2014/main" id="{1BF28DCC-EC86-4BB4-B479-F8B4C516191B}"/>
              </a:ext>
            </a:extLst>
          </p:cNvPr>
          <p:cNvSpPr>
            <a:spLocks noGrp="1"/>
          </p:cNvSpPr>
          <p:nvPr/>
        </p:nvSpPr>
        <p:spPr>
          <a:xfrm>
            <a:off x="3076575" y="1419221"/>
            <a:ext cx="14192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CandidateSet</a:t>
            </a:r>
          </a:p>
        </p:txBody>
      </p:sp>
      <p:sp>
        <p:nvSpPr>
          <p:cNvPr id="670" name="矩形">
            <a:extLst>
              <a:ext uri="{FF2B5EF4-FFF2-40B4-BE49-F238E27FC236}">
                <a16:creationId xmlns:a16="http://schemas.microsoft.com/office/drawing/2014/main" id="{B5E70A24-07E2-4B72-9C5A-D95C3028CFB0}"/>
              </a:ext>
            </a:extLst>
          </p:cNvPr>
          <p:cNvSpPr>
            <a:spLocks noGrp="1"/>
          </p:cNvSpPr>
          <p:nvPr/>
        </p:nvSpPr>
        <p:spPr>
          <a:xfrm>
            <a:off x="3076575" y="1724024"/>
            <a:ext cx="1419225" cy="3429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671" name="Plan / Patch / Replan">
            <a:extLst>
              <a:ext uri="{FF2B5EF4-FFF2-40B4-BE49-F238E27FC236}">
                <a16:creationId xmlns:a16="http://schemas.microsoft.com/office/drawing/2014/main" id="{C138F8A1-FDD1-4221-B496-71EA76FCF3F3}"/>
              </a:ext>
            </a:extLst>
          </p:cNvPr>
          <p:cNvSpPr>
            <a:spLocks noGrp="1"/>
          </p:cNvSpPr>
          <p:nvPr/>
        </p:nvSpPr>
        <p:spPr>
          <a:xfrm>
            <a:off x="3076575" y="1724023"/>
            <a:ext cx="141922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Plan / Patch / Replan</a:t>
            </a:r>
          </a:p>
        </p:txBody>
      </p:sp>
      <p:sp>
        <p:nvSpPr>
          <p:cNvPr id="672" name="矩形">
            <a:extLst>
              <a:ext uri="{FF2B5EF4-FFF2-40B4-BE49-F238E27FC236}">
                <a16:creationId xmlns:a16="http://schemas.microsoft.com/office/drawing/2014/main" id="{0E4378CF-3911-4903-AD2F-61E8C40BAEAC}"/>
              </a:ext>
            </a:extLst>
          </p:cNvPr>
          <p:cNvSpPr>
            <a:spLocks noGrp="1"/>
          </p:cNvSpPr>
          <p:nvPr/>
        </p:nvSpPr>
        <p:spPr>
          <a:xfrm>
            <a:off x="4638675" y="1581150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673" name="→">
            <a:extLst>
              <a:ext uri="{FF2B5EF4-FFF2-40B4-BE49-F238E27FC236}">
                <a16:creationId xmlns:a16="http://schemas.microsoft.com/office/drawing/2014/main" id="{F48DC63A-F880-4339-9C15-ACD7C803E00A}"/>
              </a:ext>
            </a:extLst>
          </p:cNvPr>
          <p:cNvSpPr>
            <a:spLocks noGrp="1"/>
          </p:cNvSpPr>
          <p:nvPr/>
        </p:nvSpPr>
        <p:spPr>
          <a:xfrm>
            <a:off x="4638675" y="1581150"/>
            <a:ext cx="333375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674" name="圆角矩形 993">
            <a:extLst>
              <a:ext uri="{FF2B5EF4-FFF2-40B4-BE49-F238E27FC236}">
                <a16:creationId xmlns:a16="http://schemas.microsoft.com/office/drawing/2014/main" id="{470C3EEC-C57D-4FA0-9ECA-C49346687E02}"/>
              </a:ext>
            </a:extLst>
          </p:cNvPr>
          <p:cNvSpPr>
            <a:spLocks noGrp="1"/>
          </p:cNvSpPr>
          <p:nvPr/>
        </p:nvSpPr>
        <p:spPr>
          <a:xfrm>
            <a:off x="5143500" y="1285875"/>
            <a:ext cx="1762125" cy="857250"/>
          </a:xfrm>
          <a:prstGeom prst="roundRect">
            <a:avLst>
              <a:gd name="adj" fmla="val 8889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675" name="矩形">
            <a:extLst>
              <a:ext uri="{FF2B5EF4-FFF2-40B4-BE49-F238E27FC236}">
                <a16:creationId xmlns:a16="http://schemas.microsoft.com/office/drawing/2014/main" id="{CB830F5A-EFE8-46BB-B4B0-91B09D766B79}"/>
              </a:ext>
            </a:extLst>
          </p:cNvPr>
          <p:cNvSpPr>
            <a:spLocks noGrp="1"/>
          </p:cNvSpPr>
          <p:nvPr/>
        </p:nvSpPr>
        <p:spPr>
          <a:xfrm>
            <a:off x="5314950" y="1419224"/>
            <a:ext cx="1419225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676" name="Feasibility">
            <a:extLst>
              <a:ext uri="{FF2B5EF4-FFF2-40B4-BE49-F238E27FC236}">
                <a16:creationId xmlns:a16="http://schemas.microsoft.com/office/drawing/2014/main" id="{E79F52C5-20FC-46DF-A6FD-034A14024526}"/>
              </a:ext>
            </a:extLst>
          </p:cNvPr>
          <p:cNvSpPr>
            <a:spLocks noGrp="1"/>
          </p:cNvSpPr>
          <p:nvPr/>
        </p:nvSpPr>
        <p:spPr>
          <a:xfrm>
            <a:off x="5314950" y="1419221"/>
            <a:ext cx="14192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Feasibility</a:t>
            </a:r>
          </a:p>
        </p:txBody>
      </p:sp>
      <p:sp>
        <p:nvSpPr>
          <p:cNvPr id="677" name="矩形">
            <a:extLst>
              <a:ext uri="{FF2B5EF4-FFF2-40B4-BE49-F238E27FC236}">
                <a16:creationId xmlns:a16="http://schemas.microsoft.com/office/drawing/2014/main" id="{8C2EE1D1-5CAC-466B-9793-BE3E1FCE19B1}"/>
              </a:ext>
            </a:extLst>
          </p:cNvPr>
          <p:cNvSpPr>
            <a:spLocks noGrp="1"/>
          </p:cNvSpPr>
          <p:nvPr/>
        </p:nvSpPr>
        <p:spPr>
          <a:xfrm>
            <a:off x="5314950" y="1724024"/>
            <a:ext cx="1419225" cy="3429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678" name="Score + blocked_by…">
            <a:extLst>
              <a:ext uri="{FF2B5EF4-FFF2-40B4-BE49-F238E27FC236}">
                <a16:creationId xmlns:a16="http://schemas.microsoft.com/office/drawing/2014/main" id="{FD38F9E9-2195-45E0-883B-0D794B466E4F}"/>
              </a:ext>
            </a:extLst>
          </p:cNvPr>
          <p:cNvSpPr>
            <a:spLocks noGrp="1"/>
          </p:cNvSpPr>
          <p:nvPr/>
        </p:nvSpPr>
        <p:spPr>
          <a:xfrm>
            <a:off x="5314950" y="1724023"/>
            <a:ext cx="1419225" cy="279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Score + blocked_by</a:t>
            </a:r>
          </a:p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score_breakdown</a:t>
            </a:r>
          </a:p>
        </p:txBody>
      </p:sp>
      <p:sp>
        <p:nvSpPr>
          <p:cNvPr id="679" name="矩形">
            <a:extLst>
              <a:ext uri="{FF2B5EF4-FFF2-40B4-BE49-F238E27FC236}">
                <a16:creationId xmlns:a16="http://schemas.microsoft.com/office/drawing/2014/main" id="{409E2BDB-79FE-409A-8857-D1722232ED51}"/>
              </a:ext>
            </a:extLst>
          </p:cNvPr>
          <p:cNvSpPr>
            <a:spLocks noGrp="1"/>
          </p:cNvSpPr>
          <p:nvPr/>
        </p:nvSpPr>
        <p:spPr>
          <a:xfrm>
            <a:off x="6877050" y="1581150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680" name="→">
            <a:extLst>
              <a:ext uri="{FF2B5EF4-FFF2-40B4-BE49-F238E27FC236}">
                <a16:creationId xmlns:a16="http://schemas.microsoft.com/office/drawing/2014/main" id="{209FD619-A0C3-4C4C-A255-CA442F861D14}"/>
              </a:ext>
            </a:extLst>
          </p:cNvPr>
          <p:cNvSpPr>
            <a:spLocks noGrp="1"/>
          </p:cNvSpPr>
          <p:nvPr/>
        </p:nvSpPr>
        <p:spPr>
          <a:xfrm>
            <a:off x="6877050" y="1581150"/>
            <a:ext cx="333375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681" name="圆角矩形 997">
            <a:extLst>
              <a:ext uri="{FF2B5EF4-FFF2-40B4-BE49-F238E27FC236}">
                <a16:creationId xmlns:a16="http://schemas.microsoft.com/office/drawing/2014/main" id="{7F9FE187-F5C8-4171-93D5-DC7D9FC039C4}"/>
              </a:ext>
            </a:extLst>
          </p:cNvPr>
          <p:cNvSpPr>
            <a:spLocks noGrp="1"/>
          </p:cNvSpPr>
          <p:nvPr/>
        </p:nvSpPr>
        <p:spPr>
          <a:xfrm>
            <a:off x="7381875" y="1285875"/>
            <a:ext cx="1762125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682" name="矩形">
            <a:extLst>
              <a:ext uri="{FF2B5EF4-FFF2-40B4-BE49-F238E27FC236}">
                <a16:creationId xmlns:a16="http://schemas.microsoft.com/office/drawing/2014/main" id="{EBC3BBD6-577A-4DD5-8DEB-CD57C22B5FC3}"/>
              </a:ext>
            </a:extLst>
          </p:cNvPr>
          <p:cNvSpPr>
            <a:spLocks noGrp="1"/>
          </p:cNvSpPr>
          <p:nvPr/>
        </p:nvSpPr>
        <p:spPr>
          <a:xfrm>
            <a:off x="7553325" y="1419224"/>
            <a:ext cx="1419225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683" name="PendingAction">
            <a:extLst>
              <a:ext uri="{FF2B5EF4-FFF2-40B4-BE49-F238E27FC236}">
                <a16:creationId xmlns:a16="http://schemas.microsoft.com/office/drawing/2014/main" id="{8A4FDC18-F6CD-4BA5-8ABD-907E1C0B571A}"/>
              </a:ext>
            </a:extLst>
          </p:cNvPr>
          <p:cNvSpPr>
            <a:spLocks noGrp="1"/>
          </p:cNvSpPr>
          <p:nvPr/>
        </p:nvSpPr>
        <p:spPr>
          <a:xfrm>
            <a:off x="7553325" y="1419221"/>
            <a:ext cx="14192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PendingAction</a:t>
            </a:r>
          </a:p>
        </p:txBody>
      </p:sp>
      <p:sp>
        <p:nvSpPr>
          <p:cNvPr id="684" name="矩形">
            <a:extLst>
              <a:ext uri="{FF2B5EF4-FFF2-40B4-BE49-F238E27FC236}">
                <a16:creationId xmlns:a16="http://schemas.microsoft.com/office/drawing/2014/main" id="{4EB9B790-D43E-4919-89E3-46499B773A49}"/>
              </a:ext>
            </a:extLst>
          </p:cNvPr>
          <p:cNvSpPr>
            <a:spLocks noGrp="1"/>
          </p:cNvSpPr>
          <p:nvPr/>
        </p:nvSpPr>
        <p:spPr>
          <a:xfrm>
            <a:off x="7553325" y="1724024"/>
            <a:ext cx="1419225" cy="3429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685" name="候选等待确认">
            <a:extLst>
              <a:ext uri="{FF2B5EF4-FFF2-40B4-BE49-F238E27FC236}">
                <a16:creationId xmlns:a16="http://schemas.microsoft.com/office/drawing/2014/main" id="{A167B7F5-6425-440F-9DA7-4AE834DC62F9}"/>
              </a:ext>
            </a:extLst>
          </p:cNvPr>
          <p:cNvSpPr>
            <a:spLocks noGrp="1"/>
          </p:cNvSpPr>
          <p:nvPr/>
        </p:nvSpPr>
        <p:spPr>
          <a:xfrm>
            <a:off x="7553325" y="1724023"/>
            <a:ext cx="1419225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候选等待确认</a:t>
            </a:r>
          </a:p>
        </p:txBody>
      </p:sp>
      <p:sp>
        <p:nvSpPr>
          <p:cNvPr id="686" name="矩形">
            <a:extLst>
              <a:ext uri="{FF2B5EF4-FFF2-40B4-BE49-F238E27FC236}">
                <a16:creationId xmlns:a16="http://schemas.microsoft.com/office/drawing/2014/main" id="{BD902970-EB67-48BA-B428-2030DAC6400A}"/>
              </a:ext>
            </a:extLst>
          </p:cNvPr>
          <p:cNvSpPr>
            <a:spLocks noGrp="1"/>
          </p:cNvSpPr>
          <p:nvPr/>
        </p:nvSpPr>
        <p:spPr>
          <a:xfrm>
            <a:off x="9115425" y="1581150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687" name="→">
            <a:extLst>
              <a:ext uri="{FF2B5EF4-FFF2-40B4-BE49-F238E27FC236}">
                <a16:creationId xmlns:a16="http://schemas.microsoft.com/office/drawing/2014/main" id="{6DB95943-3F0D-4990-8D29-A4F8CEE198F7}"/>
              </a:ext>
            </a:extLst>
          </p:cNvPr>
          <p:cNvSpPr>
            <a:spLocks noGrp="1"/>
          </p:cNvSpPr>
          <p:nvPr/>
        </p:nvSpPr>
        <p:spPr>
          <a:xfrm>
            <a:off x="9115425" y="1581150"/>
            <a:ext cx="333375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688" name="圆角矩形 1001">
            <a:extLst>
              <a:ext uri="{FF2B5EF4-FFF2-40B4-BE49-F238E27FC236}">
                <a16:creationId xmlns:a16="http://schemas.microsoft.com/office/drawing/2014/main" id="{C81D6EBC-369D-4DA2-81F7-097BF297FA48}"/>
              </a:ext>
            </a:extLst>
          </p:cNvPr>
          <p:cNvSpPr>
            <a:spLocks noGrp="1"/>
          </p:cNvSpPr>
          <p:nvPr/>
        </p:nvSpPr>
        <p:spPr>
          <a:xfrm>
            <a:off x="9620250" y="1285875"/>
            <a:ext cx="1762125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689" name="矩形">
            <a:extLst>
              <a:ext uri="{FF2B5EF4-FFF2-40B4-BE49-F238E27FC236}">
                <a16:creationId xmlns:a16="http://schemas.microsoft.com/office/drawing/2014/main" id="{C3492688-3AED-4AF2-A1BC-49656D1DF6D7}"/>
              </a:ext>
            </a:extLst>
          </p:cNvPr>
          <p:cNvSpPr>
            <a:spLocks noGrp="1"/>
          </p:cNvSpPr>
          <p:nvPr/>
        </p:nvSpPr>
        <p:spPr>
          <a:xfrm>
            <a:off x="9791700" y="1419224"/>
            <a:ext cx="1419225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690" name="Decision">
            <a:extLst>
              <a:ext uri="{FF2B5EF4-FFF2-40B4-BE49-F238E27FC236}">
                <a16:creationId xmlns:a16="http://schemas.microsoft.com/office/drawing/2014/main" id="{483F4996-5729-42CA-93B3-CE58CD0E5E3E}"/>
              </a:ext>
            </a:extLst>
          </p:cNvPr>
          <p:cNvSpPr>
            <a:spLocks noGrp="1"/>
          </p:cNvSpPr>
          <p:nvPr/>
        </p:nvSpPr>
        <p:spPr>
          <a:xfrm>
            <a:off x="9791700" y="1419221"/>
            <a:ext cx="14192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Decision</a:t>
            </a:r>
          </a:p>
        </p:txBody>
      </p:sp>
      <p:sp>
        <p:nvSpPr>
          <p:cNvPr id="691" name="矩形">
            <a:extLst>
              <a:ext uri="{FF2B5EF4-FFF2-40B4-BE49-F238E27FC236}">
                <a16:creationId xmlns:a16="http://schemas.microsoft.com/office/drawing/2014/main" id="{5F1F2383-C209-4EFC-A69B-29A8E658CB02}"/>
              </a:ext>
            </a:extLst>
          </p:cNvPr>
          <p:cNvSpPr>
            <a:spLocks noGrp="1"/>
          </p:cNvSpPr>
          <p:nvPr/>
        </p:nvSpPr>
        <p:spPr>
          <a:xfrm>
            <a:off x="9791700" y="1724024"/>
            <a:ext cx="1419225" cy="3429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692" name="接受 / 拒绝 / 修改">
            <a:extLst>
              <a:ext uri="{FF2B5EF4-FFF2-40B4-BE49-F238E27FC236}">
                <a16:creationId xmlns:a16="http://schemas.microsoft.com/office/drawing/2014/main" id="{654BDBBE-BB2F-47CC-8D6B-505F92475C38}"/>
              </a:ext>
            </a:extLst>
          </p:cNvPr>
          <p:cNvSpPr>
            <a:spLocks noGrp="1"/>
          </p:cNvSpPr>
          <p:nvPr/>
        </p:nvSpPr>
        <p:spPr>
          <a:xfrm>
            <a:off x="9791700" y="1724023"/>
            <a:ext cx="1419225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接受 / 拒绝 / 修改</a:t>
            </a:r>
          </a:p>
        </p:txBody>
      </p:sp>
      <p:sp>
        <p:nvSpPr>
          <p:cNvPr id="693" name="圆角矩形 1004">
            <a:extLst>
              <a:ext uri="{FF2B5EF4-FFF2-40B4-BE49-F238E27FC236}">
                <a16:creationId xmlns:a16="http://schemas.microsoft.com/office/drawing/2014/main" id="{606DD0AF-A0D0-449B-B9F8-B499E27CF979}"/>
              </a:ext>
            </a:extLst>
          </p:cNvPr>
          <p:cNvSpPr>
            <a:spLocks noGrp="1"/>
          </p:cNvSpPr>
          <p:nvPr/>
        </p:nvSpPr>
        <p:spPr>
          <a:xfrm>
            <a:off x="666750" y="3143250"/>
            <a:ext cx="1762125" cy="914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694" name="矩形">
            <a:extLst>
              <a:ext uri="{FF2B5EF4-FFF2-40B4-BE49-F238E27FC236}">
                <a16:creationId xmlns:a16="http://schemas.microsoft.com/office/drawing/2014/main" id="{B2F86BD0-3962-4A2F-AF78-F6F953E7C55E}"/>
              </a:ext>
            </a:extLst>
          </p:cNvPr>
          <p:cNvSpPr>
            <a:spLocks noGrp="1"/>
          </p:cNvSpPr>
          <p:nvPr/>
        </p:nvSpPr>
        <p:spPr>
          <a:xfrm>
            <a:off x="838200" y="3276598"/>
            <a:ext cx="1419225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695" name="StepResult">
            <a:extLst>
              <a:ext uri="{FF2B5EF4-FFF2-40B4-BE49-F238E27FC236}">
                <a16:creationId xmlns:a16="http://schemas.microsoft.com/office/drawing/2014/main" id="{D4FC1705-F03E-4898-BD99-E1A7C505C2E1}"/>
              </a:ext>
            </a:extLst>
          </p:cNvPr>
          <p:cNvSpPr>
            <a:spLocks noGrp="1"/>
          </p:cNvSpPr>
          <p:nvPr/>
        </p:nvSpPr>
        <p:spPr>
          <a:xfrm>
            <a:off x="838200" y="3276598"/>
            <a:ext cx="14192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StepResult</a:t>
            </a:r>
          </a:p>
        </p:txBody>
      </p:sp>
      <p:sp>
        <p:nvSpPr>
          <p:cNvPr id="696" name="矩形">
            <a:extLst>
              <a:ext uri="{FF2B5EF4-FFF2-40B4-BE49-F238E27FC236}">
                <a16:creationId xmlns:a16="http://schemas.microsoft.com/office/drawing/2014/main" id="{E4A09672-2A10-4752-AD58-62338E44AE6E}"/>
              </a:ext>
            </a:extLst>
          </p:cNvPr>
          <p:cNvSpPr>
            <a:spLocks noGrp="1"/>
          </p:cNvSpPr>
          <p:nvPr/>
        </p:nvSpPr>
        <p:spPr>
          <a:xfrm>
            <a:off x="838200" y="3581398"/>
            <a:ext cx="1419225" cy="400052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697" name="outputs / metrics / errors">
            <a:extLst>
              <a:ext uri="{FF2B5EF4-FFF2-40B4-BE49-F238E27FC236}">
                <a16:creationId xmlns:a16="http://schemas.microsoft.com/office/drawing/2014/main" id="{C9248EDB-9AF6-4125-A8F4-D940C2821346}"/>
              </a:ext>
            </a:extLst>
          </p:cNvPr>
          <p:cNvSpPr>
            <a:spLocks noGrp="1"/>
          </p:cNvSpPr>
          <p:nvPr/>
        </p:nvSpPr>
        <p:spPr>
          <a:xfrm>
            <a:off x="838200" y="3581398"/>
            <a:ext cx="141922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outputs / metrics / errors</a:t>
            </a:r>
          </a:p>
        </p:txBody>
      </p:sp>
      <p:sp>
        <p:nvSpPr>
          <p:cNvPr id="698" name="矩形">
            <a:extLst>
              <a:ext uri="{FF2B5EF4-FFF2-40B4-BE49-F238E27FC236}">
                <a16:creationId xmlns:a16="http://schemas.microsoft.com/office/drawing/2014/main" id="{B2F576DE-BA5D-4155-A7B0-F1E438264BC5}"/>
              </a:ext>
            </a:extLst>
          </p:cNvPr>
          <p:cNvSpPr>
            <a:spLocks noGrp="1"/>
          </p:cNvSpPr>
          <p:nvPr/>
        </p:nvSpPr>
        <p:spPr>
          <a:xfrm>
            <a:off x="2400300" y="3476625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699" name="→">
            <a:extLst>
              <a:ext uri="{FF2B5EF4-FFF2-40B4-BE49-F238E27FC236}">
                <a16:creationId xmlns:a16="http://schemas.microsoft.com/office/drawing/2014/main" id="{34F7CDAA-5552-45A4-9E02-11D083E53B1B}"/>
              </a:ext>
            </a:extLst>
          </p:cNvPr>
          <p:cNvSpPr>
            <a:spLocks noGrp="1"/>
          </p:cNvSpPr>
          <p:nvPr/>
        </p:nvSpPr>
        <p:spPr>
          <a:xfrm>
            <a:off x="2400300" y="3476625"/>
            <a:ext cx="333375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700" name="圆角矩形 1008">
            <a:extLst>
              <a:ext uri="{FF2B5EF4-FFF2-40B4-BE49-F238E27FC236}">
                <a16:creationId xmlns:a16="http://schemas.microsoft.com/office/drawing/2014/main" id="{E21C95DB-DF40-4B06-BA9E-69C28D7EA9F8}"/>
              </a:ext>
            </a:extLst>
          </p:cNvPr>
          <p:cNvSpPr>
            <a:spLocks noGrp="1"/>
          </p:cNvSpPr>
          <p:nvPr/>
        </p:nvSpPr>
        <p:spPr>
          <a:xfrm>
            <a:off x="2905125" y="3143250"/>
            <a:ext cx="1762125" cy="914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701" name="矩形">
            <a:extLst>
              <a:ext uri="{FF2B5EF4-FFF2-40B4-BE49-F238E27FC236}">
                <a16:creationId xmlns:a16="http://schemas.microsoft.com/office/drawing/2014/main" id="{C75F99E7-32CF-4802-A378-C90003332559}"/>
              </a:ext>
            </a:extLst>
          </p:cNvPr>
          <p:cNvSpPr>
            <a:spLocks noGrp="1"/>
          </p:cNvSpPr>
          <p:nvPr/>
        </p:nvSpPr>
        <p:spPr>
          <a:xfrm>
            <a:off x="3076575" y="3276598"/>
            <a:ext cx="1419225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702" name="SafetyResult">
            <a:extLst>
              <a:ext uri="{FF2B5EF4-FFF2-40B4-BE49-F238E27FC236}">
                <a16:creationId xmlns:a16="http://schemas.microsoft.com/office/drawing/2014/main" id="{D6DCD2C0-649F-4BD7-81AF-F6BCA2BD4A94}"/>
              </a:ext>
            </a:extLst>
          </p:cNvPr>
          <p:cNvSpPr>
            <a:spLocks noGrp="1"/>
          </p:cNvSpPr>
          <p:nvPr/>
        </p:nvSpPr>
        <p:spPr>
          <a:xfrm>
            <a:off x="3076575" y="3276598"/>
            <a:ext cx="14192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SafetyResult</a:t>
            </a:r>
          </a:p>
        </p:txBody>
      </p:sp>
      <p:sp>
        <p:nvSpPr>
          <p:cNvPr id="703" name="矩形">
            <a:extLst>
              <a:ext uri="{FF2B5EF4-FFF2-40B4-BE49-F238E27FC236}">
                <a16:creationId xmlns:a16="http://schemas.microsoft.com/office/drawing/2014/main" id="{F3C4A169-8BCB-4A41-A9B9-0DB593C4F531}"/>
              </a:ext>
            </a:extLst>
          </p:cNvPr>
          <p:cNvSpPr>
            <a:spLocks noGrp="1"/>
          </p:cNvSpPr>
          <p:nvPr/>
        </p:nvSpPr>
        <p:spPr>
          <a:xfrm>
            <a:off x="3076575" y="3581398"/>
            <a:ext cx="1419225" cy="400052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704" name="risk_flags / action">
            <a:extLst>
              <a:ext uri="{FF2B5EF4-FFF2-40B4-BE49-F238E27FC236}">
                <a16:creationId xmlns:a16="http://schemas.microsoft.com/office/drawing/2014/main" id="{7C3C078E-9432-4CAD-AB0D-206DA27584B1}"/>
              </a:ext>
            </a:extLst>
          </p:cNvPr>
          <p:cNvSpPr>
            <a:spLocks noGrp="1"/>
          </p:cNvSpPr>
          <p:nvPr/>
        </p:nvSpPr>
        <p:spPr>
          <a:xfrm>
            <a:off x="3076575" y="3581398"/>
            <a:ext cx="141922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risk_flags / action</a:t>
            </a:r>
          </a:p>
        </p:txBody>
      </p:sp>
      <p:sp>
        <p:nvSpPr>
          <p:cNvPr id="705" name="矩形">
            <a:extLst>
              <a:ext uri="{FF2B5EF4-FFF2-40B4-BE49-F238E27FC236}">
                <a16:creationId xmlns:a16="http://schemas.microsoft.com/office/drawing/2014/main" id="{1AAB42D9-028B-4F5B-AEF9-195BB2DF5AFC}"/>
              </a:ext>
            </a:extLst>
          </p:cNvPr>
          <p:cNvSpPr>
            <a:spLocks noGrp="1"/>
          </p:cNvSpPr>
          <p:nvPr/>
        </p:nvSpPr>
        <p:spPr>
          <a:xfrm>
            <a:off x="4638675" y="3476625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706" name="→">
            <a:extLst>
              <a:ext uri="{FF2B5EF4-FFF2-40B4-BE49-F238E27FC236}">
                <a16:creationId xmlns:a16="http://schemas.microsoft.com/office/drawing/2014/main" id="{FC906C56-5EDE-4A9A-906B-F285609DB7AC}"/>
              </a:ext>
            </a:extLst>
          </p:cNvPr>
          <p:cNvSpPr>
            <a:spLocks noGrp="1"/>
          </p:cNvSpPr>
          <p:nvPr/>
        </p:nvSpPr>
        <p:spPr>
          <a:xfrm>
            <a:off x="4638675" y="3476625"/>
            <a:ext cx="333375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707" name="圆角矩形 1012">
            <a:extLst>
              <a:ext uri="{FF2B5EF4-FFF2-40B4-BE49-F238E27FC236}">
                <a16:creationId xmlns:a16="http://schemas.microsoft.com/office/drawing/2014/main" id="{2C05C11B-4FFA-4F59-9C3C-0B3662957674}"/>
              </a:ext>
            </a:extLst>
          </p:cNvPr>
          <p:cNvSpPr>
            <a:spLocks noGrp="1"/>
          </p:cNvSpPr>
          <p:nvPr/>
        </p:nvSpPr>
        <p:spPr>
          <a:xfrm>
            <a:off x="5143500" y="3143250"/>
            <a:ext cx="1762125" cy="914400"/>
          </a:xfrm>
          <a:prstGeom prst="roundRect">
            <a:avLst>
              <a:gd name="adj" fmla="val 8333"/>
            </a:avLst>
          </a:prstGeom>
          <a:solidFill>
            <a:srgbClr val="0052A5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708" name="矩形">
            <a:extLst>
              <a:ext uri="{FF2B5EF4-FFF2-40B4-BE49-F238E27FC236}">
                <a16:creationId xmlns:a16="http://schemas.microsoft.com/office/drawing/2014/main" id="{A7471530-32CA-4ABC-9752-455715A0D20B}"/>
              </a:ext>
            </a:extLst>
          </p:cNvPr>
          <p:cNvSpPr>
            <a:spLocks noGrp="1"/>
          </p:cNvSpPr>
          <p:nvPr/>
        </p:nvSpPr>
        <p:spPr>
          <a:xfrm>
            <a:off x="5314950" y="3276598"/>
            <a:ext cx="1419225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709" name="RuntimeState">
            <a:extLst>
              <a:ext uri="{FF2B5EF4-FFF2-40B4-BE49-F238E27FC236}">
                <a16:creationId xmlns:a16="http://schemas.microsoft.com/office/drawing/2014/main" id="{4332B391-129E-40AF-BAE5-B29EC183C342}"/>
              </a:ext>
            </a:extLst>
          </p:cNvPr>
          <p:cNvSpPr>
            <a:spLocks noGrp="1"/>
          </p:cNvSpPr>
          <p:nvPr/>
        </p:nvSpPr>
        <p:spPr>
          <a:xfrm>
            <a:off x="5314950" y="3276598"/>
            <a:ext cx="14192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RuntimeState</a:t>
            </a:r>
          </a:p>
        </p:txBody>
      </p:sp>
      <p:sp>
        <p:nvSpPr>
          <p:cNvPr id="710" name="矩形">
            <a:extLst>
              <a:ext uri="{FF2B5EF4-FFF2-40B4-BE49-F238E27FC236}">
                <a16:creationId xmlns:a16="http://schemas.microsoft.com/office/drawing/2014/main" id="{C41770AC-1209-4A1B-93A9-451737648C70}"/>
              </a:ext>
            </a:extLst>
          </p:cNvPr>
          <p:cNvSpPr>
            <a:spLocks noGrp="1"/>
          </p:cNvSpPr>
          <p:nvPr/>
        </p:nvSpPr>
        <p:spPr>
          <a:xfrm>
            <a:off x="5314950" y="3581398"/>
            <a:ext cx="1419225" cy="400052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711" name="p_success / cost / evidence">
            <a:extLst>
              <a:ext uri="{FF2B5EF4-FFF2-40B4-BE49-F238E27FC236}">
                <a16:creationId xmlns:a16="http://schemas.microsoft.com/office/drawing/2014/main" id="{E92433E8-0803-4ADA-8968-3AB8C1A16245}"/>
              </a:ext>
            </a:extLst>
          </p:cNvPr>
          <p:cNvSpPr>
            <a:spLocks noGrp="1"/>
          </p:cNvSpPr>
          <p:nvPr/>
        </p:nvSpPr>
        <p:spPr>
          <a:xfrm>
            <a:off x="5314950" y="3581398"/>
            <a:ext cx="141922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p_success / cost / evidence</a:t>
            </a:r>
          </a:p>
        </p:txBody>
      </p:sp>
      <p:sp>
        <p:nvSpPr>
          <p:cNvPr id="712" name="矩形">
            <a:extLst>
              <a:ext uri="{FF2B5EF4-FFF2-40B4-BE49-F238E27FC236}">
                <a16:creationId xmlns:a16="http://schemas.microsoft.com/office/drawing/2014/main" id="{E049006D-AD47-4C5F-A3E2-0E517A58B657}"/>
              </a:ext>
            </a:extLst>
          </p:cNvPr>
          <p:cNvSpPr>
            <a:spLocks noGrp="1"/>
          </p:cNvSpPr>
          <p:nvPr/>
        </p:nvSpPr>
        <p:spPr>
          <a:xfrm>
            <a:off x="6877050" y="3476625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713" name="→">
            <a:extLst>
              <a:ext uri="{FF2B5EF4-FFF2-40B4-BE49-F238E27FC236}">
                <a16:creationId xmlns:a16="http://schemas.microsoft.com/office/drawing/2014/main" id="{8B451F74-EF2C-4913-95E7-EBAF20742ADC}"/>
              </a:ext>
            </a:extLst>
          </p:cNvPr>
          <p:cNvSpPr>
            <a:spLocks noGrp="1"/>
          </p:cNvSpPr>
          <p:nvPr/>
        </p:nvSpPr>
        <p:spPr>
          <a:xfrm>
            <a:off x="6877050" y="3476625"/>
            <a:ext cx="333375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714" name="圆角矩形 1016">
            <a:extLst>
              <a:ext uri="{FF2B5EF4-FFF2-40B4-BE49-F238E27FC236}">
                <a16:creationId xmlns:a16="http://schemas.microsoft.com/office/drawing/2014/main" id="{FBA8AD4E-B519-42D5-8BA6-B97C5E472BC1}"/>
              </a:ext>
            </a:extLst>
          </p:cNvPr>
          <p:cNvSpPr>
            <a:spLocks noGrp="1"/>
          </p:cNvSpPr>
          <p:nvPr/>
        </p:nvSpPr>
        <p:spPr>
          <a:xfrm>
            <a:off x="7381875" y="3143250"/>
            <a:ext cx="1762125" cy="914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715" name="矩形">
            <a:extLst>
              <a:ext uri="{FF2B5EF4-FFF2-40B4-BE49-F238E27FC236}">
                <a16:creationId xmlns:a16="http://schemas.microsoft.com/office/drawing/2014/main" id="{A5FE66BE-6D0F-4F7E-83FF-1886A8E50BC8}"/>
              </a:ext>
            </a:extLst>
          </p:cNvPr>
          <p:cNvSpPr>
            <a:spLocks noGrp="1"/>
          </p:cNvSpPr>
          <p:nvPr/>
        </p:nvSpPr>
        <p:spPr>
          <a:xfrm>
            <a:off x="7553325" y="3276598"/>
            <a:ext cx="1419225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716" name="RecoveryAction">
            <a:extLst>
              <a:ext uri="{FF2B5EF4-FFF2-40B4-BE49-F238E27FC236}">
                <a16:creationId xmlns:a16="http://schemas.microsoft.com/office/drawing/2014/main" id="{F64E7359-59E9-47B0-8AE5-BABCBD34F736}"/>
              </a:ext>
            </a:extLst>
          </p:cNvPr>
          <p:cNvSpPr>
            <a:spLocks noGrp="1"/>
          </p:cNvSpPr>
          <p:nvPr/>
        </p:nvSpPr>
        <p:spPr>
          <a:xfrm>
            <a:off x="7553325" y="3276598"/>
            <a:ext cx="14192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RecoveryAction</a:t>
            </a:r>
          </a:p>
        </p:txBody>
      </p:sp>
      <p:sp>
        <p:nvSpPr>
          <p:cNvPr id="717" name="矩形">
            <a:extLst>
              <a:ext uri="{FF2B5EF4-FFF2-40B4-BE49-F238E27FC236}">
                <a16:creationId xmlns:a16="http://schemas.microsoft.com/office/drawing/2014/main" id="{66EC3721-3588-4A16-B5F8-DF67BA5EA87F}"/>
              </a:ext>
            </a:extLst>
          </p:cNvPr>
          <p:cNvSpPr>
            <a:spLocks noGrp="1"/>
          </p:cNvSpPr>
          <p:nvPr/>
        </p:nvSpPr>
        <p:spPr>
          <a:xfrm>
            <a:off x="7553325" y="3581398"/>
            <a:ext cx="1419225" cy="400052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718" name="continue / patch / replan / stop">
            <a:extLst>
              <a:ext uri="{FF2B5EF4-FFF2-40B4-BE49-F238E27FC236}">
                <a16:creationId xmlns:a16="http://schemas.microsoft.com/office/drawing/2014/main" id="{81E8BB8B-E37F-408A-93D0-E2FA6BFA3151}"/>
              </a:ext>
            </a:extLst>
          </p:cNvPr>
          <p:cNvSpPr>
            <a:spLocks noGrp="1"/>
          </p:cNvSpPr>
          <p:nvPr/>
        </p:nvSpPr>
        <p:spPr>
          <a:xfrm>
            <a:off x="7553325" y="3581398"/>
            <a:ext cx="1419225" cy="279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continue / patch / replan / stop</a:t>
            </a:r>
          </a:p>
        </p:txBody>
      </p:sp>
      <p:sp>
        <p:nvSpPr>
          <p:cNvPr id="719" name="矩形">
            <a:extLst>
              <a:ext uri="{FF2B5EF4-FFF2-40B4-BE49-F238E27FC236}">
                <a16:creationId xmlns:a16="http://schemas.microsoft.com/office/drawing/2014/main" id="{BD05D59F-18C7-4C78-BFC3-52A7AA0B978C}"/>
              </a:ext>
            </a:extLst>
          </p:cNvPr>
          <p:cNvSpPr>
            <a:spLocks noGrp="1"/>
          </p:cNvSpPr>
          <p:nvPr/>
        </p:nvSpPr>
        <p:spPr>
          <a:xfrm>
            <a:off x="9115425" y="3476625"/>
            <a:ext cx="33337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720" name="→">
            <a:extLst>
              <a:ext uri="{FF2B5EF4-FFF2-40B4-BE49-F238E27FC236}">
                <a16:creationId xmlns:a16="http://schemas.microsoft.com/office/drawing/2014/main" id="{442986A3-3A6D-4F01-BC0C-A0342E19ED5E}"/>
              </a:ext>
            </a:extLst>
          </p:cNvPr>
          <p:cNvSpPr>
            <a:spLocks noGrp="1"/>
          </p:cNvSpPr>
          <p:nvPr/>
        </p:nvSpPr>
        <p:spPr>
          <a:xfrm>
            <a:off x="9115425" y="3476625"/>
            <a:ext cx="333375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721" name="圆角矩形 1020">
            <a:extLst>
              <a:ext uri="{FF2B5EF4-FFF2-40B4-BE49-F238E27FC236}">
                <a16:creationId xmlns:a16="http://schemas.microsoft.com/office/drawing/2014/main" id="{06339C88-2DA5-4676-BCF4-985E196CAE51}"/>
              </a:ext>
            </a:extLst>
          </p:cNvPr>
          <p:cNvSpPr>
            <a:spLocks noGrp="1"/>
          </p:cNvSpPr>
          <p:nvPr/>
        </p:nvSpPr>
        <p:spPr>
          <a:xfrm>
            <a:off x="9620250" y="3143250"/>
            <a:ext cx="1762125" cy="914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722" name="矩形">
            <a:extLst>
              <a:ext uri="{FF2B5EF4-FFF2-40B4-BE49-F238E27FC236}">
                <a16:creationId xmlns:a16="http://schemas.microsoft.com/office/drawing/2014/main" id="{8689EA80-3877-4919-8039-FF360296C910}"/>
              </a:ext>
            </a:extLst>
          </p:cNvPr>
          <p:cNvSpPr>
            <a:spLocks noGrp="1"/>
          </p:cNvSpPr>
          <p:nvPr/>
        </p:nvSpPr>
        <p:spPr>
          <a:xfrm>
            <a:off x="9791700" y="3276598"/>
            <a:ext cx="1419225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723" name="EventLog">
            <a:extLst>
              <a:ext uri="{FF2B5EF4-FFF2-40B4-BE49-F238E27FC236}">
                <a16:creationId xmlns:a16="http://schemas.microsoft.com/office/drawing/2014/main" id="{0513243D-D6B3-4024-A80C-55EF364D3DFD}"/>
              </a:ext>
            </a:extLst>
          </p:cNvPr>
          <p:cNvSpPr>
            <a:spLocks noGrp="1"/>
          </p:cNvSpPr>
          <p:nvPr/>
        </p:nvSpPr>
        <p:spPr>
          <a:xfrm>
            <a:off x="9791700" y="3276598"/>
            <a:ext cx="14192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EventLog</a:t>
            </a:r>
          </a:p>
        </p:txBody>
      </p:sp>
      <p:sp>
        <p:nvSpPr>
          <p:cNvPr id="724" name="矩形">
            <a:extLst>
              <a:ext uri="{FF2B5EF4-FFF2-40B4-BE49-F238E27FC236}">
                <a16:creationId xmlns:a16="http://schemas.microsoft.com/office/drawing/2014/main" id="{4EEFCAC5-2299-4237-B061-CD40ED2066E6}"/>
              </a:ext>
            </a:extLst>
          </p:cNvPr>
          <p:cNvSpPr>
            <a:spLocks noGrp="1"/>
          </p:cNvSpPr>
          <p:nvPr/>
        </p:nvSpPr>
        <p:spPr>
          <a:xfrm>
            <a:off x="9791700" y="3581398"/>
            <a:ext cx="1419225" cy="400052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725" name="Snapshot / 审计恢复">
            <a:extLst>
              <a:ext uri="{FF2B5EF4-FFF2-40B4-BE49-F238E27FC236}">
                <a16:creationId xmlns:a16="http://schemas.microsoft.com/office/drawing/2014/main" id="{7BC5EA93-E2EC-49D1-9170-6C3690D1AFA9}"/>
              </a:ext>
            </a:extLst>
          </p:cNvPr>
          <p:cNvSpPr>
            <a:spLocks noGrp="1"/>
          </p:cNvSpPr>
          <p:nvPr/>
        </p:nvSpPr>
        <p:spPr>
          <a:xfrm>
            <a:off x="9791700" y="3581398"/>
            <a:ext cx="1419225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Snapshot / 审计恢复</a:t>
            </a:r>
          </a:p>
        </p:txBody>
      </p:sp>
      <p:sp>
        <p:nvSpPr>
          <p:cNvPr id="726" name="矩形">
            <a:extLst>
              <a:ext uri="{FF2B5EF4-FFF2-40B4-BE49-F238E27FC236}">
                <a16:creationId xmlns:a16="http://schemas.microsoft.com/office/drawing/2014/main" id="{56AC08CC-CCB6-427A-9F0B-CE126FC258CE}"/>
              </a:ext>
            </a:extLst>
          </p:cNvPr>
          <p:cNvSpPr>
            <a:spLocks noGrp="1"/>
          </p:cNvSpPr>
          <p:nvPr/>
        </p:nvSpPr>
        <p:spPr>
          <a:xfrm>
            <a:off x="1619250" y="4895848"/>
            <a:ext cx="8953500" cy="3238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727" name="算法依赖的是结构化对象流转，而不是 Agent 间直接传递自然语言计划。">
            <a:extLst>
              <a:ext uri="{FF2B5EF4-FFF2-40B4-BE49-F238E27FC236}">
                <a16:creationId xmlns:a16="http://schemas.microsoft.com/office/drawing/2014/main" id="{3072B4FE-CC59-4730-9B52-4C106CAF7D38}"/>
              </a:ext>
            </a:extLst>
          </p:cNvPr>
          <p:cNvSpPr>
            <a:spLocks noGrp="1"/>
          </p:cNvSpPr>
          <p:nvPr/>
        </p:nvSpPr>
        <p:spPr>
          <a:xfrm>
            <a:off x="1619250" y="4895848"/>
            <a:ext cx="8953500" cy="266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算法依赖的是结构化对象流转，而不是 Agent 间直接传递自然语言计划。</a:t>
            </a:r>
          </a:p>
        </p:txBody>
      </p:sp>
      <p:sp>
        <p:nvSpPr>
          <p:cNvPr id="733" name="矩形 732">
            <a:extLst>
              <a:ext uri="{FF2B5EF4-FFF2-40B4-BE49-F238E27FC236}">
                <a16:creationId xmlns:a16="http://schemas.microsoft.com/office/drawing/2014/main" id="{8EBB0052-9174-4D87-9181-7B38DAAAAC4D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99489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矩形">
            <a:extLst>
              <a:ext uri="{FF2B5EF4-FFF2-40B4-BE49-F238E27FC236}">
                <a16:creationId xmlns:a16="http://schemas.microsoft.com/office/drawing/2014/main" id="{57B7524A-69F2-471C-9A19-7DC78FA34F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733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734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735" name="矩形">
            <a:extLst>
              <a:ext uri="{FF2B5EF4-FFF2-40B4-BE49-F238E27FC236}">
                <a16:creationId xmlns:a16="http://schemas.microsoft.com/office/drawing/2014/main" id="{EA871726-A60C-4EFA-9B71-6ACEF2004753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36" name="矩形">
            <a:extLst>
              <a:ext uri="{FF2B5EF4-FFF2-40B4-BE49-F238E27FC236}">
                <a16:creationId xmlns:a16="http://schemas.microsoft.com/office/drawing/2014/main" id="{85E3BEC0-54A8-4A57-AD10-6680D3490F69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37" name="矩形">
            <a:extLst>
              <a:ext uri="{FF2B5EF4-FFF2-40B4-BE49-F238E27FC236}">
                <a16:creationId xmlns:a16="http://schemas.microsoft.com/office/drawing/2014/main" id="{41482F56-B1CB-47AE-84D5-1677474F4C84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38" name="矩形">
            <a:extLst>
              <a:ext uri="{FF2B5EF4-FFF2-40B4-BE49-F238E27FC236}">
                <a16:creationId xmlns:a16="http://schemas.microsoft.com/office/drawing/2014/main" id="{69684D11-D9B7-43AA-9C8C-C63B9801CDC0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39" name="矩形">
            <a:extLst>
              <a:ext uri="{FF2B5EF4-FFF2-40B4-BE49-F238E27FC236}">
                <a16:creationId xmlns:a16="http://schemas.microsoft.com/office/drawing/2014/main" id="{F11AA157-3F40-49CF-9A04-77CAD2027DD3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40" name="矩形">
            <a:extLst>
              <a:ext uri="{FF2B5EF4-FFF2-40B4-BE49-F238E27FC236}">
                <a16:creationId xmlns:a16="http://schemas.microsoft.com/office/drawing/2014/main" id="{8B42FB48-8C44-42AE-82E4-B25DB06AD5E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41" name="矩形">
            <a:extLst>
              <a:ext uri="{FF2B5EF4-FFF2-40B4-BE49-F238E27FC236}">
                <a16:creationId xmlns:a16="http://schemas.microsoft.com/office/drawing/2014/main" id="{547C2DD6-E0B5-4402-BA84-F8CC4B05A427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42" name="矩形">
            <a:extLst>
              <a:ext uri="{FF2B5EF4-FFF2-40B4-BE49-F238E27FC236}">
                <a16:creationId xmlns:a16="http://schemas.microsoft.com/office/drawing/2014/main" id="{0CE05E03-9240-4F89-B62E-2208D3921AAD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43" name="矩形">
            <a:extLst>
              <a:ext uri="{FF2B5EF4-FFF2-40B4-BE49-F238E27FC236}">
                <a16:creationId xmlns:a16="http://schemas.microsoft.com/office/drawing/2014/main" id="{E2DFDEFA-1F4F-47CA-9BF2-8B4511543F64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44" name="矩形">
            <a:extLst>
              <a:ext uri="{FF2B5EF4-FFF2-40B4-BE49-F238E27FC236}">
                <a16:creationId xmlns:a16="http://schemas.microsoft.com/office/drawing/2014/main" id="{156D63C7-54A9-46CC-A898-6E81A8A978A9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45" name="矩形">
            <a:extLst>
              <a:ext uri="{FF2B5EF4-FFF2-40B4-BE49-F238E27FC236}">
                <a16:creationId xmlns:a16="http://schemas.microsoft.com/office/drawing/2014/main" id="{E3367D61-EE4C-49D8-BD2A-960FD5078521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46" name="矩形">
            <a:extLst>
              <a:ext uri="{FF2B5EF4-FFF2-40B4-BE49-F238E27FC236}">
                <a16:creationId xmlns:a16="http://schemas.microsoft.com/office/drawing/2014/main" id="{A8F3E471-DF8A-4109-810C-D7CEE6267076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47" name="矩形">
            <a:extLst>
              <a:ext uri="{FF2B5EF4-FFF2-40B4-BE49-F238E27FC236}">
                <a16:creationId xmlns:a16="http://schemas.microsoft.com/office/drawing/2014/main" id="{0C0EBE84-C671-47C8-AF34-1E1C652730A7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48" name="矩形">
            <a:extLst>
              <a:ext uri="{FF2B5EF4-FFF2-40B4-BE49-F238E27FC236}">
                <a16:creationId xmlns:a16="http://schemas.microsoft.com/office/drawing/2014/main" id="{4F36CADF-06FA-4C25-B19B-8FC81DDFEA89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49" name="矩形">
            <a:extLst>
              <a:ext uri="{FF2B5EF4-FFF2-40B4-BE49-F238E27FC236}">
                <a16:creationId xmlns:a16="http://schemas.microsoft.com/office/drawing/2014/main" id="{490CC4DC-1BD8-445F-9B86-D836016F4B90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50" name="矩形">
            <a:extLst>
              <a:ext uri="{FF2B5EF4-FFF2-40B4-BE49-F238E27FC236}">
                <a16:creationId xmlns:a16="http://schemas.microsoft.com/office/drawing/2014/main" id="{D023BE97-385F-450C-872B-1761741ADE17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51" name="矩形">
            <a:extLst>
              <a:ext uri="{FF2B5EF4-FFF2-40B4-BE49-F238E27FC236}">
                <a16:creationId xmlns:a16="http://schemas.microsoft.com/office/drawing/2014/main" id="{70587D96-ECAC-4B69-A2C6-680C3D7170E3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52" name="矩形">
            <a:extLst>
              <a:ext uri="{FF2B5EF4-FFF2-40B4-BE49-F238E27FC236}">
                <a16:creationId xmlns:a16="http://schemas.microsoft.com/office/drawing/2014/main" id="{05BAB5B2-8B85-40F3-ACD4-956B1BEE46BC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53" name="矩形">
            <a:extLst>
              <a:ext uri="{FF2B5EF4-FFF2-40B4-BE49-F238E27FC236}">
                <a16:creationId xmlns:a16="http://schemas.microsoft.com/office/drawing/2014/main" id="{156040A1-4452-47BB-A5B4-14FFC34BAFE9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54" name="矩形">
            <a:extLst>
              <a:ext uri="{FF2B5EF4-FFF2-40B4-BE49-F238E27FC236}">
                <a16:creationId xmlns:a16="http://schemas.microsoft.com/office/drawing/2014/main" id="{DBD2E10F-F5FF-49C2-A3B0-DF2FF5A1BCF7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55" name="矩形">
            <a:extLst>
              <a:ext uri="{FF2B5EF4-FFF2-40B4-BE49-F238E27FC236}">
                <a16:creationId xmlns:a16="http://schemas.microsoft.com/office/drawing/2014/main" id="{E85F0DB1-0504-4CBB-9B34-8557ABC6A824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56" name="矩形">
            <a:extLst>
              <a:ext uri="{FF2B5EF4-FFF2-40B4-BE49-F238E27FC236}">
                <a16:creationId xmlns:a16="http://schemas.microsoft.com/office/drawing/2014/main" id="{4EF44A91-E414-4060-A0D7-05F6E64A42CD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57" name="矩形">
            <a:extLst>
              <a:ext uri="{FF2B5EF4-FFF2-40B4-BE49-F238E27FC236}">
                <a16:creationId xmlns:a16="http://schemas.microsoft.com/office/drawing/2014/main" id="{DB367BDB-0CC8-46A8-ACD2-5D82ACD2F67A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58" name="矩形">
            <a:extLst>
              <a:ext uri="{FF2B5EF4-FFF2-40B4-BE49-F238E27FC236}">
                <a16:creationId xmlns:a16="http://schemas.microsoft.com/office/drawing/2014/main" id="{40FBC83A-B277-4311-B758-EC4C4664F759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59" name="矩形">
            <a:extLst>
              <a:ext uri="{FF2B5EF4-FFF2-40B4-BE49-F238E27FC236}">
                <a16:creationId xmlns:a16="http://schemas.microsoft.com/office/drawing/2014/main" id="{DF422B4D-4A20-4F05-ACEF-1C4610D337E1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60" name="矩形">
            <a:extLst>
              <a:ext uri="{FF2B5EF4-FFF2-40B4-BE49-F238E27FC236}">
                <a16:creationId xmlns:a16="http://schemas.microsoft.com/office/drawing/2014/main" id="{D61237ED-96DB-4FA4-95D2-47843B9DCF2B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61" name="矩形">
            <a:extLst>
              <a:ext uri="{FF2B5EF4-FFF2-40B4-BE49-F238E27FC236}">
                <a16:creationId xmlns:a16="http://schemas.microsoft.com/office/drawing/2014/main" id="{C664447E-618F-4A3E-9C3E-51A1871C432B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62" name="矩形">
            <a:extLst>
              <a:ext uri="{FF2B5EF4-FFF2-40B4-BE49-F238E27FC236}">
                <a16:creationId xmlns:a16="http://schemas.microsoft.com/office/drawing/2014/main" id="{FE45E496-D6A0-47A5-8D6F-A6D645E10187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63" name="矩形">
            <a:extLst>
              <a:ext uri="{FF2B5EF4-FFF2-40B4-BE49-F238E27FC236}">
                <a16:creationId xmlns:a16="http://schemas.microsoft.com/office/drawing/2014/main" id="{65801C7D-8075-4A1F-A12F-5EDE27A1DF4A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64" name="矩形">
            <a:extLst>
              <a:ext uri="{FF2B5EF4-FFF2-40B4-BE49-F238E27FC236}">
                <a16:creationId xmlns:a16="http://schemas.microsoft.com/office/drawing/2014/main" id="{9D2C18FE-C455-40D0-BC76-A215EB68DC47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65" name="矩形">
            <a:extLst>
              <a:ext uri="{FF2B5EF4-FFF2-40B4-BE49-F238E27FC236}">
                <a16:creationId xmlns:a16="http://schemas.microsoft.com/office/drawing/2014/main" id="{CBD59128-FB27-479E-AB1D-D4A73C9AA905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66" name="矩形">
            <a:extLst>
              <a:ext uri="{FF2B5EF4-FFF2-40B4-BE49-F238E27FC236}">
                <a16:creationId xmlns:a16="http://schemas.microsoft.com/office/drawing/2014/main" id="{EB41BD38-4FA4-4EB6-B53C-BB11AFFEAFF9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67" name="矩形">
            <a:extLst>
              <a:ext uri="{FF2B5EF4-FFF2-40B4-BE49-F238E27FC236}">
                <a16:creationId xmlns:a16="http://schemas.microsoft.com/office/drawing/2014/main" id="{02104C48-2C87-48ED-8C23-DCEAFE8FA1E6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68" name="矩形">
            <a:extLst>
              <a:ext uri="{FF2B5EF4-FFF2-40B4-BE49-F238E27FC236}">
                <a16:creationId xmlns:a16="http://schemas.microsoft.com/office/drawing/2014/main" id="{EA8680E6-14E4-481E-B785-49B5EBDD8CA3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69" name="矩形">
            <a:extLst>
              <a:ext uri="{FF2B5EF4-FFF2-40B4-BE49-F238E27FC236}">
                <a16:creationId xmlns:a16="http://schemas.microsoft.com/office/drawing/2014/main" id="{5A40D0D7-6ED3-49C9-9D0E-767B21373078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70" name="矩形">
            <a:extLst>
              <a:ext uri="{FF2B5EF4-FFF2-40B4-BE49-F238E27FC236}">
                <a16:creationId xmlns:a16="http://schemas.microsoft.com/office/drawing/2014/main" id="{9A8B7C2D-DAC4-43BD-8354-03315EB33B9C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71" name="矩形">
            <a:extLst>
              <a:ext uri="{FF2B5EF4-FFF2-40B4-BE49-F238E27FC236}">
                <a16:creationId xmlns:a16="http://schemas.microsoft.com/office/drawing/2014/main" id="{DD9738FC-F4D5-465D-935E-2D8F450FC4FD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72" name="矩形">
            <a:extLst>
              <a:ext uri="{FF2B5EF4-FFF2-40B4-BE49-F238E27FC236}">
                <a16:creationId xmlns:a16="http://schemas.microsoft.com/office/drawing/2014/main" id="{5F4ADD64-E440-48E2-B0EE-B48303BCFA84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73" name="矩形">
            <a:extLst>
              <a:ext uri="{FF2B5EF4-FFF2-40B4-BE49-F238E27FC236}">
                <a16:creationId xmlns:a16="http://schemas.microsoft.com/office/drawing/2014/main" id="{CCDE2946-112D-4122-8F86-4109AC0FBE33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74" name="矩形">
            <a:extLst>
              <a:ext uri="{FF2B5EF4-FFF2-40B4-BE49-F238E27FC236}">
                <a16:creationId xmlns:a16="http://schemas.microsoft.com/office/drawing/2014/main" id="{B22D752E-9650-48A7-8B29-D15257EDF3EF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75" name="矩形">
            <a:extLst>
              <a:ext uri="{FF2B5EF4-FFF2-40B4-BE49-F238E27FC236}">
                <a16:creationId xmlns:a16="http://schemas.microsoft.com/office/drawing/2014/main" id="{A8D17C36-2BE1-4227-B4B8-966D2DD14AC8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76" name="矩形">
            <a:extLst>
              <a:ext uri="{FF2B5EF4-FFF2-40B4-BE49-F238E27FC236}">
                <a16:creationId xmlns:a16="http://schemas.microsoft.com/office/drawing/2014/main" id="{8D89F509-BA30-4188-AB76-C4DE83318BFA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77" name="矩形">
            <a:extLst>
              <a:ext uri="{FF2B5EF4-FFF2-40B4-BE49-F238E27FC236}">
                <a16:creationId xmlns:a16="http://schemas.microsoft.com/office/drawing/2014/main" id="{5CC671E3-CF95-4376-9E35-EC0B618C2326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78" name="矩形">
            <a:extLst>
              <a:ext uri="{FF2B5EF4-FFF2-40B4-BE49-F238E27FC236}">
                <a16:creationId xmlns:a16="http://schemas.microsoft.com/office/drawing/2014/main" id="{02FC54CF-0D98-4F8D-AC8E-7C6CEEDDC212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79" name="矩形">
            <a:extLst>
              <a:ext uri="{FF2B5EF4-FFF2-40B4-BE49-F238E27FC236}">
                <a16:creationId xmlns:a16="http://schemas.microsoft.com/office/drawing/2014/main" id="{F4354B2B-15B9-472D-85AE-2BE8A9DBBD7E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80" name="矩形">
            <a:extLst>
              <a:ext uri="{FF2B5EF4-FFF2-40B4-BE49-F238E27FC236}">
                <a16:creationId xmlns:a16="http://schemas.microsoft.com/office/drawing/2014/main" id="{8BB69913-78C7-4DE4-825C-45952AF5EF59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81" name="矩形">
            <a:extLst>
              <a:ext uri="{FF2B5EF4-FFF2-40B4-BE49-F238E27FC236}">
                <a16:creationId xmlns:a16="http://schemas.microsoft.com/office/drawing/2014/main" id="{DFE5381B-4E71-473C-B1E2-12FABEE439E1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82" name="矩形">
            <a:extLst>
              <a:ext uri="{FF2B5EF4-FFF2-40B4-BE49-F238E27FC236}">
                <a16:creationId xmlns:a16="http://schemas.microsoft.com/office/drawing/2014/main" id="{BE0E1E48-2DE4-4CC0-9377-6EC7162AE364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83" name="矩形">
            <a:extLst>
              <a:ext uri="{FF2B5EF4-FFF2-40B4-BE49-F238E27FC236}">
                <a16:creationId xmlns:a16="http://schemas.microsoft.com/office/drawing/2014/main" id="{6099B29D-CB9F-4946-AD97-84389617AFFA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84" name="矩形">
            <a:extLst>
              <a:ext uri="{FF2B5EF4-FFF2-40B4-BE49-F238E27FC236}">
                <a16:creationId xmlns:a16="http://schemas.microsoft.com/office/drawing/2014/main" id="{8288ED2F-90CB-4092-A9E7-F8ACB3347370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85" name="矩形">
            <a:extLst>
              <a:ext uri="{FF2B5EF4-FFF2-40B4-BE49-F238E27FC236}">
                <a16:creationId xmlns:a16="http://schemas.microsoft.com/office/drawing/2014/main" id="{A3A46829-C1B7-46F4-9336-6D267E590C72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86" name="矩形">
            <a:extLst>
              <a:ext uri="{FF2B5EF4-FFF2-40B4-BE49-F238E27FC236}">
                <a16:creationId xmlns:a16="http://schemas.microsoft.com/office/drawing/2014/main" id="{969CCDC6-9D1A-4322-B594-F8CA79C79BB8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87" name="矩形">
            <a:extLst>
              <a:ext uri="{FF2B5EF4-FFF2-40B4-BE49-F238E27FC236}">
                <a16:creationId xmlns:a16="http://schemas.microsoft.com/office/drawing/2014/main" id="{ECA3FE6E-6E52-423F-9F56-D6C8F4C517A5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88" name="矩形">
            <a:extLst>
              <a:ext uri="{FF2B5EF4-FFF2-40B4-BE49-F238E27FC236}">
                <a16:creationId xmlns:a16="http://schemas.microsoft.com/office/drawing/2014/main" id="{FF2ACF0A-2709-4FC2-88C2-AB27C6B9EB70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89" name="矩形">
            <a:extLst>
              <a:ext uri="{FF2B5EF4-FFF2-40B4-BE49-F238E27FC236}">
                <a16:creationId xmlns:a16="http://schemas.microsoft.com/office/drawing/2014/main" id="{492F0B9D-0CBD-4B1F-8284-E9B889EF45D1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90" name="矩形">
            <a:extLst>
              <a:ext uri="{FF2B5EF4-FFF2-40B4-BE49-F238E27FC236}">
                <a16:creationId xmlns:a16="http://schemas.microsoft.com/office/drawing/2014/main" id="{C2412AAE-D62F-4F64-8EF4-C2B6F850F91F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91" name="矩形">
            <a:extLst>
              <a:ext uri="{FF2B5EF4-FFF2-40B4-BE49-F238E27FC236}">
                <a16:creationId xmlns:a16="http://schemas.microsoft.com/office/drawing/2014/main" id="{FA46BE60-14C1-48B0-9BAE-6A2B3A54C6A0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92" name="矩形">
            <a:extLst>
              <a:ext uri="{FF2B5EF4-FFF2-40B4-BE49-F238E27FC236}">
                <a16:creationId xmlns:a16="http://schemas.microsoft.com/office/drawing/2014/main" id="{F57CA8BA-F314-47A0-8C0C-503ABFC3D90B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93" name="矩形">
            <a:extLst>
              <a:ext uri="{FF2B5EF4-FFF2-40B4-BE49-F238E27FC236}">
                <a16:creationId xmlns:a16="http://schemas.microsoft.com/office/drawing/2014/main" id="{9E818B23-F119-4302-A0AF-48D0FC43DCF8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94" name="矩形">
            <a:extLst>
              <a:ext uri="{FF2B5EF4-FFF2-40B4-BE49-F238E27FC236}">
                <a16:creationId xmlns:a16="http://schemas.microsoft.com/office/drawing/2014/main" id="{025AE7DA-7790-4648-8180-8D7D4CFF4FFB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95" name="矩形">
            <a:extLst>
              <a:ext uri="{FF2B5EF4-FFF2-40B4-BE49-F238E27FC236}">
                <a16:creationId xmlns:a16="http://schemas.microsoft.com/office/drawing/2014/main" id="{B5189766-7BD6-496B-98F1-F0A90AAC5F12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96" name="矩形">
            <a:extLst>
              <a:ext uri="{FF2B5EF4-FFF2-40B4-BE49-F238E27FC236}">
                <a16:creationId xmlns:a16="http://schemas.microsoft.com/office/drawing/2014/main" id="{FE7B1892-5E8F-487D-B518-F6C48431F1F8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97" name="矩形">
            <a:extLst>
              <a:ext uri="{FF2B5EF4-FFF2-40B4-BE49-F238E27FC236}">
                <a16:creationId xmlns:a16="http://schemas.microsoft.com/office/drawing/2014/main" id="{4EC6953E-3345-4133-9848-F50A173248B3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98" name="矩形">
            <a:extLst>
              <a:ext uri="{FF2B5EF4-FFF2-40B4-BE49-F238E27FC236}">
                <a16:creationId xmlns:a16="http://schemas.microsoft.com/office/drawing/2014/main" id="{0F273622-3081-409D-B5CA-77991A532B23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799" name="矩形">
            <a:extLst>
              <a:ext uri="{FF2B5EF4-FFF2-40B4-BE49-F238E27FC236}">
                <a16:creationId xmlns:a16="http://schemas.microsoft.com/office/drawing/2014/main" id="{34FE9637-EE28-42FC-8CD4-0D3254C394F0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00" name="矩形">
            <a:extLst>
              <a:ext uri="{FF2B5EF4-FFF2-40B4-BE49-F238E27FC236}">
                <a16:creationId xmlns:a16="http://schemas.microsoft.com/office/drawing/2014/main" id="{89CF85A6-95DA-458A-AE40-EBADC4A3716D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01" name="矩形">
            <a:extLst>
              <a:ext uri="{FF2B5EF4-FFF2-40B4-BE49-F238E27FC236}">
                <a16:creationId xmlns:a16="http://schemas.microsoft.com/office/drawing/2014/main" id="{C64F3848-C1EE-472A-A2CE-43506E75125A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02" name="矩形">
            <a:extLst>
              <a:ext uri="{FF2B5EF4-FFF2-40B4-BE49-F238E27FC236}">
                <a16:creationId xmlns:a16="http://schemas.microsoft.com/office/drawing/2014/main" id="{2495EF1B-DF38-45C2-B380-B307BA24C491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03" name="矩形">
            <a:extLst>
              <a:ext uri="{FF2B5EF4-FFF2-40B4-BE49-F238E27FC236}">
                <a16:creationId xmlns:a16="http://schemas.microsoft.com/office/drawing/2014/main" id="{5EDAF3C7-46FC-44AF-AF3E-D59500949220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804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805" name="矩形">
            <a:extLst>
              <a:ext uri="{FF2B5EF4-FFF2-40B4-BE49-F238E27FC236}">
                <a16:creationId xmlns:a16="http://schemas.microsoft.com/office/drawing/2014/main" id="{7E1AFD5D-6023-4DAB-A050-A8DCB6708DD3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806" name="FSM/HITL：恢复动作如何被约束">
            <a:extLst>
              <a:ext uri="{FF2B5EF4-FFF2-40B4-BE49-F238E27FC236}">
                <a16:creationId xmlns:a16="http://schemas.microsoft.com/office/drawing/2014/main" id="{F1984D3A-2C6E-4A6A-B40F-D6E4AC35FA29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FSM/HITL：恢复动作如何被约束</a:t>
            </a:r>
          </a:p>
        </p:txBody>
      </p:sp>
      <p:sp>
        <p:nvSpPr>
          <p:cNvPr id="807" name="矩形">
            <a:extLst>
              <a:ext uri="{FF2B5EF4-FFF2-40B4-BE49-F238E27FC236}">
                <a16:creationId xmlns:a16="http://schemas.microsoft.com/office/drawing/2014/main" id="{17392E0C-B507-4CE5-B0CC-A0AE3839321E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808" name="FSM / HITL">
            <a:extLst>
              <a:ext uri="{FF2B5EF4-FFF2-40B4-BE49-F238E27FC236}">
                <a16:creationId xmlns:a16="http://schemas.microsoft.com/office/drawing/2014/main" id="{57503375-D954-474D-B392-775F55F0BE59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FSM / HITL</a:t>
            </a:r>
          </a:p>
        </p:txBody>
      </p:sp>
      <p:sp>
        <p:nvSpPr>
          <p:cNvPr id="810" name="矩形 985">
            <a:extLst>
              <a:ext uri="{FF2B5EF4-FFF2-40B4-BE49-F238E27FC236}">
                <a16:creationId xmlns:a16="http://schemas.microsoft.com/office/drawing/2014/main" id="{866AAD7D-F6C5-4D91-877A-4C01AA8ADBC0}"/>
              </a:ext>
            </a:extLst>
          </p:cNvPr>
          <p:cNvSpPr>
            <a:spLocks noGrp="1"/>
          </p:cNvSpPr>
          <p:nvPr/>
        </p:nvSpPr>
        <p:spPr>
          <a:xfrm>
            <a:off x="733425" y="1114425"/>
            <a:ext cx="7258050" cy="38481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pic>
        <p:nvPicPr>
          <p:cNvPr id="811" name="图片 986"/>
          <p:cNvPicPr>
            <a:picLocks noChangeAspect="1"/>
          </p:cNvPicPr>
          <p:nvPr/>
        </p:nvPicPr>
        <p:blipFill>
          <a:blip r:embed="rId6"/>
          <a:srcRect t="8375" b="8375"/>
          <a:stretch>
            <a:fillRect/>
          </a:stretch>
        </p:blipFill>
        <p:spPr>
          <a:xfrm>
            <a:off x="742950" y="1123946"/>
            <a:ext cx="7239000" cy="3829056"/>
          </a:xfrm>
          <a:prstGeom prst="rect">
            <a:avLst/>
          </a:prstGeom>
        </p:spPr>
      </p:pic>
      <p:sp>
        <p:nvSpPr>
          <p:cNvPr id="812" name="矩形 987">
            <a:extLst>
              <a:ext uri="{FF2B5EF4-FFF2-40B4-BE49-F238E27FC236}">
                <a16:creationId xmlns:a16="http://schemas.microsoft.com/office/drawing/2014/main" id="{3A28440B-B2C9-480C-9DE7-12177F3F996D}"/>
              </a:ext>
            </a:extLst>
          </p:cNvPr>
          <p:cNvSpPr>
            <a:spLocks noGrp="1"/>
          </p:cNvSpPr>
          <p:nvPr/>
        </p:nvSpPr>
        <p:spPr>
          <a:xfrm>
            <a:off x="733425" y="1114425"/>
            <a:ext cx="7258050" cy="3848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813" name="圆角矩形 988">
            <a:extLst>
              <a:ext uri="{FF2B5EF4-FFF2-40B4-BE49-F238E27FC236}">
                <a16:creationId xmlns:a16="http://schemas.microsoft.com/office/drawing/2014/main" id="{C171003A-0074-4C49-A008-3D1F144B872F}"/>
              </a:ext>
            </a:extLst>
          </p:cNvPr>
          <p:cNvSpPr>
            <a:spLocks noGrp="1"/>
          </p:cNvSpPr>
          <p:nvPr/>
        </p:nvSpPr>
        <p:spPr>
          <a:xfrm>
            <a:off x="8334375" y="1238250"/>
            <a:ext cx="2905125" cy="877888"/>
          </a:xfrm>
          <a:prstGeom prst="roundRect">
            <a:avLst>
              <a:gd name="adj" fmla="val 8680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814" name="矩形">
            <a:extLst>
              <a:ext uri="{FF2B5EF4-FFF2-40B4-BE49-F238E27FC236}">
                <a16:creationId xmlns:a16="http://schemas.microsoft.com/office/drawing/2014/main" id="{2622DBEC-0C56-4B39-99D2-62F16D69B757}"/>
              </a:ext>
            </a:extLst>
          </p:cNvPr>
          <p:cNvSpPr>
            <a:spLocks noGrp="1"/>
          </p:cNvSpPr>
          <p:nvPr/>
        </p:nvSpPr>
        <p:spPr>
          <a:xfrm>
            <a:off x="8505825" y="1371600"/>
            <a:ext cx="25622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815" name="等待态">
            <a:extLst>
              <a:ext uri="{FF2B5EF4-FFF2-40B4-BE49-F238E27FC236}">
                <a16:creationId xmlns:a16="http://schemas.microsoft.com/office/drawing/2014/main" id="{AF742E11-ABF9-40E2-B47B-F903AB80B449}"/>
              </a:ext>
            </a:extLst>
          </p:cNvPr>
          <p:cNvSpPr>
            <a:spLocks noGrp="1"/>
          </p:cNvSpPr>
          <p:nvPr/>
        </p:nvSpPr>
        <p:spPr>
          <a:xfrm>
            <a:off x="8505825" y="1371600"/>
            <a:ext cx="2562225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等待态</a:t>
            </a:r>
          </a:p>
        </p:txBody>
      </p:sp>
      <p:sp>
        <p:nvSpPr>
          <p:cNvPr id="816" name="矩形">
            <a:extLst>
              <a:ext uri="{FF2B5EF4-FFF2-40B4-BE49-F238E27FC236}">
                <a16:creationId xmlns:a16="http://schemas.microsoft.com/office/drawing/2014/main" id="{B1B9B48D-F788-4964-B2B9-C5BB567157A1}"/>
              </a:ext>
            </a:extLst>
          </p:cNvPr>
          <p:cNvSpPr>
            <a:spLocks noGrp="1"/>
          </p:cNvSpPr>
          <p:nvPr/>
        </p:nvSpPr>
        <p:spPr>
          <a:xfrm>
            <a:off x="8505825" y="1676398"/>
            <a:ext cx="2562225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817" name="PLAN / PATCH / REPLAN 三类确认态均通过 PendingAction 暴露。">
            <a:extLst>
              <a:ext uri="{FF2B5EF4-FFF2-40B4-BE49-F238E27FC236}">
                <a16:creationId xmlns:a16="http://schemas.microsoft.com/office/drawing/2014/main" id="{D1E53E46-A0BB-4D50-8E97-C0BF2420CF71}"/>
              </a:ext>
            </a:extLst>
          </p:cNvPr>
          <p:cNvSpPr>
            <a:spLocks noGrp="1"/>
          </p:cNvSpPr>
          <p:nvPr/>
        </p:nvSpPr>
        <p:spPr>
          <a:xfrm>
            <a:off x="8505825" y="1676399"/>
            <a:ext cx="2562225" cy="330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PLAN / PATCH / REPLAN 三类确认态均通过 PendingAction 暴露。</a:t>
            </a:r>
          </a:p>
        </p:txBody>
      </p:sp>
      <p:sp>
        <p:nvSpPr>
          <p:cNvPr id="818" name="圆角矩形 991">
            <a:extLst>
              <a:ext uri="{FF2B5EF4-FFF2-40B4-BE49-F238E27FC236}">
                <a16:creationId xmlns:a16="http://schemas.microsoft.com/office/drawing/2014/main" id="{2CEA07DE-82A4-4162-8EA2-ECC403001C22}"/>
              </a:ext>
            </a:extLst>
          </p:cNvPr>
          <p:cNvSpPr>
            <a:spLocks noGrp="1"/>
          </p:cNvSpPr>
          <p:nvPr/>
        </p:nvSpPr>
        <p:spPr>
          <a:xfrm>
            <a:off x="8334375" y="2190750"/>
            <a:ext cx="2905125" cy="881063"/>
          </a:xfrm>
          <a:prstGeom prst="roundRect">
            <a:avLst>
              <a:gd name="adj" fmla="val 8648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819" name="矩形">
            <a:extLst>
              <a:ext uri="{FF2B5EF4-FFF2-40B4-BE49-F238E27FC236}">
                <a16:creationId xmlns:a16="http://schemas.microsoft.com/office/drawing/2014/main" id="{11316A2D-E5AB-4EDF-82C4-1407240EA14D}"/>
              </a:ext>
            </a:extLst>
          </p:cNvPr>
          <p:cNvSpPr>
            <a:spLocks noGrp="1"/>
          </p:cNvSpPr>
          <p:nvPr/>
        </p:nvSpPr>
        <p:spPr>
          <a:xfrm>
            <a:off x="8505825" y="2324100"/>
            <a:ext cx="25622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820" name="恢复动作">
            <a:extLst>
              <a:ext uri="{FF2B5EF4-FFF2-40B4-BE49-F238E27FC236}">
                <a16:creationId xmlns:a16="http://schemas.microsoft.com/office/drawing/2014/main" id="{A8E3A3E1-7CA8-4BCA-B8A1-7A6161A25E9A}"/>
              </a:ext>
            </a:extLst>
          </p:cNvPr>
          <p:cNvSpPr>
            <a:spLocks noGrp="1"/>
          </p:cNvSpPr>
          <p:nvPr/>
        </p:nvSpPr>
        <p:spPr>
          <a:xfrm>
            <a:off x="8505825" y="2324100"/>
            <a:ext cx="2562225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恢复动作</a:t>
            </a:r>
          </a:p>
        </p:txBody>
      </p:sp>
      <p:sp>
        <p:nvSpPr>
          <p:cNvPr id="821" name="矩形">
            <a:extLst>
              <a:ext uri="{FF2B5EF4-FFF2-40B4-BE49-F238E27FC236}">
                <a16:creationId xmlns:a16="http://schemas.microsoft.com/office/drawing/2014/main" id="{E8CEC411-74B6-40D6-92AF-9E77FA0B7E13}"/>
              </a:ext>
            </a:extLst>
          </p:cNvPr>
          <p:cNvSpPr>
            <a:spLocks noGrp="1"/>
          </p:cNvSpPr>
          <p:nvPr/>
        </p:nvSpPr>
        <p:spPr>
          <a:xfrm>
            <a:off x="8505825" y="2628898"/>
            <a:ext cx="2562225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822" name="continue、patch_local、suffix_replan、stop 只改变状态机路径。">
            <a:extLst>
              <a:ext uri="{FF2B5EF4-FFF2-40B4-BE49-F238E27FC236}">
                <a16:creationId xmlns:a16="http://schemas.microsoft.com/office/drawing/2014/main" id="{D9E63550-6492-4BB0-9110-6E154567A667}"/>
              </a:ext>
            </a:extLst>
          </p:cNvPr>
          <p:cNvSpPr>
            <a:spLocks noGrp="1"/>
          </p:cNvSpPr>
          <p:nvPr/>
        </p:nvSpPr>
        <p:spPr>
          <a:xfrm>
            <a:off x="8505825" y="2628899"/>
            <a:ext cx="2562225" cy="330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continue、patch_local、suffix_replan、stop 只改变状态机路径。</a:t>
            </a:r>
          </a:p>
        </p:txBody>
      </p:sp>
      <p:sp>
        <p:nvSpPr>
          <p:cNvPr id="823" name="圆角矩形 994">
            <a:extLst>
              <a:ext uri="{FF2B5EF4-FFF2-40B4-BE49-F238E27FC236}">
                <a16:creationId xmlns:a16="http://schemas.microsoft.com/office/drawing/2014/main" id="{4E888CF9-9691-45A0-94BD-E93ABF26071F}"/>
              </a:ext>
            </a:extLst>
          </p:cNvPr>
          <p:cNvSpPr>
            <a:spLocks noGrp="1"/>
          </p:cNvSpPr>
          <p:nvPr/>
        </p:nvSpPr>
        <p:spPr>
          <a:xfrm>
            <a:off x="8334375" y="3143250"/>
            <a:ext cx="2905125" cy="9525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824" name="矩形">
            <a:extLst>
              <a:ext uri="{FF2B5EF4-FFF2-40B4-BE49-F238E27FC236}">
                <a16:creationId xmlns:a16="http://schemas.microsoft.com/office/drawing/2014/main" id="{DADF692B-EC55-4B11-8774-0A697C4A8313}"/>
              </a:ext>
            </a:extLst>
          </p:cNvPr>
          <p:cNvSpPr>
            <a:spLocks noGrp="1"/>
          </p:cNvSpPr>
          <p:nvPr/>
        </p:nvSpPr>
        <p:spPr>
          <a:xfrm>
            <a:off x="8505825" y="3276600"/>
            <a:ext cx="25622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825" name="约束方式">
            <a:extLst>
              <a:ext uri="{FF2B5EF4-FFF2-40B4-BE49-F238E27FC236}">
                <a16:creationId xmlns:a16="http://schemas.microsoft.com/office/drawing/2014/main" id="{55AE6D32-DE07-4407-90CA-52A9A3DF18D8}"/>
              </a:ext>
            </a:extLst>
          </p:cNvPr>
          <p:cNvSpPr>
            <a:spLocks noGrp="1"/>
          </p:cNvSpPr>
          <p:nvPr/>
        </p:nvSpPr>
        <p:spPr>
          <a:xfrm>
            <a:off x="8505825" y="3276600"/>
            <a:ext cx="2562225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约束方式</a:t>
            </a:r>
          </a:p>
        </p:txBody>
      </p:sp>
      <p:sp>
        <p:nvSpPr>
          <p:cNvPr id="826" name="矩形">
            <a:extLst>
              <a:ext uri="{FF2B5EF4-FFF2-40B4-BE49-F238E27FC236}">
                <a16:creationId xmlns:a16="http://schemas.microsoft.com/office/drawing/2014/main" id="{BF925449-CB7D-44C7-B283-DD2F446DA01A}"/>
              </a:ext>
            </a:extLst>
          </p:cNvPr>
          <p:cNvSpPr>
            <a:spLocks noGrp="1"/>
          </p:cNvSpPr>
          <p:nvPr/>
        </p:nvSpPr>
        <p:spPr>
          <a:xfrm>
            <a:off x="8505825" y="3581398"/>
            <a:ext cx="2562225" cy="438152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827" name="系统把算法建议转为 Decision、EventLog、Snapshot；等待态下 Executor 不继续调用工具。">
            <a:extLst>
              <a:ext uri="{FF2B5EF4-FFF2-40B4-BE49-F238E27FC236}">
                <a16:creationId xmlns:a16="http://schemas.microsoft.com/office/drawing/2014/main" id="{65F8068C-FF7E-41C1-B983-A42799BEAD44}"/>
              </a:ext>
            </a:extLst>
          </p:cNvPr>
          <p:cNvSpPr>
            <a:spLocks noGrp="1"/>
          </p:cNvSpPr>
          <p:nvPr/>
        </p:nvSpPr>
        <p:spPr>
          <a:xfrm>
            <a:off x="8505825" y="3581398"/>
            <a:ext cx="2562225" cy="330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系统把算法建议转为 Decision、EventLog、Snapshot；等待态下 Executor 不继续调用工具。</a:t>
            </a:r>
          </a:p>
        </p:txBody>
      </p:sp>
      <p:sp>
        <p:nvSpPr>
          <p:cNvPr id="828" name="矩形">
            <a:extLst>
              <a:ext uri="{FF2B5EF4-FFF2-40B4-BE49-F238E27FC236}">
                <a16:creationId xmlns:a16="http://schemas.microsoft.com/office/drawing/2014/main" id="{0B3CACCE-5661-41E4-96BF-8501FB227B90}"/>
              </a:ext>
            </a:extLst>
          </p:cNvPr>
          <p:cNvSpPr>
            <a:spLocks noGrp="1"/>
          </p:cNvSpPr>
          <p:nvPr/>
        </p:nvSpPr>
        <p:spPr>
          <a:xfrm>
            <a:off x="1295400" y="5181598"/>
            <a:ext cx="9525000" cy="2857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829" name="图中虚线区域对应人工确认边界，保证恢复动作可审查、可追溯。">
            <a:extLst>
              <a:ext uri="{FF2B5EF4-FFF2-40B4-BE49-F238E27FC236}">
                <a16:creationId xmlns:a16="http://schemas.microsoft.com/office/drawing/2014/main" id="{FCC8762A-4F99-41F4-ACA9-D246CA0DB48B}"/>
              </a:ext>
            </a:extLst>
          </p:cNvPr>
          <p:cNvSpPr>
            <a:spLocks noGrp="1"/>
          </p:cNvSpPr>
          <p:nvPr/>
        </p:nvSpPr>
        <p:spPr>
          <a:xfrm>
            <a:off x="1295400" y="5181598"/>
            <a:ext cx="9525000" cy="2286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图中虚线区域对应人工确认边界，保证恢复动作可审查、可追溯。</a:t>
            </a:r>
          </a:p>
        </p:txBody>
      </p:sp>
      <p:sp>
        <p:nvSpPr>
          <p:cNvPr id="836" name="矩形 835">
            <a:extLst>
              <a:ext uri="{FF2B5EF4-FFF2-40B4-BE49-F238E27FC236}">
                <a16:creationId xmlns:a16="http://schemas.microsoft.com/office/drawing/2014/main" id="{79D0AA54-E10E-49B1-AAF2-9D5B3F345DF6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458112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矩形">
            <a:extLst>
              <a:ext uri="{FF2B5EF4-FFF2-40B4-BE49-F238E27FC236}">
                <a16:creationId xmlns:a16="http://schemas.microsoft.com/office/drawing/2014/main" id="{A6D66C65-D235-4D8E-96B2-4FEA22826C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835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836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837" name="矩形">
            <a:extLst>
              <a:ext uri="{FF2B5EF4-FFF2-40B4-BE49-F238E27FC236}">
                <a16:creationId xmlns:a16="http://schemas.microsoft.com/office/drawing/2014/main" id="{7830DB1B-AEAF-4A73-B099-3314A1191404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38" name="矩形">
            <a:extLst>
              <a:ext uri="{FF2B5EF4-FFF2-40B4-BE49-F238E27FC236}">
                <a16:creationId xmlns:a16="http://schemas.microsoft.com/office/drawing/2014/main" id="{516E976B-12BF-4956-B386-B3651F7D89CF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39" name="矩形">
            <a:extLst>
              <a:ext uri="{FF2B5EF4-FFF2-40B4-BE49-F238E27FC236}">
                <a16:creationId xmlns:a16="http://schemas.microsoft.com/office/drawing/2014/main" id="{6AD790C3-30B4-49AD-969C-9780BDE3A421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40" name="矩形">
            <a:extLst>
              <a:ext uri="{FF2B5EF4-FFF2-40B4-BE49-F238E27FC236}">
                <a16:creationId xmlns:a16="http://schemas.microsoft.com/office/drawing/2014/main" id="{F943B71A-9965-49BF-A8D7-F7B293854C01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41" name="矩形">
            <a:extLst>
              <a:ext uri="{FF2B5EF4-FFF2-40B4-BE49-F238E27FC236}">
                <a16:creationId xmlns:a16="http://schemas.microsoft.com/office/drawing/2014/main" id="{3D744BE4-88C8-44A1-98D8-EC83E8CA788E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42" name="矩形">
            <a:extLst>
              <a:ext uri="{FF2B5EF4-FFF2-40B4-BE49-F238E27FC236}">
                <a16:creationId xmlns:a16="http://schemas.microsoft.com/office/drawing/2014/main" id="{ACCFFBE4-1333-4E0A-99E6-3F7DAFF0602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43" name="矩形">
            <a:extLst>
              <a:ext uri="{FF2B5EF4-FFF2-40B4-BE49-F238E27FC236}">
                <a16:creationId xmlns:a16="http://schemas.microsoft.com/office/drawing/2014/main" id="{D5CAAE70-8515-4A0E-B2AA-764A4A8DEF8E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44" name="矩形">
            <a:extLst>
              <a:ext uri="{FF2B5EF4-FFF2-40B4-BE49-F238E27FC236}">
                <a16:creationId xmlns:a16="http://schemas.microsoft.com/office/drawing/2014/main" id="{40E95AB8-0D08-4FB6-9450-9E0E5A413197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45" name="矩形">
            <a:extLst>
              <a:ext uri="{FF2B5EF4-FFF2-40B4-BE49-F238E27FC236}">
                <a16:creationId xmlns:a16="http://schemas.microsoft.com/office/drawing/2014/main" id="{004F2170-CE07-4226-B9D2-1AF6A3FFA1F9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46" name="矩形">
            <a:extLst>
              <a:ext uri="{FF2B5EF4-FFF2-40B4-BE49-F238E27FC236}">
                <a16:creationId xmlns:a16="http://schemas.microsoft.com/office/drawing/2014/main" id="{B4C93C7B-A8FA-4BCA-83DB-2449F9BE8586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47" name="矩形">
            <a:extLst>
              <a:ext uri="{FF2B5EF4-FFF2-40B4-BE49-F238E27FC236}">
                <a16:creationId xmlns:a16="http://schemas.microsoft.com/office/drawing/2014/main" id="{58EDAF78-4B33-480A-8EA1-800AF0D7B607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48" name="矩形">
            <a:extLst>
              <a:ext uri="{FF2B5EF4-FFF2-40B4-BE49-F238E27FC236}">
                <a16:creationId xmlns:a16="http://schemas.microsoft.com/office/drawing/2014/main" id="{42F6E57A-AC51-4F4D-9E2B-F075CA5AEE25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49" name="矩形">
            <a:extLst>
              <a:ext uri="{FF2B5EF4-FFF2-40B4-BE49-F238E27FC236}">
                <a16:creationId xmlns:a16="http://schemas.microsoft.com/office/drawing/2014/main" id="{3CC12835-C449-459E-A66B-4F61C2DA1F10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50" name="矩形">
            <a:extLst>
              <a:ext uri="{FF2B5EF4-FFF2-40B4-BE49-F238E27FC236}">
                <a16:creationId xmlns:a16="http://schemas.microsoft.com/office/drawing/2014/main" id="{D5FA6C72-8368-4306-B2C8-2B05637A76C7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51" name="矩形">
            <a:extLst>
              <a:ext uri="{FF2B5EF4-FFF2-40B4-BE49-F238E27FC236}">
                <a16:creationId xmlns:a16="http://schemas.microsoft.com/office/drawing/2014/main" id="{DD8CF1B1-3DA2-485F-868A-1391AB9BC842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52" name="矩形">
            <a:extLst>
              <a:ext uri="{FF2B5EF4-FFF2-40B4-BE49-F238E27FC236}">
                <a16:creationId xmlns:a16="http://schemas.microsoft.com/office/drawing/2014/main" id="{00A88A25-BEAE-4748-A53F-09F499B98CD5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53" name="矩形">
            <a:extLst>
              <a:ext uri="{FF2B5EF4-FFF2-40B4-BE49-F238E27FC236}">
                <a16:creationId xmlns:a16="http://schemas.microsoft.com/office/drawing/2014/main" id="{0E1ED54C-DE85-42BD-9ED2-DBC2FD837913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54" name="矩形">
            <a:extLst>
              <a:ext uri="{FF2B5EF4-FFF2-40B4-BE49-F238E27FC236}">
                <a16:creationId xmlns:a16="http://schemas.microsoft.com/office/drawing/2014/main" id="{B8770658-5EB4-4C7F-8EA4-DDA6F80B4944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55" name="矩形">
            <a:extLst>
              <a:ext uri="{FF2B5EF4-FFF2-40B4-BE49-F238E27FC236}">
                <a16:creationId xmlns:a16="http://schemas.microsoft.com/office/drawing/2014/main" id="{6A481072-9975-44E5-81FA-3279D8D083C8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56" name="矩形">
            <a:extLst>
              <a:ext uri="{FF2B5EF4-FFF2-40B4-BE49-F238E27FC236}">
                <a16:creationId xmlns:a16="http://schemas.microsoft.com/office/drawing/2014/main" id="{6C6C260B-C538-4F3D-81DB-016BCD351A3C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57" name="矩形">
            <a:extLst>
              <a:ext uri="{FF2B5EF4-FFF2-40B4-BE49-F238E27FC236}">
                <a16:creationId xmlns:a16="http://schemas.microsoft.com/office/drawing/2014/main" id="{E45426A0-86B0-4CB3-A17E-340BDAE28612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58" name="矩形">
            <a:extLst>
              <a:ext uri="{FF2B5EF4-FFF2-40B4-BE49-F238E27FC236}">
                <a16:creationId xmlns:a16="http://schemas.microsoft.com/office/drawing/2014/main" id="{5965FDD9-00AF-49A5-9383-312ABEA20A51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59" name="矩形">
            <a:extLst>
              <a:ext uri="{FF2B5EF4-FFF2-40B4-BE49-F238E27FC236}">
                <a16:creationId xmlns:a16="http://schemas.microsoft.com/office/drawing/2014/main" id="{5162EDFF-0A90-4B91-8D3B-B02DFA438507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60" name="矩形">
            <a:extLst>
              <a:ext uri="{FF2B5EF4-FFF2-40B4-BE49-F238E27FC236}">
                <a16:creationId xmlns:a16="http://schemas.microsoft.com/office/drawing/2014/main" id="{1C057C25-2619-4C0C-84C0-878A9D09B97D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61" name="矩形">
            <a:extLst>
              <a:ext uri="{FF2B5EF4-FFF2-40B4-BE49-F238E27FC236}">
                <a16:creationId xmlns:a16="http://schemas.microsoft.com/office/drawing/2014/main" id="{A5CF8470-6BE1-499E-B384-C044C411DCA8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62" name="矩形">
            <a:extLst>
              <a:ext uri="{FF2B5EF4-FFF2-40B4-BE49-F238E27FC236}">
                <a16:creationId xmlns:a16="http://schemas.microsoft.com/office/drawing/2014/main" id="{3278254E-5C36-4307-B519-699C02E860CD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63" name="矩形">
            <a:extLst>
              <a:ext uri="{FF2B5EF4-FFF2-40B4-BE49-F238E27FC236}">
                <a16:creationId xmlns:a16="http://schemas.microsoft.com/office/drawing/2014/main" id="{F7219354-8BCD-40A7-BB3E-0ACFEEB374B3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64" name="矩形">
            <a:extLst>
              <a:ext uri="{FF2B5EF4-FFF2-40B4-BE49-F238E27FC236}">
                <a16:creationId xmlns:a16="http://schemas.microsoft.com/office/drawing/2014/main" id="{0D5F4161-7AB7-494E-8FB4-C4BA7D577EC5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65" name="矩形">
            <a:extLst>
              <a:ext uri="{FF2B5EF4-FFF2-40B4-BE49-F238E27FC236}">
                <a16:creationId xmlns:a16="http://schemas.microsoft.com/office/drawing/2014/main" id="{D757CB5E-1A1A-43AD-A458-2A2EC27B40CE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66" name="矩形">
            <a:extLst>
              <a:ext uri="{FF2B5EF4-FFF2-40B4-BE49-F238E27FC236}">
                <a16:creationId xmlns:a16="http://schemas.microsoft.com/office/drawing/2014/main" id="{3DC6502D-339B-4DCA-87DB-E51DC8297FEB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67" name="矩形">
            <a:extLst>
              <a:ext uri="{FF2B5EF4-FFF2-40B4-BE49-F238E27FC236}">
                <a16:creationId xmlns:a16="http://schemas.microsoft.com/office/drawing/2014/main" id="{9F1DAEE6-F86A-41AA-A7A5-D7177E63FBFA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68" name="矩形">
            <a:extLst>
              <a:ext uri="{FF2B5EF4-FFF2-40B4-BE49-F238E27FC236}">
                <a16:creationId xmlns:a16="http://schemas.microsoft.com/office/drawing/2014/main" id="{348B2557-0ECF-48CC-B8CA-28FA98D5DE43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69" name="矩形">
            <a:extLst>
              <a:ext uri="{FF2B5EF4-FFF2-40B4-BE49-F238E27FC236}">
                <a16:creationId xmlns:a16="http://schemas.microsoft.com/office/drawing/2014/main" id="{F034397A-8116-46A5-93FF-28F649D36B8A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70" name="矩形">
            <a:extLst>
              <a:ext uri="{FF2B5EF4-FFF2-40B4-BE49-F238E27FC236}">
                <a16:creationId xmlns:a16="http://schemas.microsoft.com/office/drawing/2014/main" id="{BECB9A51-AEC7-4119-8CE7-21D9EA1E1B12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71" name="矩形">
            <a:extLst>
              <a:ext uri="{FF2B5EF4-FFF2-40B4-BE49-F238E27FC236}">
                <a16:creationId xmlns:a16="http://schemas.microsoft.com/office/drawing/2014/main" id="{6877D4DC-71C9-42F0-91A6-D00D5D579B80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72" name="矩形">
            <a:extLst>
              <a:ext uri="{FF2B5EF4-FFF2-40B4-BE49-F238E27FC236}">
                <a16:creationId xmlns:a16="http://schemas.microsoft.com/office/drawing/2014/main" id="{1F66B346-B997-4188-886C-77635A2E58F7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73" name="矩形">
            <a:extLst>
              <a:ext uri="{FF2B5EF4-FFF2-40B4-BE49-F238E27FC236}">
                <a16:creationId xmlns:a16="http://schemas.microsoft.com/office/drawing/2014/main" id="{817A4131-752E-43FE-8D50-0EA060548D7C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74" name="矩形">
            <a:extLst>
              <a:ext uri="{FF2B5EF4-FFF2-40B4-BE49-F238E27FC236}">
                <a16:creationId xmlns:a16="http://schemas.microsoft.com/office/drawing/2014/main" id="{1C371C2A-BE0A-4463-A4D1-6477DCB2D693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75" name="矩形">
            <a:extLst>
              <a:ext uri="{FF2B5EF4-FFF2-40B4-BE49-F238E27FC236}">
                <a16:creationId xmlns:a16="http://schemas.microsoft.com/office/drawing/2014/main" id="{080BA02B-ADE4-468B-87AB-8CE0EB16B6C2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76" name="矩形">
            <a:extLst>
              <a:ext uri="{FF2B5EF4-FFF2-40B4-BE49-F238E27FC236}">
                <a16:creationId xmlns:a16="http://schemas.microsoft.com/office/drawing/2014/main" id="{F9AAB99B-42DF-44CA-B56D-DBB048807935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77" name="矩形">
            <a:extLst>
              <a:ext uri="{FF2B5EF4-FFF2-40B4-BE49-F238E27FC236}">
                <a16:creationId xmlns:a16="http://schemas.microsoft.com/office/drawing/2014/main" id="{601F8197-FAB0-46FD-81F5-84012AAA66B5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78" name="矩形">
            <a:extLst>
              <a:ext uri="{FF2B5EF4-FFF2-40B4-BE49-F238E27FC236}">
                <a16:creationId xmlns:a16="http://schemas.microsoft.com/office/drawing/2014/main" id="{8F420D04-EDA2-46CE-9B01-7F3CFC08F48B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79" name="矩形">
            <a:extLst>
              <a:ext uri="{FF2B5EF4-FFF2-40B4-BE49-F238E27FC236}">
                <a16:creationId xmlns:a16="http://schemas.microsoft.com/office/drawing/2014/main" id="{C2CEE617-AF4E-41C9-B1A6-405EA20316F5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80" name="矩形">
            <a:extLst>
              <a:ext uri="{FF2B5EF4-FFF2-40B4-BE49-F238E27FC236}">
                <a16:creationId xmlns:a16="http://schemas.microsoft.com/office/drawing/2014/main" id="{B5D7DDAA-BA20-4F4A-BB4B-EF1142C695A9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81" name="矩形">
            <a:extLst>
              <a:ext uri="{FF2B5EF4-FFF2-40B4-BE49-F238E27FC236}">
                <a16:creationId xmlns:a16="http://schemas.microsoft.com/office/drawing/2014/main" id="{48373FB4-9194-4CC6-8059-81C08B52CE19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82" name="矩形">
            <a:extLst>
              <a:ext uri="{FF2B5EF4-FFF2-40B4-BE49-F238E27FC236}">
                <a16:creationId xmlns:a16="http://schemas.microsoft.com/office/drawing/2014/main" id="{D5E52359-0FC4-4A70-8B9B-7A3AD4816E96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83" name="矩形">
            <a:extLst>
              <a:ext uri="{FF2B5EF4-FFF2-40B4-BE49-F238E27FC236}">
                <a16:creationId xmlns:a16="http://schemas.microsoft.com/office/drawing/2014/main" id="{2D5EF18B-5202-4469-B402-F9540B445ECE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84" name="矩形">
            <a:extLst>
              <a:ext uri="{FF2B5EF4-FFF2-40B4-BE49-F238E27FC236}">
                <a16:creationId xmlns:a16="http://schemas.microsoft.com/office/drawing/2014/main" id="{61DC619E-29E6-4E16-8713-9F147BF1A250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85" name="矩形">
            <a:extLst>
              <a:ext uri="{FF2B5EF4-FFF2-40B4-BE49-F238E27FC236}">
                <a16:creationId xmlns:a16="http://schemas.microsoft.com/office/drawing/2014/main" id="{0657BC76-0BEB-44BC-89B6-1956E5E9FA4E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86" name="矩形">
            <a:extLst>
              <a:ext uri="{FF2B5EF4-FFF2-40B4-BE49-F238E27FC236}">
                <a16:creationId xmlns:a16="http://schemas.microsoft.com/office/drawing/2014/main" id="{264BC39E-1F16-4A79-9057-02FFFD1D5364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87" name="矩形">
            <a:extLst>
              <a:ext uri="{FF2B5EF4-FFF2-40B4-BE49-F238E27FC236}">
                <a16:creationId xmlns:a16="http://schemas.microsoft.com/office/drawing/2014/main" id="{7E53644B-5C91-4761-A545-F44141C9AB4D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88" name="矩形">
            <a:extLst>
              <a:ext uri="{FF2B5EF4-FFF2-40B4-BE49-F238E27FC236}">
                <a16:creationId xmlns:a16="http://schemas.microsoft.com/office/drawing/2014/main" id="{FFBECF57-F6B3-491C-8D63-D6FDD493EB0E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89" name="矩形">
            <a:extLst>
              <a:ext uri="{FF2B5EF4-FFF2-40B4-BE49-F238E27FC236}">
                <a16:creationId xmlns:a16="http://schemas.microsoft.com/office/drawing/2014/main" id="{396CB25B-0778-4CF7-9781-B0EEAFB0AF52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90" name="矩形">
            <a:extLst>
              <a:ext uri="{FF2B5EF4-FFF2-40B4-BE49-F238E27FC236}">
                <a16:creationId xmlns:a16="http://schemas.microsoft.com/office/drawing/2014/main" id="{DA86B339-3F35-4527-9C6D-C411699A0BD2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91" name="矩形">
            <a:extLst>
              <a:ext uri="{FF2B5EF4-FFF2-40B4-BE49-F238E27FC236}">
                <a16:creationId xmlns:a16="http://schemas.microsoft.com/office/drawing/2014/main" id="{8FC92F2D-FD15-4220-A160-A62ECE2140C7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92" name="矩形">
            <a:extLst>
              <a:ext uri="{FF2B5EF4-FFF2-40B4-BE49-F238E27FC236}">
                <a16:creationId xmlns:a16="http://schemas.microsoft.com/office/drawing/2014/main" id="{8134AE39-0FDF-4BE8-892F-7FC0760F1F65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93" name="矩形">
            <a:extLst>
              <a:ext uri="{FF2B5EF4-FFF2-40B4-BE49-F238E27FC236}">
                <a16:creationId xmlns:a16="http://schemas.microsoft.com/office/drawing/2014/main" id="{D0A09B8F-69B2-4549-9208-3F908AE19BE9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94" name="矩形">
            <a:extLst>
              <a:ext uri="{FF2B5EF4-FFF2-40B4-BE49-F238E27FC236}">
                <a16:creationId xmlns:a16="http://schemas.microsoft.com/office/drawing/2014/main" id="{28411522-499B-4AB6-92A5-1E1B78A4DF00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95" name="矩形">
            <a:extLst>
              <a:ext uri="{FF2B5EF4-FFF2-40B4-BE49-F238E27FC236}">
                <a16:creationId xmlns:a16="http://schemas.microsoft.com/office/drawing/2014/main" id="{2EF37634-055A-4792-A96B-BF7E6428D9F0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96" name="矩形">
            <a:extLst>
              <a:ext uri="{FF2B5EF4-FFF2-40B4-BE49-F238E27FC236}">
                <a16:creationId xmlns:a16="http://schemas.microsoft.com/office/drawing/2014/main" id="{C5EC4F65-5860-4327-B129-60E085EA63ED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97" name="矩形">
            <a:extLst>
              <a:ext uri="{FF2B5EF4-FFF2-40B4-BE49-F238E27FC236}">
                <a16:creationId xmlns:a16="http://schemas.microsoft.com/office/drawing/2014/main" id="{65044910-E7C5-4473-8978-8B95B471E21F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98" name="矩形">
            <a:extLst>
              <a:ext uri="{FF2B5EF4-FFF2-40B4-BE49-F238E27FC236}">
                <a16:creationId xmlns:a16="http://schemas.microsoft.com/office/drawing/2014/main" id="{025B9396-7601-4980-822C-B97C44D0F0AE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899" name="矩形">
            <a:extLst>
              <a:ext uri="{FF2B5EF4-FFF2-40B4-BE49-F238E27FC236}">
                <a16:creationId xmlns:a16="http://schemas.microsoft.com/office/drawing/2014/main" id="{35308C30-DB06-4330-87F6-1CF5141ECE7B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00" name="矩形">
            <a:extLst>
              <a:ext uri="{FF2B5EF4-FFF2-40B4-BE49-F238E27FC236}">
                <a16:creationId xmlns:a16="http://schemas.microsoft.com/office/drawing/2014/main" id="{A5E6A20A-C2DD-4119-8BC9-8474EED455EA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01" name="矩形">
            <a:extLst>
              <a:ext uri="{FF2B5EF4-FFF2-40B4-BE49-F238E27FC236}">
                <a16:creationId xmlns:a16="http://schemas.microsoft.com/office/drawing/2014/main" id="{29E96B03-ACA9-40A7-B5E6-62F65CC061D3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02" name="矩形">
            <a:extLst>
              <a:ext uri="{FF2B5EF4-FFF2-40B4-BE49-F238E27FC236}">
                <a16:creationId xmlns:a16="http://schemas.microsoft.com/office/drawing/2014/main" id="{A67FC8EA-7F77-4F9D-8E3B-CB5A974B3023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03" name="矩形">
            <a:extLst>
              <a:ext uri="{FF2B5EF4-FFF2-40B4-BE49-F238E27FC236}">
                <a16:creationId xmlns:a16="http://schemas.microsoft.com/office/drawing/2014/main" id="{9BCCA9C6-2312-408A-869F-0441F2E23090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04" name="矩形">
            <a:extLst>
              <a:ext uri="{FF2B5EF4-FFF2-40B4-BE49-F238E27FC236}">
                <a16:creationId xmlns:a16="http://schemas.microsoft.com/office/drawing/2014/main" id="{038DCB8D-FD12-437D-8137-9661EA7A722F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05" name="矩形">
            <a:extLst>
              <a:ext uri="{FF2B5EF4-FFF2-40B4-BE49-F238E27FC236}">
                <a16:creationId xmlns:a16="http://schemas.microsoft.com/office/drawing/2014/main" id="{A6FB2794-4022-4D09-8FFB-1A315526AAE0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906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907" name="矩形">
            <a:extLst>
              <a:ext uri="{FF2B5EF4-FFF2-40B4-BE49-F238E27FC236}">
                <a16:creationId xmlns:a16="http://schemas.microsoft.com/office/drawing/2014/main" id="{4ED89296-8736-44A4-ABF1-93810DFB8C82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08" name="CEBRA-WP：静态规划层 + 运行时自适应层">
            <a:extLst>
              <a:ext uri="{FF2B5EF4-FFF2-40B4-BE49-F238E27FC236}">
                <a16:creationId xmlns:a16="http://schemas.microsoft.com/office/drawing/2014/main" id="{33F1D72B-C228-49DD-BEFE-6A835265D559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CEBRA-WP：静态规划层 + 运行时自适应层</a:t>
            </a:r>
          </a:p>
        </p:txBody>
      </p:sp>
      <p:sp>
        <p:nvSpPr>
          <p:cNvPr id="909" name="矩形">
            <a:extLst>
              <a:ext uri="{FF2B5EF4-FFF2-40B4-BE49-F238E27FC236}">
                <a16:creationId xmlns:a16="http://schemas.microsoft.com/office/drawing/2014/main" id="{7AD99034-1AF5-440A-A944-2649652C58B0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910" name="ALGORITHM">
            <a:extLst>
              <a:ext uri="{FF2B5EF4-FFF2-40B4-BE49-F238E27FC236}">
                <a16:creationId xmlns:a16="http://schemas.microsoft.com/office/drawing/2014/main" id="{FBED2CF6-0EF6-445B-8BBB-FD305BB11CDB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ALGORITHM</a:t>
            </a:r>
          </a:p>
        </p:txBody>
      </p:sp>
      <p:sp>
        <p:nvSpPr>
          <p:cNvPr id="912" name="圆角矩形 985">
            <a:extLst>
              <a:ext uri="{FF2B5EF4-FFF2-40B4-BE49-F238E27FC236}">
                <a16:creationId xmlns:a16="http://schemas.microsoft.com/office/drawing/2014/main" id="{F98C1EAB-7E48-4AEE-9305-3D2A740B2A88}"/>
              </a:ext>
            </a:extLst>
          </p:cNvPr>
          <p:cNvSpPr>
            <a:spLocks noGrp="1"/>
          </p:cNvSpPr>
          <p:nvPr/>
        </p:nvSpPr>
        <p:spPr>
          <a:xfrm>
            <a:off x="714375" y="1285875"/>
            <a:ext cx="2000250" cy="1038225"/>
          </a:xfrm>
          <a:prstGeom prst="roundRect">
            <a:avLst>
              <a:gd name="adj" fmla="val 7339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913" name="矩形">
            <a:extLst>
              <a:ext uri="{FF2B5EF4-FFF2-40B4-BE49-F238E27FC236}">
                <a16:creationId xmlns:a16="http://schemas.microsoft.com/office/drawing/2014/main" id="{3C1AC4C8-77CB-414D-991C-A6B0073E4DC2}"/>
              </a:ext>
            </a:extLst>
          </p:cNvPr>
          <p:cNvSpPr>
            <a:spLocks noGrp="1"/>
          </p:cNvSpPr>
          <p:nvPr/>
        </p:nvSpPr>
        <p:spPr>
          <a:xfrm>
            <a:off x="885825" y="1419225"/>
            <a:ext cx="1657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14" name="静态规划层">
            <a:extLst>
              <a:ext uri="{FF2B5EF4-FFF2-40B4-BE49-F238E27FC236}">
                <a16:creationId xmlns:a16="http://schemas.microsoft.com/office/drawing/2014/main" id="{CACBB164-9665-4F37-8F0D-64E287E87A7A}"/>
              </a:ext>
            </a:extLst>
          </p:cNvPr>
          <p:cNvSpPr>
            <a:spLocks noGrp="1"/>
          </p:cNvSpPr>
          <p:nvPr/>
        </p:nvSpPr>
        <p:spPr>
          <a:xfrm>
            <a:off x="885825" y="1419225"/>
            <a:ext cx="165735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静态规划层</a:t>
            </a:r>
          </a:p>
        </p:txBody>
      </p:sp>
      <p:sp>
        <p:nvSpPr>
          <p:cNvPr id="915" name="矩形">
            <a:extLst>
              <a:ext uri="{FF2B5EF4-FFF2-40B4-BE49-F238E27FC236}">
                <a16:creationId xmlns:a16="http://schemas.microsoft.com/office/drawing/2014/main" id="{BC9289B0-0038-464D-90FE-A61A3DC65EDA}"/>
              </a:ext>
            </a:extLst>
          </p:cNvPr>
          <p:cNvSpPr>
            <a:spLocks noGrp="1"/>
          </p:cNvSpPr>
          <p:nvPr/>
        </p:nvSpPr>
        <p:spPr>
          <a:xfrm>
            <a:off x="885825" y="1724023"/>
            <a:ext cx="1657350" cy="48577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16" name="候选生成…">
            <a:extLst>
              <a:ext uri="{FF2B5EF4-FFF2-40B4-BE49-F238E27FC236}">
                <a16:creationId xmlns:a16="http://schemas.microsoft.com/office/drawing/2014/main" id="{9960B626-C1DE-4ECA-8832-316D9D7C5AB2}"/>
              </a:ext>
            </a:extLst>
          </p:cNvPr>
          <p:cNvSpPr>
            <a:spLocks noGrp="1"/>
          </p:cNvSpPr>
          <p:nvPr/>
        </p:nvSpPr>
        <p:spPr>
          <a:xfrm>
            <a:off x="885825" y="1724024"/>
            <a:ext cx="1657350" cy="533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候选生成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硬可行性过滤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静态评分</a:t>
            </a:r>
          </a:p>
        </p:txBody>
      </p:sp>
      <p:sp>
        <p:nvSpPr>
          <p:cNvPr id="917" name="矩形">
            <a:extLst>
              <a:ext uri="{FF2B5EF4-FFF2-40B4-BE49-F238E27FC236}">
                <a16:creationId xmlns:a16="http://schemas.microsoft.com/office/drawing/2014/main" id="{DE4D57C2-3C99-4D58-9F5D-930620FCDA66}"/>
              </a:ext>
            </a:extLst>
          </p:cNvPr>
          <p:cNvSpPr>
            <a:spLocks noGrp="1"/>
          </p:cNvSpPr>
          <p:nvPr/>
        </p:nvSpPr>
        <p:spPr>
          <a:xfrm>
            <a:off x="2781300" y="1571625"/>
            <a:ext cx="247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918" name="→">
            <a:extLst>
              <a:ext uri="{FF2B5EF4-FFF2-40B4-BE49-F238E27FC236}">
                <a16:creationId xmlns:a16="http://schemas.microsoft.com/office/drawing/2014/main" id="{DAC85DC6-EDFC-4B24-86D8-33843453C4CC}"/>
              </a:ext>
            </a:extLst>
          </p:cNvPr>
          <p:cNvSpPr>
            <a:spLocks noGrp="1"/>
          </p:cNvSpPr>
          <p:nvPr/>
        </p:nvSpPr>
        <p:spPr>
          <a:xfrm>
            <a:off x="2781300" y="1571625"/>
            <a:ext cx="24765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919" name="圆角矩形 989">
            <a:extLst>
              <a:ext uri="{FF2B5EF4-FFF2-40B4-BE49-F238E27FC236}">
                <a16:creationId xmlns:a16="http://schemas.microsoft.com/office/drawing/2014/main" id="{E1C4577B-EEBF-48ED-BED4-3DFC712B857D}"/>
              </a:ext>
            </a:extLst>
          </p:cNvPr>
          <p:cNvSpPr>
            <a:spLocks noGrp="1"/>
          </p:cNvSpPr>
          <p:nvPr/>
        </p:nvSpPr>
        <p:spPr>
          <a:xfrm>
            <a:off x="3143250" y="1285875"/>
            <a:ext cx="2238375" cy="1038225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920" name="矩形">
            <a:extLst>
              <a:ext uri="{FF2B5EF4-FFF2-40B4-BE49-F238E27FC236}">
                <a16:creationId xmlns:a16="http://schemas.microsoft.com/office/drawing/2014/main" id="{EB373FF9-3BF9-4F4F-B734-88E2D8B4B066}"/>
              </a:ext>
            </a:extLst>
          </p:cNvPr>
          <p:cNvSpPr>
            <a:spLocks noGrp="1"/>
          </p:cNvSpPr>
          <p:nvPr/>
        </p:nvSpPr>
        <p:spPr>
          <a:xfrm>
            <a:off x="3314700" y="1419225"/>
            <a:ext cx="18954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21" name="Top-K 候选">
            <a:extLst>
              <a:ext uri="{FF2B5EF4-FFF2-40B4-BE49-F238E27FC236}">
                <a16:creationId xmlns:a16="http://schemas.microsoft.com/office/drawing/2014/main" id="{8FBA5705-F648-4D6D-A4C4-7A62FB2889E3}"/>
              </a:ext>
            </a:extLst>
          </p:cNvPr>
          <p:cNvSpPr>
            <a:spLocks noGrp="1"/>
          </p:cNvSpPr>
          <p:nvPr/>
        </p:nvSpPr>
        <p:spPr>
          <a:xfrm>
            <a:off x="3314700" y="1419225"/>
            <a:ext cx="1895475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Top-K 候选</a:t>
            </a:r>
          </a:p>
        </p:txBody>
      </p:sp>
      <p:sp>
        <p:nvSpPr>
          <p:cNvPr id="922" name="矩形">
            <a:extLst>
              <a:ext uri="{FF2B5EF4-FFF2-40B4-BE49-F238E27FC236}">
                <a16:creationId xmlns:a16="http://schemas.microsoft.com/office/drawing/2014/main" id="{C468CC7C-D8ED-4F20-AEAC-588BAD8CF96B}"/>
              </a:ext>
            </a:extLst>
          </p:cNvPr>
          <p:cNvSpPr>
            <a:spLocks noGrp="1"/>
          </p:cNvSpPr>
          <p:nvPr/>
        </p:nvSpPr>
        <p:spPr>
          <a:xfrm>
            <a:off x="3314700" y="1724024"/>
            <a:ext cx="1895475" cy="48577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23" name="Plan / Patch / Replan…">
            <a:extLst>
              <a:ext uri="{FF2B5EF4-FFF2-40B4-BE49-F238E27FC236}">
                <a16:creationId xmlns:a16="http://schemas.microsoft.com/office/drawing/2014/main" id="{F01B51CC-16FE-4297-8378-A208DEF5CE50}"/>
              </a:ext>
            </a:extLst>
          </p:cNvPr>
          <p:cNvSpPr>
            <a:spLocks noGrp="1"/>
          </p:cNvSpPr>
          <p:nvPr/>
        </p:nvSpPr>
        <p:spPr>
          <a:xfrm>
            <a:off x="3314700" y="1724023"/>
            <a:ext cx="1895475" cy="330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Plan / Patch / Replan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保留多样候选</a:t>
            </a:r>
          </a:p>
        </p:txBody>
      </p:sp>
      <p:sp>
        <p:nvSpPr>
          <p:cNvPr id="924" name="矩形">
            <a:extLst>
              <a:ext uri="{FF2B5EF4-FFF2-40B4-BE49-F238E27FC236}">
                <a16:creationId xmlns:a16="http://schemas.microsoft.com/office/drawing/2014/main" id="{1839EBF5-6A12-445C-8BF0-D808D156CD0E}"/>
              </a:ext>
            </a:extLst>
          </p:cNvPr>
          <p:cNvSpPr>
            <a:spLocks noGrp="1"/>
          </p:cNvSpPr>
          <p:nvPr/>
        </p:nvSpPr>
        <p:spPr>
          <a:xfrm>
            <a:off x="5448300" y="1571625"/>
            <a:ext cx="247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925" name="→">
            <a:extLst>
              <a:ext uri="{FF2B5EF4-FFF2-40B4-BE49-F238E27FC236}">
                <a16:creationId xmlns:a16="http://schemas.microsoft.com/office/drawing/2014/main" id="{71F0303C-E616-4515-985C-158AA8B05374}"/>
              </a:ext>
            </a:extLst>
          </p:cNvPr>
          <p:cNvSpPr>
            <a:spLocks noGrp="1"/>
          </p:cNvSpPr>
          <p:nvPr/>
        </p:nvSpPr>
        <p:spPr>
          <a:xfrm>
            <a:off x="5448300" y="1571625"/>
            <a:ext cx="24765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926" name="圆角矩形 993">
            <a:extLst>
              <a:ext uri="{FF2B5EF4-FFF2-40B4-BE49-F238E27FC236}">
                <a16:creationId xmlns:a16="http://schemas.microsoft.com/office/drawing/2014/main" id="{0B503A30-869D-45C8-B77B-D3BD25E825D9}"/>
              </a:ext>
            </a:extLst>
          </p:cNvPr>
          <p:cNvSpPr>
            <a:spLocks noGrp="1"/>
          </p:cNvSpPr>
          <p:nvPr/>
        </p:nvSpPr>
        <p:spPr>
          <a:xfrm>
            <a:off x="5810250" y="1285875"/>
            <a:ext cx="2238375" cy="1038225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927" name="矩形">
            <a:extLst>
              <a:ext uri="{FF2B5EF4-FFF2-40B4-BE49-F238E27FC236}">
                <a16:creationId xmlns:a16="http://schemas.microsoft.com/office/drawing/2014/main" id="{214ADE52-EF2C-4F0D-92E4-7622BAA743FC}"/>
              </a:ext>
            </a:extLst>
          </p:cNvPr>
          <p:cNvSpPr>
            <a:spLocks noGrp="1"/>
          </p:cNvSpPr>
          <p:nvPr/>
        </p:nvSpPr>
        <p:spPr>
          <a:xfrm>
            <a:off x="5981700" y="1419225"/>
            <a:ext cx="18954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28" name="执行与观测">
            <a:extLst>
              <a:ext uri="{FF2B5EF4-FFF2-40B4-BE49-F238E27FC236}">
                <a16:creationId xmlns:a16="http://schemas.microsoft.com/office/drawing/2014/main" id="{83118139-8240-453D-A0B6-53DB4B7A2F83}"/>
              </a:ext>
            </a:extLst>
          </p:cNvPr>
          <p:cNvSpPr>
            <a:spLocks noGrp="1"/>
          </p:cNvSpPr>
          <p:nvPr/>
        </p:nvSpPr>
        <p:spPr>
          <a:xfrm>
            <a:off x="5981700" y="1419225"/>
            <a:ext cx="1895475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执行与观测</a:t>
            </a:r>
          </a:p>
        </p:txBody>
      </p:sp>
      <p:sp>
        <p:nvSpPr>
          <p:cNvPr id="929" name="矩形">
            <a:extLst>
              <a:ext uri="{FF2B5EF4-FFF2-40B4-BE49-F238E27FC236}">
                <a16:creationId xmlns:a16="http://schemas.microsoft.com/office/drawing/2014/main" id="{497D11BA-CBD1-4A5C-A429-BDDBD331A79C}"/>
              </a:ext>
            </a:extLst>
          </p:cNvPr>
          <p:cNvSpPr>
            <a:spLocks noGrp="1"/>
          </p:cNvSpPr>
          <p:nvPr/>
        </p:nvSpPr>
        <p:spPr>
          <a:xfrm>
            <a:off x="5981700" y="1724024"/>
            <a:ext cx="1895475" cy="48577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30" name="StepResult…">
            <a:extLst>
              <a:ext uri="{FF2B5EF4-FFF2-40B4-BE49-F238E27FC236}">
                <a16:creationId xmlns:a16="http://schemas.microsoft.com/office/drawing/2014/main" id="{0A2C4D2F-196D-44D4-AF12-3F88B4E36260}"/>
              </a:ext>
            </a:extLst>
          </p:cNvPr>
          <p:cNvSpPr>
            <a:spLocks noGrp="1"/>
          </p:cNvSpPr>
          <p:nvPr/>
        </p:nvSpPr>
        <p:spPr>
          <a:xfrm>
            <a:off x="5981700" y="1724023"/>
            <a:ext cx="1895475" cy="4826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StepResult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SafetyResult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失败与预算历史</a:t>
            </a:r>
          </a:p>
        </p:txBody>
      </p:sp>
      <p:sp>
        <p:nvSpPr>
          <p:cNvPr id="931" name="矩形">
            <a:extLst>
              <a:ext uri="{FF2B5EF4-FFF2-40B4-BE49-F238E27FC236}">
                <a16:creationId xmlns:a16="http://schemas.microsoft.com/office/drawing/2014/main" id="{52A42399-795C-46D6-8081-AD50D1853665}"/>
              </a:ext>
            </a:extLst>
          </p:cNvPr>
          <p:cNvSpPr>
            <a:spLocks noGrp="1"/>
          </p:cNvSpPr>
          <p:nvPr/>
        </p:nvSpPr>
        <p:spPr>
          <a:xfrm>
            <a:off x="8115300" y="1571625"/>
            <a:ext cx="247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932" name="→">
            <a:extLst>
              <a:ext uri="{FF2B5EF4-FFF2-40B4-BE49-F238E27FC236}">
                <a16:creationId xmlns:a16="http://schemas.microsoft.com/office/drawing/2014/main" id="{5BE5959A-613E-46B6-898C-4DD5916A4F5D}"/>
              </a:ext>
            </a:extLst>
          </p:cNvPr>
          <p:cNvSpPr>
            <a:spLocks noGrp="1"/>
          </p:cNvSpPr>
          <p:nvPr/>
        </p:nvSpPr>
        <p:spPr>
          <a:xfrm>
            <a:off x="8115300" y="1571625"/>
            <a:ext cx="24765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933" name="圆角矩形 997">
            <a:extLst>
              <a:ext uri="{FF2B5EF4-FFF2-40B4-BE49-F238E27FC236}">
                <a16:creationId xmlns:a16="http://schemas.microsoft.com/office/drawing/2014/main" id="{ABFA305A-223C-4627-9D73-846BE03F625D}"/>
              </a:ext>
            </a:extLst>
          </p:cNvPr>
          <p:cNvSpPr>
            <a:spLocks noGrp="1"/>
          </p:cNvSpPr>
          <p:nvPr/>
        </p:nvSpPr>
        <p:spPr>
          <a:xfrm>
            <a:off x="8477250" y="1285875"/>
            <a:ext cx="2238375" cy="1038225"/>
          </a:xfrm>
          <a:prstGeom prst="roundRect">
            <a:avLst>
              <a:gd name="adj" fmla="val 7339"/>
            </a:avLst>
          </a:prstGeom>
          <a:solidFill>
            <a:srgbClr val="0052A5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934" name="矩形">
            <a:extLst>
              <a:ext uri="{FF2B5EF4-FFF2-40B4-BE49-F238E27FC236}">
                <a16:creationId xmlns:a16="http://schemas.microsoft.com/office/drawing/2014/main" id="{222B030D-9D49-4A2C-8AAC-9CCFE5C9706B}"/>
              </a:ext>
            </a:extLst>
          </p:cNvPr>
          <p:cNvSpPr>
            <a:spLocks noGrp="1"/>
          </p:cNvSpPr>
          <p:nvPr/>
        </p:nvSpPr>
        <p:spPr>
          <a:xfrm>
            <a:off x="8648700" y="1419225"/>
            <a:ext cx="18954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35" name="运行时自适应层">
            <a:extLst>
              <a:ext uri="{FF2B5EF4-FFF2-40B4-BE49-F238E27FC236}">
                <a16:creationId xmlns:a16="http://schemas.microsoft.com/office/drawing/2014/main" id="{B74248B6-AD63-446D-9433-BB6AE90C71DD}"/>
              </a:ext>
            </a:extLst>
          </p:cNvPr>
          <p:cNvSpPr>
            <a:spLocks noGrp="1"/>
          </p:cNvSpPr>
          <p:nvPr/>
        </p:nvSpPr>
        <p:spPr>
          <a:xfrm>
            <a:off x="8648700" y="1419225"/>
            <a:ext cx="1895475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运行时自适应层</a:t>
            </a:r>
          </a:p>
        </p:txBody>
      </p:sp>
      <p:sp>
        <p:nvSpPr>
          <p:cNvPr id="936" name="矩形">
            <a:extLst>
              <a:ext uri="{FF2B5EF4-FFF2-40B4-BE49-F238E27FC236}">
                <a16:creationId xmlns:a16="http://schemas.microsoft.com/office/drawing/2014/main" id="{14205C12-A372-476A-9A4E-98EFD6BCFF0A}"/>
              </a:ext>
            </a:extLst>
          </p:cNvPr>
          <p:cNvSpPr>
            <a:spLocks noGrp="1"/>
          </p:cNvSpPr>
          <p:nvPr/>
        </p:nvSpPr>
        <p:spPr>
          <a:xfrm>
            <a:off x="8648700" y="1724023"/>
            <a:ext cx="1895475" cy="48577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37" name="Lite state…">
            <a:extLst>
              <a:ext uri="{FF2B5EF4-FFF2-40B4-BE49-F238E27FC236}">
                <a16:creationId xmlns:a16="http://schemas.microsoft.com/office/drawing/2014/main" id="{CFF1D7EF-D494-48E5-8533-896D29945355}"/>
              </a:ext>
            </a:extLst>
          </p:cNvPr>
          <p:cNvSpPr>
            <a:spLocks noGrp="1"/>
          </p:cNvSpPr>
          <p:nvPr/>
        </p:nvSpPr>
        <p:spPr>
          <a:xfrm>
            <a:off x="8648700" y="1724024"/>
            <a:ext cx="1895475" cy="5080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Lite state</a:t>
            </a:r>
          </a:p>
          <a:p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候选重排</a:t>
            </a:r>
          </a:p>
          <a:p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动作选择</a:t>
            </a:r>
          </a:p>
        </p:txBody>
      </p:sp>
      <p:sp>
        <p:nvSpPr>
          <p:cNvPr id="938" name="圆角矩形 1000">
            <a:extLst>
              <a:ext uri="{FF2B5EF4-FFF2-40B4-BE49-F238E27FC236}">
                <a16:creationId xmlns:a16="http://schemas.microsoft.com/office/drawing/2014/main" id="{63B4349A-879F-4DC7-A258-07B81441464F}"/>
              </a:ext>
            </a:extLst>
          </p:cNvPr>
          <p:cNvSpPr>
            <a:spLocks noGrp="1"/>
          </p:cNvSpPr>
          <p:nvPr/>
        </p:nvSpPr>
        <p:spPr>
          <a:xfrm>
            <a:off x="1762125" y="2762250"/>
            <a:ext cx="2524125" cy="904875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939" name="矩形">
            <a:extLst>
              <a:ext uri="{FF2B5EF4-FFF2-40B4-BE49-F238E27FC236}">
                <a16:creationId xmlns:a16="http://schemas.microsoft.com/office/drawing/2014/main" id="{7E8B694E-E1CB-4913-9944-A6C7E7C7AADA}"/>
              </a:ext>
            </a:extLst>
          </p:cNvPr>
          <p:cNvSpPr>
            <a:spLocks noGrp="1"/>
          </p:cNvSpPr>
          <p:nvPr/>
        </p:nvSpPr>
        <p:spPr>
          <a:xfrm>
            <a:off x="1933575" y="2895600"/>
            <a:ext cx="21812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40" name="输入">
            <a:extLst>
              <a:ext uri="{FF2B5EF4-FFF2-40B4-BE49-F238E27FC236}">
                <a16:creationId xmlns:a16="http://schemas.microsoft.com/office/drawing/2014/main" id="{E3F72A8D-7541-46C1-AFB6-3C7E709E2DDD}"/>
              </a:ext>
            </a:extLst>
          </p:cNvPr>
          <p:cNvSpPr>
            <a:spLocks noGrp="1"/>
          </p:cNvSpPr>
          <p:nvPr/>
        </p:nvSpPr>
        <p:spPr>
          <a:xfrm>
            <a:off x="1933575" y="2895600"/>
            <a:ext cx="2181225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输入</a:t>
            </a:r>
          </a:p>
        </p:txBody>
      </p:sp>
      <p:sp>
        <p:nvSpPr>
          <p:cNvPr id="941" name="矩形">
            <a:extLst>
              <a:ext uri="{FF2B5EF4-FFF2-40B4-BE49-F238E27FC236}">
                <a16:creationId xmlns:a16="http://schemas.microsoft.com/office/drawing/2014/main" id="{E819B13E-EAF5-47FE-8C5A-0260BC06AEBB}"/>
              </a:ext>
            </a:extLst>
          </p:cNvPr>
          <p:cNvSpPr>
            <a:spLocks noGrp="1"/>
          </p:cNvSpPr>
          <p:nvPr/>
        </p:nvSpPr>
        <p:spPr>
          <a:xfrm>
            <a:off x="1933575" y="3200399"/>
            <a:ext cx="2181225" cy="39052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42" name="Task / Constraints / ToolKG…">
            <a:extLst>
              <a:ext uri="{FF2B5EF4-FFF2-40B4-BE49-F238E27FC236}">
                <a16:creationId xmlns:a16="http://schemas.microsoft.com/office/drawing/2014/main" id="{1E356A7D-CAC2-4483-AA28-CF8B8A048D75}"/>
              </a:ext>
            </a:extLst>
          </p:cNvPr>
          <p:cNvSpPr>
            <a:spLocks noGrp="1"/>
          </p:cNvSpPr>
          <p:nvPr/>
        </p:nvSpPr>
        <p:spPr>
          <a:xfrm>
            <a:off x="1933575" y="3200398"/>
            <a:ext cx="2181225" cy="304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Task / Constraints / ToolKG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runtime_context / policy</a:t>
            </a:r>
          </a:p>
        </p:txBody>
      </p:sp>
      <p:sp>
        <p:nvSpPr>
          <p:cNvPr id="943" name="矩形">
            <a:extLst>
              <a:ext uri="{FF2B5EF4-FFF2-40B4-BE49-F238E27FC236}">
                <a16:creationId xmlns:a16="http://schemas.microsoft.com/office/drawing/2014/main" id="{737FAB61-993F-4227-9630-581EF8B23633}"/>
              </a:ext>
            </a:extLst>
          </p:cNvPr>
          <p:cNvSpPr>
            <a:spLocks noGrp="1"/>
          </p:cNvSpPr>
          <p:nvPr/>
        </p:nvSpPr>
        <p:spPr>
          <a:xfrm>
            <a:off x="4333875" y="3086100"/>
            <a:ext cx="247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944" name="→">
            <a:extLst>
              <a:ext uri="{FF2B5EF4-FFF2-40B4-BE49-F238E27FC236}">
                <a16:creationId xmlns:a16="http://schemas.microsoft.com/office/drawing/2014/main" id="{E36F5DAA-D2D6-4750-9528-518BEC8FE0FC}"/>
              </a:ext>
            </a:extLst>
          </p:cNvPr>
          <p:cNvSpPr>
            <a:spLocks noGrp="1"/>
          </p:cNvSpPr>
          <p:nvPr/>
        </p:nvSpPr>
        <p:spPr>
          <a:xfrm>
            <a:off x="4333875" y="3086100"/>
            <a:ext cx="24765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945" name="圆角矩形 1004">
            <a:extLst>
              <a:ext uri="{FF2B5EF4-FFF2-40B4-BE49-F238E27FC236}">
                <a16:creationId xmlns:a16="http://schemas.microsoft.com/office/drawing/2014/main" id="{0EA5F1DF-9F23-4770-AD32-BEB7D1B2F46D}"/>
              </a:ext>
            </a:extLst>
          </p:cNvPr>
          <p:cNvSpPr>
            <a:spLocks noGrp="1"/>
          </p:cNvSpPr>
          <p:nvPr/>
        </p:nvSpPr>
        <p:spPr>
          <a:xfrm>
            <a:off x="4762500" y="2762250"/>
            <a:ext cx="2667000" cy="904875"/>
          </a:xfrm>
          <a:prstGeom prst="roundRect">
            <a:avLst>
              <a:gd name="adj" fmla="val 8421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946" name="矩形">
            <a:extLst>
              <a:ext uri="{FF2B5EF4-FFF2-40B4-BE49-F238E27FC236}">
                <a16:creationId xmlns:a16="http://schemas.microsoft.com/office/drawing/2014/main" id="{64CE4FC9-0946-4087-9FB1-A4BB4E2A8FEC}"/>
              </a:ext>
            </a:extLst>
          </p:cNvPr>
          <p:cNvSpPr>
            <a:spLocks noGrp="1"/>
          </p:cNvSpPr>
          <p:nvPr/>
        </p:nvSpPr>
        <p:spPr>
          <a:xfrm>
            <a:off x="4933950" y="2895600"/>
            <a:ext cx="2324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47" name="核心状态">
            <a:extLst>
              <a:ext uri="{FF2B5EF4-FFF2-40B4-BE49-F238E27FC236}">
                <a16:creationId xmlns:a16="http://schemas.microsoft.com/office/drawing/2014/main" id="{21625023-5D9E-4060-8F4D-616762A2E268}"/>
              </a:ext>
            </a:extLst>
          </p:cNvPr>
          <p:cNvSpPr>
            <a:spLocks noGrp="1"/>
          </p:cNvSpPr>
          <p:nvPr/>
        </p:nvSpPr>
        <p:spPr>
          <a:xfrm>
            <a:off x="4933950" y="2895600"/>
            <a:ext cx="232410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核心状态</a:t>
            </a:r>
          </a:p>
        </p:txBody>
      </p:sp>
      <p:sp>
        <p:nvSpPr>
          <p:cNvPr id="948" name="矩形">
            <a:extLst>
              <a:ext uri="{FF2B5EF4-FFF2-40B4-BE49-F238E27FC236}">
                <a16:creationId xmlns:a16="http://schemas.microsoft.com/office/drawing/2014/main" id="{F2261920-3BD0-4C71-8B27-2EFF5BAB50F1}"/>
              </a:ext>
            </a:extLst>
          </p:cNvPr>
          <p:cNvSpPr>
            <a:spLocks noGrp="1"/>
          </p:cNvSpPr>
          <p:nvPr/>
        </p:nvSpPr>
        <p:spPr>
          <a:xfrm>
            <a:off x="4933950" y="3200399"/>
            <a:ext cx="2324100" cy="39052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49" name="x_t = [success, structural_failure,…">
            <a:extLst>
              <a:ext uri="{FF2B5EF4-FFF2-40B4-BE49-F238E27FC236}">
                <a16:creationId xmlns:a16="http://schemas.microsoft.com/office/drawing/2014/main" id="{341E076C-4D4A-4251-8EDE-71EDC851FBB2}"/>
              </a:ext>
            </a:extLst>
          </p:cNvPr>
          <p:cNvSpPr>
            <a:spLocks noGrp="1"/>
          </p:cNvSpPr>
          <p:nvPr/>
        </p:nvSpPr>
        <p:spPr>
          <a:xfrm>
            <a:off x="4933950" y="3200398"/>
            <a:ext cx="2324100" cy="279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x_t = [success, structural_failure,</a:t>
            </a:r>
          </a:p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recovery_margin, cost, evidence]</a:t>
            </a:r>
          </a:p>
        </p:txBody>
      </p:sp>
      <p:sp>
        <p:nvSpPr>
          <p:cNvPr id="950" name="矩形">
            <a:extLst>
              <a:ext uri="{FF2B5EF4-FFF2-40B4-BE49-F238E27FC236}">
                <a16:creationId xmlns:a16="http://schemas.microsoft.com/office/drawing/2014/main" id="{CBF04B68-DE43-4B20-AC1A-0BB3657D55EA}"/>
              </a:ext>
            </a:extLst>
          </p:cNvPr>
          <p:cNvSpPr>
            <a:spLocks noGrp="1"/>
          </p:cNvSpPr>
          <p:nvPr/>
        </p:nvSpPr>
        <p:spPr>
          <a:xfrm>
            <a:off x="7477125" y="3086100"/>
            <a:ext cx="247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951" name="→">
            <a:extLst>
              <a:ext uri="{FF2B5EF4-FFF2-40B4-BE49-F238E27FC236}">
                <a16:creationId xmlns:a16="http://schemas.microsoft.com/office/drawing/2014/main" id="{81FFD0E5-450F-4DF1-B2E5-0794E27C658F}"/>
              </a:ext>
            </a:extLst>
          </p:cNvPr>
          <p:cNvSpPr>
            <a:spLocks noGrp="1"/>
          </p:cNvSpPr>
          <p:nvPr/>
        </p:nvSpPr>
        <p:spPr>
          <a:xfrm>
            <a:off x="7477125" y="3086100"/>
            <a:ext cx="24765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952" name="圆角矩形 1008">
            <a:extLst>
              <a:ext uri="{FF2B5EF4-FFF2-40B4-BE49-F238E27FC236}">
                <a16:creationId xmlns:a16="http://schemas.microsoft.com/office/drawing/2014/main" id="{298D2D13-00CB-4190-944F-938E144B5B80}"/>
              </a:ext>
            </a:extLst>
          </p:cNvPr>
          <p:cNvSpPr>
            <a:spLocks noGrp="1"/>
          </p:cNvSpPr>
          <p:nvPr/>
        </p:nvSpPr>
        <p:spPr>
          <a:xfrm>
            <a:off x="7905750" y="2762250"/>
            <a:ext cx="2524125" cy="904875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953" name="矩形">
            <a:extLst>
              <a:ext uri="{FF2B5EF4-FFF2-40B4-BE49-F238E27FC236}">
                <a16:creationId xmlns:a16="http://schemas.microsoft.com/office/drawing/2014/main" id="{E532A795-5BCC-4DB9-9854-7C355DAD301D}"/>
              </a:ext>
            </a:extLst>
          </p:cNvPr>
          <p:cNvSpPr>
            <a:spLocks noGrp="1"/>
          </p:cNvSpPr>
          <p:nvPr/>
        </p:nvSpPr>
        <p:spPr>
          <a:xfrm>
            <a:off x="8077200" y="2895600"/>
            <a:ext cx="21812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54" name="输出">
            <a:extLst>
              <a:ext uri="{FF2B5EF4-FFF2-40B4-BE49-F238E27FC236}">
                <a16:creationId xmlns:a16="http://schemas.microsoft.com/office/drawing/2014/main" id="{EE3D5B57-B8F5-4D1F-8B05-574EEE916C90}"/>
              </a:ext>
            </a:extLst>
          </p:cNvPr>
          <p:cNvSpPr>
            <a:spLocks noGrp="1"/>
          </p:cNvSpPr>
          <p:nvPr/>
        </p:nvSpPr>
        <p:spPr>
          <a:xfrm>
            <a:off x="8077200" y="2895600"/>
            <a:ext cx="2181225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输出</a:t>
            </a:r>
          </a:p>
        </p:txBody>
      </p:sp>
      <p:sp>
        <p:nvSpPr>
          <p:cNvPr id="955" name="矩形">
            <a:extLst>
              <a:ext uri="{FF2B5EF4-FFF2-40B4-BE49-F238E27FC236}">
                <a16:creationId xmlns:a16="http://schemas.microsoft.com/office/drawing/2014/main" id="{B12E70F2-D675-4FF4-A779-10C42DC66411}"/>
              </a:ext>
            </a:extLst>
          </p:cNvPr>
          <p:cNvSpPr>
            <a:spLocks noGrp="1"/>
          </p:cNvSpPr>
          <p:nvPr/>
        </p:nvSpPr>
        <p:spPr>
          <a:xfrm>
            <a:off x="8077200" y="3200399"/>
            <a:ext cx="2181225" cy="39052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56" name="continue / patch_local…">
            <a:extLst>
              <a:ext uri="{FF2B5EF4-FFF2-40B4-BE49-F238E27FC236}">
                <a16:creationId xmlns:a16="http://schemas.microsoft.com/office/drawing/2014/main" id="{FB901B5B-8013-43A8-AA22-4CFB0D8C27CE}"/>
              </a:ext>
            </a:extLst>
          </p:cNvPr>
          <p:cNvSpPr>
            <a:spLocks noGrp="1"/>
          </p:cNvSpPr>
          <p:nvPr/>
        </p:nvSpPr>
        <p:spPr>
          <a:xfrm>
            <a:off x="8077200" y="3200398"/>
            <a:ext cx="2181225" cy="330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continue / patch_local</a:t>
            </a:r>
          </a:p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suffix_replan / stop</a:t>
            </a:r>
          </a:p>
        </p:txBody>
      </p:sp>
      <p:sp>
        <p:nvSpPr>
          <p:cNvPr id="957" name="矩形">
            <a:extLst>
              <a:ext uri="{FF2B5EF4-FFF2-40B4-BE49-F238E27FC236}">
                <a16:creationId xmlns:a16="http://schemas.microsoft.com/office/drawing/2014/main" id="{AA7B1813-C395-484E-9E0D-880656D52736}"/>
              </a:ext>
            </a:extLst>
          </p:cNvPr>
          <p:cNvSpPr>
            <a:spLocks noGrp="1"/>
          </p:cNvSpPr>
          <p:nvPr/>
        </p:nvSpPr>
        <p:spPr>
          <a:xfrm>
            <a:off x="1352550" y="4762498"/>
            <a:ext cx="9525000" cy="3238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58" name="核心边界：运行时状态只修正已合法候选，不覆盖 tool / schema / I-O / safety / budget 硬约束。">
            <a:extLst>
              <a:ext uri="{FF2B5EF4-FFF2-40B4-BE49-F238E27FC236}">
                <a16:creationId xmlns:a16="http://schemas.microsoft.com/office/drawing/2014/main" id="{E62F6321-7E87-4A3F-B85A-C18B122888F6}"/>
              </a:ext>
            </a:extLst>
          </p:cNvPr>
          <p:cNvSpPr>
            <a:spLocks noGrp="1"/>
          </p:cNvSpPr>
          <p:nvPr/>
        </p:nvSpPr>
        <p:spPr>
          <a:xfrm>
            <a:off x="1352550" y="4762498"/>
            <a:ext cx="9525000" cy="266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核心边界：运行时状态只修正已合法候选，不覆盖 tool / schema / I-O / safety / budget 硬约束。</a:t>
            </a:r>
          </a:p>
        </p:txBody>
      </p:sp>
      <p:sp>
        <p:nvSpPr>
          <p:cNvPr id="964" name="矩形 963">
            <a:extLst>
              <a:ext uri="{FF2B5EF4-FFF2-40B4-BE49-F238E27FC236}">
                <a16:creationId xmlns:a16="http://schemas.microsoft.com/office/drawing/2014/main" id="{42B11A32-8B60-46E8-81F2-18BA1C178675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07259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矩形">
            <a:extLst>
              <a:ext uri="{FF2B5EF4-FFF2-40B4-BE49-F238E27FC236}">
                <a16:creationId xmlns:a16="http://schemas.microsoft.com/office/drawing/2014/main" id="{09AE6A07-E910-452C-96A8-90EC1289B5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964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965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966" name="矩形">
            <a:extLst>
              <a:ext uri="{FF2B5EF4-FFF2-40B4-BE49-F238E27FC236}">
                <a16:creationId xmlns:a16="http://schemas.microsoft.com/office/drawing/2014/main" id="{F36ACF5A-4F2D-4B8C-AF0F-6CDF59E55B61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67" name="矩形">
            <a:extLst>
              <a:ext uri="{FF2B5EF4-FFF2-40B4-BE49-F238E27FC236}">
                <a16:creationId xmlns:a16="http://schemas.microsoft.com/office/drawing/2014/main" id="{FC53D981-1DA4-4E83-B255-19EB38AF75D3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68" name="矩形">
            <a:extLst>
              <a:ext uri="{FF2B5EF4-FFF2-40B4-BE49-F238E27FC236}">
                <a16:creationId xmlns:a16="http://schemas.microsoft.com/office/drawing/2014/main" id="{67964C60-555F-4DDC-843D-4A9BE681D43F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69" name="矩形">
            <a:extLst>
              <a:ext uri="{FF2B5EF4-FFF2-40B4-BE49-F238E27FC236}">
                <a16:creationId xmlns:a16="http://schemas.microsoft.com/office/drawing/2014/main" id="{E85F5A8F-A2D6-4945-A423-D510722AB694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70" name="矩形">
            <a:extLst>
              <a:ext uri="{FF2B5EF4-FFF2-40B4-BE49-F238E27FC236}">
                <a16:creationId xmlns:a16="http://schemas.microsoft.com/office/drawing/2014/main" id="{825445F4-7423-4BD8-893D-A7E8CCE216EC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71" name="矩形">
            <a:extLst>
              <a:ext uri="{FF2B5EF4-FFF2-40B4-BE49-F238E27FC236}">
                <a16:creationId xmlns:a16="http://schemas.microsoft.com/office/drawing/2014/main" id="{3F380B25-B1F4-4CB8-86A0-B82202FB9E4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72" name="矩形">
            <a:extLst>
              <a:ext uri="{FF2B5EF4-FFF2-40B4-BE49-F238E27FC236}">
                <a16:creationId xmlns:a16="http://schemas.microsoft.com/office/drawing/2014/main" id="{D07C078F-571C-402E-972D-F308CA8373D5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73" name="矩形">
            <a:extLst>
              <a:ext uri="{FF2B5EF4-FFF2-40B4-BE49-F238E27FC236}">
                <a16:creationId xmlns:a16="http://schemas.microsoft.com/office/drawing/2014/main" id="{4584D7AF-3A92-4EDA-99EB-65AF919B4FA8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74" name="矩形">
            <a:extLst>
              <a:ext uri="{FF2B5EF4-FFF2-40B4-BE49-F238E27FC236}">
                <a16:creationId xmlns:a16="http://schemas.microsoft.com/office/drawing/2014/main" id="{37C47E8C-D40F-4CCD-8471-03675D07200A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75" name="矩形">
            <a:extLst>
              <a:ext uri="{FF2B5EF4-FFF2-40B4-BE49-F238E27FC236}">
                <a16:creationId xmlns:a16="http://schemas.microsoft.com/office/drawing/2014/main" id="{B752B3A6-1F14-4DCC-8AE7-4C6FE2D0C178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76" name="矩形">
            <a:extLst>
              <a:ext uri="{FF2B5EF4-FFF2-40B4-BE49-F238E27FC236}">
                <a16:creationId xmlns:a16="http://schemas.microsoft.com/office/drawing/2014/main" id="{CF2C2A76-9859-49A6-92B4-CE5B94703DD0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77" name="矩形">
            <a:extLst>
              <a:ext uri="{FF2B5EF4-FFF2-40B4-BE49-F238E27FC236}">
                <a16:creationId xmlns:a16="http://schemas.microsoft.com/office/drawing/2014/main" id="{E68B49D7-5FD7-4595-8FF8-A749A24976A1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78" name="矩形">
            <a:extLst>
              <a:ext uri="{FF2B5EF4-FFF2-40B4-BE49-F238E27FC236}">
                <a16:creationId xmlns:a16="http://schemas.microsoft.com/office/drawing/2014/main" id="{763BB1C1-E761-4299-8C12-14E1CECBE743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79" name="矩形">
            <a:extLst>
              <a:ext uri="{FF2B5EF4-FFF2-40B4-BE49-F238E27FC236}">
                <a16:creationId xmlns:a16="http://schemas.microsoft.com/office/drawing/2014/main" id="{56EED3DE-720A-41CA-8FB1-F83325525C43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80" name="矩形">
            <a:extLst>
              <a:ext uri="{FF2B5EF4-FFF2-40B4-BE49-F238E27FC236}">
                <a16:creationId xmlns:a16="http://schemas.microsoft.com/office/drawing/2014/main" id="{83084629-113C-48AC-AB9C-6C4E42165AFB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81" name="矩形">
            <a:extLst>
              <a:ext uri="{FF2B5EF4-FFF2-40B4-BE49-F238E27FC236}">
                <a16:creationId xmlns:a16="http://schemas.microsoft.com/office/drawing/2014/main" id="{419F3784-5360-437C-AF03-A86BB4C4701A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82" name="矩形">
            <a:extLst>
              <a:ext uri="{FF2B5EF4-FFF2-40B4-BE49-F238E27FC236}">
                <a16:creationId xmlns:a16="http://schemas.microsoft.com/office/drawing/2014/main" id="{E9AE3B7B-60FF-4F4B-9894-C68044BCEBA0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83" name="矩形">
            <a:extLst>
              <a:ext uri="{FF2B5EF4-FFF2-40B4-BE49-F238E27FC236}">
                <a16:creationId xmlns:a16="http://schemas.microsoft.com/office/drawing/2014/main" id="{77060A2A-6523-47C5-B515-6A142769F2D2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84" name="矩形">
            <a:extLst>
              <a:ext uri="{FF2B5EF4-FFF2-40B4-BE49-F238E27FC236}">
                <a16:creationId xmlns:a16="http://schemas.microsoft.com/office/drawing/2014/main" id="{50BF9BCC-16DB-4699-9C68-3A09FE98B0A1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85" name="矩形">
            <a:extLst>
              <a:ext uri="{FF2B5EF4-FFF2-40B4-BE49-F238E27FC236}">
                <a16:creationId xmlns:a16="http://schemas.microsoft.com/office/drawing/2014/main" id="{A0FA2BA6-480B-45AC-BC36-82D3E9A8E1C7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86" name="矩形">
            <a:extLst>
              <a:ext uri="{FF2B5EF4-FFF2-40B4-BE49-F238E27FC236}">
                <a16:creationId xmlns:a16="http://schemas.microsoft.com/office/drawing/2014/main" id="{6D2EDAAC-3355-47F9-9CA7-A8A684536FAD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87" name="矩形">
            <a:extLst>
              <a:ext uri="{FF2B5EF4-FFF2-40B4-BE49-F238E27FC236}">
                <a16:creationId xmlns:a16="http://schemas.microsoft.com/office/drawing/2014/main" id="{FBF1F860-CF2D-4A8F-A9DF-46F78FF10315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88" name="矩形">
            <a:extLst>
              <a:ext uri="{FF2B5EF4-FFF2-40B4-BE49-F238E27FC236}">
                <a16:creationId xmlns:a16="http://schemas.microsoft.com/office/drawing/2014/main" id="{ED409FB5-4B8C-498E-9E8F-412FD762E0E5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89" name="矩形">
            <a:extLst>
              <a:ext uri="{FF2B5EF4-FFF2-40B4-BE49-F238E27FC236}">
                <a16:creationId xmlns:a16="http://schemas.microsoft.com/office/drawing/2014/main" id="{E464A311-6F87-4E0B-B301-9DD3C0C46567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90" name="矩形">
            <a:extLst>
              <a:ext uri="{FF2B5EF4-FFF2-40B4-BE49-F238E27FC236}">
                <a16:creationId xmlns:a16="http://schemas.microsoft.com/office/drawing/2014/main" id="{09A5A52E-EB52-4731-8D4F-990FFB69A5DA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91" name="矩形">
            <a:extLst>
              <a:ext uri="{FF2B5EF4-FFF2-40B4-BE49-F238E27FC236}">
                <a16:creationId xmlns:a16="http://schemas.microsoft.com/office/drawing/2014/main" id="{A5EC4415-A5FC-4793-BAE8-B5869D440E6E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92" name="矩形">
            <a:extLst>
              <a:ext uri="{FF2B5EF4-FFF2-40B4-BE49-F238E27FC236}">
                <a16:creationId xmlns:a16="http://schemas.microsoft.com/office/drawing/2014/main" id="{16109509-E6F7-4B33-922F-95C60FB3AF81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93" name="矩形">
            <a:extLst>
              <a:ext uri="{FF2B5EF4-FFF2-40B4-BE49-F238E27FC236}">
                <a16:creationId xmlns:a16="http://schemas.microsoft.com/office/drawing/2014/main" id="{C4E00834-08B7-4276-94BE-C76DB2F1272E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94" name="矩形">
            <a:extLst>
              <a:ext uri="{FF2B5EF4-FFF2-40B4-BE49-F238E27FC236}">
                <a16:creationId xmlns:a16="http://schemas.microsoft.com/office/drawing/2014/main" id="{AA274F47-726E-411E-A9D3-3104C689A6EE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95" name="矩形">
            <a:extLst>
              <a:ext uri="{FF2B5EF4-FFF2-40B4-BE49-F238E27FC236}">
                <a16:creationId xmlns:a16="http://schemas.microsoft.com/office/drawing/2014/main" id="{6FC12197-E2E7-4440-9E18-31CA68B202DC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96" name="矩形">
            <a:extLst>
              <a:ext uri="{FF2B5EF4-FFF2-40B4-BE49-F238E27FC236}">
                <a16:creationId xmlns:a16="http://schemas.microsoft.com/office/drawing/2014/main" id="{6DFA9E64-7AC5-4185-BA81-A3550AA885A5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97" name="矩形">
            <a:extLst>
              <a:ext uri="{FF2B5EF4-FFF2-40B4-BE49-F238E27FC236}">
                <a16:creationId xmlns:a16="http://schemas.microsoft.com/office/drawing/2014/main" id="{9EC00FCD-8BD2-4202-9CCF-E09DF219BE4E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98" name="矩形">
            <a:extLst>
              <a:ext uri="{FF2B5EF4-FFF2-40B4-BE49-F238E27FC236}">
                <a16:creationId xmlns:a16="http://schemas.microsoft.com/office/drawing/2014/main" id="{FC66CC6A-9906-4F6B-A0EB-37D93EA1008B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999" name="矩形">
            <a:extLst>
              <a:ext uri="{FF2B5EF4-FFF2-40B4-BE49-F238E27FC236}">
                <a16:creationId xmlns:a16="http://schemas.microsoft.com/office/drawing/2014/main" id="{1A27FCD8-1F33-4E63-B217-2662C897024B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00" name="矩形">
            <a:extLst>
              <a:ext uri="{FF2B5EF4-FFF2-40B4-BE49-F238E27FC236}">
                <a16:creationId xmlns:a16="http://schemas.microsoft.com/office/drawing/2014/main" id="{B56B5CBE-41F7-4567-8275-64A9F49A22AD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01" name="矩形">
            <a:extLst>
              <a:ext uri="{FF2B5EF4-FFF2-40B4-BE49-F238E27FC236}">
                <a16:creationId xmlns:a16="http://schemas.microsoft.com/office/drawing/2014/main" id="{57C770F1-7ABF-4F64-BF7C-52DA4D02EA1C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02" name="矩形">
            <a:extLst>
              <a:ext uri="{FF2B5EF4-FFF2-40B4-BE49-F238E27FC236}">
                <a16:creationId xmlns:a16="http://schemas.microsoft.com/office/drawing/2014/main" id="{8521129D-F345-469B-BDAC-72FAE79FDC17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03" name="矩形">
            <a:extLst>
              <a:ext uri="{FF2B5EF4-FFF2-40B4-BE49-F238E27FC236}">
                <a16:creationId xmlns:a16="http://schemas.microsoft.com/office/drawing/2014/main" id="{30446A09-F8E3-4D7D-AC92-7476EA72B2B5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04" name="矩形">
            <a:extLst>
              <a:ext uri="{FF2B5EF4-FFF2-40B4-BE49-F238E27FC236}">
                <a16:creationId xmlns:a16="http://schemas.microsoft.com/office/drawing/2014/main" id="{E96603FA-67A4-4223-A02F-4B3E345A947B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05" name="矩形">
            <a:extLst>
              <a:ext uri="{FF2B5EF4-FFF2-40B4-BE49-F238E27FC236}">
                <a16:creationId xmlns:a16="http://schemas.microsoft.com/office/drawing/2014/main" id="{732AC8CD-A708-4788-8D35-DE4F322B75B6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06" name="矩形">
            <a:extLst>
              <a:ext uri="{FF2B5EF4-FFF2-40B4-BE49-F238E27FC236}">
                <a16:creationId xmlns:a16="http://schemas.microsoft.com/office/drawing/2014/main" id="{38708D92-3AAD-4A8D-9EA7-F63E54DB3E98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07" name="矩形">
            <a:extLst>
              <a:ext uri="{FF2B5EF4-FFF2-40B4-BE49-F238E27FC236}">
                <a16:creationId xmlns:a16="http://schemas.microsoft.com/office/drawing/2014/main" id="{94D123E0-5604-47F9-B247-1379FA87F5A9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08" name="矩形">
            <a:extLst>
              <a:ext uri="{FF2B5EF4-FFF2-40B4-BE49-F238E27FC236}">
                <a16:creationId xmlns:a16="http://schemas.microsoft.com/office/drawing/2014/main" id="{BEA00437-35B4-400A-8C67-8B3072E20AC4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09" name="矩形">
            <a:extLst>
              <a:ext uri="{FF2B5EF4-FFF2-40B4-BE49-F238E27FC236}">
                <a16:creationId xmlns:a16="http://schemas.microsoft.com/office/drawing/2014/main" id="{81CECF92-DB61-439D-9C86-FB4A903AD7D9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10" name="矩形">
            <a:extLst>
              <a:ext uri="{FF2B5EF4-FFF2-40B4-BE49-F238E27FC236}">
                <a16:creationId xmlns:a16="http://schemas.microsoft.com/office/drawing/2014/main" id="{31877BCA-15D8-46D3-9311-0A1FAE847C21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11" name="矩形">
            <a:extLst>
              <a:ext uri="{FF2B5EF4-FFF2-40B4-BE49-F238E27FC236}">
                <a16:creationId xmlns:a16="http://schemas.microsoft.com/office/drawing/2014/main" id="{B92E80CE-ABE4-40CC-9B4E-0B991433648A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12" name="矩形">
            <a:extLst>
              <a:ext uri="{FF2B5EF4-FFF2-40B4-BE49-F238E27FC236}">
                <a16:creationId xmlns:a16="http://schemas.microsoft.com/office/drawing/2014/main" id="{98C9DC3C-9DD8-4F57-BC57-C70DAA6D6603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13" name="矩形">
            <a:extLst>
              <a:ext uri="{FF2B5EF4-FFF2-40B4-BE49-F238E27FC236}">
                <a16:creationId xmlns:a16="http://schemas.microsoft.com/office/drawing/2014/main" id="{643AFB43-27FC-4BBD-8B8C-F651C81F852B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14" name="矩形">
            <a:extLst>
              <a:ext uri="{FF2B5EF4-FFF2-40B4-BE49-F238E27FC236}">
                <a16:creationId xmlns:a16="http://schemas.microsoft.com/office/drawing/2014/main" id="{87876607-3CAD-458D-B50C-C60C548BC6EB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15" name="矩形">
            <a:extLst>
              <a:ext uri="{FF2B5EF4-FFF2-40B4-BE49-F238E27FC236}">
                <a16:creationId xmlns:a16="http://schemas.microsoft.com/office/drawing/2014/main" id="{44CB92D2-DEA7-4551-A7D9-6BCFD1B54481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16" name="矩形">
            <a:extLst>
              <a:ext uri="{FF2B5EF4-FFF2-40B4-BE49-F238E27FC236}">
                <a16:creationId xmlns:a16="http://schemas.microsoft.com/office/drawing/2014/main" id="{8027FC45-CABB-425B-882F-D0BB2C850453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17" name="矩形">
            <a:extLst>
              <a:ext uri="{FF2B5EF4-FFF2-40B4-BE49-F238E27FC236}">
                <a16:creationId xmlns:a16="http://schemas.microsoft.com/office/drawing/2014/main" id="{21D458C0-A6E9-4764-8028-A6458E9F62F1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18" name="矩形">
            <a:extLst>
              <a:ext uri="{FF2B5EF4-FFF2-40B4-BE49-F238E27FC236}">
                <a16:creationId xmlns:a16="http://schemas.microsoft.com/office/drawing/2014/main" id="{950914D7-37A8-47E2-B252-4D8475AE462E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19" name="矩形">
            <a:extLst>
              <a:ext uri="{FF2B5EF4-FFF2-40B4-BE49-F238E27FC236}">
                <a16:creationId xmlns:a16="http://schemas.microsoft.com/office/drawing/2014/main" id="{466CD005-D759-452B-8588-0433FEFD0318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20" name="矩形">
            <a:extLst>
              <a:ext uri="{FF2B5EF4-FFF2-40B4-BE49-F238E27FC236}">
                <a16:creationId xmlns:a16="http://schemas.microsoft.com/office/drawing/2014/main" id="{96C61D06-FCDD-43D6-A548-44FC80918F43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21" name="矩形">
            <a:extLst>
              <a:ext uri="{FF2B5EF4-FFF2-40B4-BE49-F238E27FC236}">
                <a16:creationId xmlns:a16="http://schemas.microsoft.com/office/drawing/2014/main" id="{885D05C9-0A4B-4B6D-8C32-2ED8B15BDE3E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22" name="矩形">
            <a:extLst>
              <a:ext uri="{FF2B5EF4-FFF2-40B4-BE49-F238E27FC236}">
                <a16:creationId xmlns:a16="http://schemas.microsoft.com/office/drawing/2014/main" id="{DFA8B86F-EF21-4AD0-A4F3-3AA00681F92A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23" name="矩形">
            <a:extLst>
              <a:ext uri="{FF2B5EF4-FFF2-40B4-BE49-F238E27FC236}">
                <a16:creationId xmlns:a16="http://schemas.microsoft.com/office/drawing/2014/main" id="{DFDB2007-3963-4BAB-BD05-D8BB2C21C942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24" name="矩形">
            <a:extLst>
              <a:ext uri="{FF2B5EF4-FFF2-40B4-BE49-F238E27FC236}">
                <a16:creationId xmlns:a16="http://schemas.microsoft.com/office/drawing/2014/main" id="{2C146BEC-D49F-49D0-B6C1-C4AC098C9CEB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25" name="矩形">
            <a:extLst>
              <a:ext uri="{FF2B5EF4-FFF2-40B4-BE49-F238E27FC236}">
                <a16:creationId xmlns:a16="http://schemas.microsoft.com/office/drawing/2014/main" id="{7BAD55F9-0D41-446D-95C9-6DD420F5F34E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26" name="矩形">
            <a:extLst>
              <a:ext uri="{FF2B5EF4-FFF2-40B4-BE49-F238E27FC236}">
                <a16:creationId xmlns:a16="http://schemas.microsoft.com/office/drawing/2014/main" id="{46A566C9-43ED-46AB-82B4-C991A5048334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27" name="矩形">
            <a:extLst>
              <a:ext uri="{FF2B5EF4-FFF2-40B4-BE49-F238E27FC236}">
                <a16:creationId xmlns:a16="http://schemas.microsoft.com/office/drawing/2014/main" id="{316C62E4-85BC-4D69-8D0A-C6CB26BC334C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28" name="矩形">
            <a:extLst>
              <a:ext uri="{FF2B5EF4-FFF2-40B4-BE49-F238E27FC236}">
                <a16:creationId xmlns:a16="http://schemas.microsoft.com/office/drawing/2014/main" id="{57605C2E-DBFD-4FD4-912B-7DB55810C80B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29" name="矩形">
            <a:extLst>
              <a:ext uri="{FF2B5EF4-FFF2-40B4-BE49-F238E27FC236}">
                <a16:creationId xmlns:a16="http://schemas.microsoft.com/office/drawing/2014/main" id="{3C72AF3D-D6D6-4F31-AABD-8C19C1A4270C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30" name="矩形">
            <a:extLst>
              <a:ext uri="{FF2B5EF4-FFF2-40B4-BE49-F238E27FC236}">
                <a16:creationId xmlns:a16="http://schemas.microsoft.com/office/drawing/2014/main" id="{CE1AFFC0-6AFC-4266-B2E5-271022A16C4C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31" name="矩形">
            <a:extLst>
              <a:ext uri="{FF2B5EF4-FFF2-40B4-BE49-F238E27FC236}">
                <a16:creationId xmlns:a16="http://schemas.microsoft.com/office/drawing/2014/main" id="{258CDDD3-B556-4D47-AFCE-55D0C42EBAC2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32" name="矩形">
            <a:extLst>
              <a:ext uri="{FF2B5EF4-FFF2-40B4-BE49-F238E27FC236}">
                <a16:creationId xmlns:a16="http://schemas.microsoft.com/office/drawing/2014/main" id="{48F0F2AE-AEB3-4BC0-9253-05C4D9AAECCD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33" name="矩形">
            <a:extLst>
              <a:ext uri="{FF2B5EF4-FFF2-40B4-BE49-F238E27FC236}">
                <a16:creationId xmlns:a16="http://schemas.microsoft.com/office/drawing/2014/main" id="{C65261E8-E659-4FE5-8A6B-1901F0B0701C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34" name="矩形">
            <a:extLst>
              <a:ext uri="{FF2B5EF4-FFF2-40B4-BE49-F238E27FC236}">
                <a16:creationId xmlns:a16="http://schemas.microsoft.com/office/drawing/2014/main" id="{90E11D72-E973-404E-903B-49C061949819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035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1036" name="矩形">
            <a:extLst>
              <a:ext uri="{FF2B5EF4-FFF2-40B4-BE49-F238E27FC236}">
                <a16:creationId xmlns:a16="http://schemas.microsoft.com/office/drawing/2014/main" id="{100F5907-F991-45DC-9865-D0499D66F070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37" name="静态规划：候选、硬过滤与静态评分">
            <a:extLst>
              <a:ext uri="{FF2B5EF4-FFF2-40B4-BE49-F238E27FC236}">
                <a16:creationId xmlns:a16="http://schemas.microsoft.com/office/drawing/2014/main" id="{2CD4D6D6-853C-440D-A374-6B8E49D1FFF1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静态规划：候选、硬过滤与静态评分</a:t>
            </a:r>
          </a:p>
        </p:txBody>
      </p:sp>
      <p:sp>
        <p:nvSpPr>
          <p:cNvPr id="1038" name="矩形">
            <a:extLst>
              <a:ext uri="{FF2B5EF4-FFF2-40B4-BE49-F238E27FC236}">
                <a16:creationId xmlns:a16="http://schemas.microsoft.com/office/drawing/2014/main" id="{DA4EE1C2-B028-4517-97D1-35C5B198193B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039" name="STATIC PLANNING">
            <a:extLst>
              <a:ext uri="{FF2B5EF4-FFF2-40B4-BE49-F238E27FC236}">
                <a16:creationId xmlns:a16="http://schemas.microsoft.com/office/drawing/2014/main" id="{5A13DA30-1423-4CAC-B8AA-90F9BE7CD9DE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STATIC PLANNING</a:t>
            </a:r>
          </a:p>
        </p:txBody>
      </p:sp>
      <p:sp>
        <p:nvSpPr>
          <p:cNvPr id="1041" name="圆角矩形 985">
            <a:extLst>
              <a:ext uri="{FF2B5EF4-FFF2-40B4-BE49-F238E27FC236}">
                <a16:creationId xmlns:a16="http://schemas.microsoft.com/office/drawing/2014/main" id="{F5D1E45C-270E-487D-9621-21D9F24052E6}"/>
              </a:ext>
            </a:extLst>
          </p:cNvPr>
          <p:cNvSpPr>
            <a:spLocks noGrp="1"/>
          </p:cNvSpPr>
          <p:nvPr/>
        </p:nvSpPr>
        <p:spPr>
          <a:xfrm>
            <a:off x="619125" y="1238250"/>
            <a:ext cx="17335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042" name="矩形">
            <a:extLst>
              <a:ext uri="{FF2B5EF4-FFF2-40B4-BE49-F238E27FC236}">
                <a16:creationId xmlns:a16="http://schemas.microsoft.com/office/drawing/2014/main" id="{229D47D0-FD88-4CEC-81B3-AC5D76D5BD2A}"/>
              </a:ext>
            </a:extLst>
          </p:cNvPr>
          <p:cNvSpPr>
            <a:spLocks noGrp="1"/>
          </p:cNvSpPr>
          <p:nvPr/>
        </p:nvSpPr>
        <p:spPr>
          <a:xfrm>
            <a:off x="790575" y="1371599"/>
            <a:ext cx="1390650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43" name="Task / Constraints">
            <a:extLst>
              <a:ext uri="{FF2B5EF4-FFF2-40B4-BE49-F238E27FC236}">
                <a16:creationId xmlns:a16="http://schemas.microsoft.com/office/drawing/2014/main" id="{1A089060-6382-4548-A0CA-4EE85E56BCDC}"/>
              </a:ext>
            </a:extLst>
          </p:cNvPr>
          <p:cNvSpPr>
            <a:spLocks noGrp="1"/>
          </p:cNvSpPr>
          <p:nvPr/>
        </p:nvSpPr>
        <p:spPr>
          <a:xfrm>
            <a:off x="790575" y="1371596"/>
            <a:ext cx="1390650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Task / Constraints</a:t>
            </a:r>
          </a:p>
        </p:txBody>
      </p:sp>
      <p:sp>
        <p:nvSpPr>
          <p:cNvPr id="1044" name="矩形">
            <a:extLst>
              <a:ext uri="{FF2B5EF4-FFF2-40B4-BE49-F238E27FC236}">
                <a16:creationId xmlns:a16="http://schemas.microsoft.com/office/drawing/2014/main" id="{6C467A93-64F0-4301-AA30-99ADD7E7790E}"/>
              </a:ext>
            </a:extLst>
          </p:cNvPr>
          <p:cNvSpPr>
            <a:spLocks noGrp="1"/>
          </p:cNvSpPr>
          <p:nvPr/>
        </p:nvSpPr>
        <p:spPr>
          <a:xfrm>
            <a:off x="790575" y="1777999"/>
            <a:ext cx="1390650" cy="5524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45" name="目标、预算…">
            <a:extLst>
              <a:ext uri="{FF2B5EF4-FFF2-40B4-BE49-F238E27FC236}">
                <a16:creationId xmlns:a16="http://schemas.microsoft.com/office/drawing/2014/main" id="{8C4F7D54-04AB-4D47-861A-95A5F85AC4D1}"/>
              </a:ext>
            </a:extLst>
          </p:cNvPr>
          <p:cNvSpPr>
            <a:spLocks noGrp="1"/>
          </p:cNvSpPr>
          <p:nvPr/>
        </p:nvSpPr>
        <p:spPr>
          <a:xfrm>
            <a:off x="790575" y="1777998"/>
            <a:ext cx="1390650" cy="330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目标、预算</a:t>
            </a:r>
          </a:p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允许/禁用工具</a:t>
            </a:r>
          </a:p>
        </p:txBody>
      </p:sp>
      <p:sp>
        <p:nvSpPr>
          <p:cNvPr id="1046" name="矩形">
            <a:extLst>
              <a:ext uri="{FF2B5EF4-FFF2-40B4-BE49-F238E27FC236}">
                <a16:creationId xmlns:a16="http://schemas.microsoft.com/office/drawing/2014/main" id="{A8713345-07AD-41C6-B97F-A0E19F4A7544}"/>
              </a:ext>
            </a:extLst>
          </p:cNvPr>
          <p:cNvSpPr>
            <a:spLocks noGrp="1"/>
          </p:cNvSpPr>
          <p:nvPr/>
        </p:nvSpPr>
        <p:spPr>
          <a:xfrm>
            <a:off x="2362200" y="1619250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047" name="→">
            <a:extLst>
              <a:ext uri="{FF2B5EF4-FFF2-40B4-BE49-F238E27FC236}">
                <a16:creationId xmlns:a16="http://schemas.microsoft.com/office/drawing/2014/main" id="{59593657-2325-47DF-AE9E-375845C9964B}"/>
              </a:ext>
            </a:extLst>
          </p:cNvPr>
          <p:cNvSpPr>
            <a:spLocks noGrp="1"/>
          </p:cNvSpPr>
          <p:nvPr/>
        </p:nvSpPr>
        <p:spPr>
          <a:xfrm>
            <a:off x="2362200" y="1619250"/>
            <a:ext cx="3048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1048" name="圆角矩形 989">
            <a:extLst>
              <a:ext uri="{FF2B5EF4-FFF2-40B4-BE49-F238E27FC236}">
                <a16:creationId xmlns:a16="http://schemas.microsoft.com/office/drawing/2014/main" id="{62CCA193-B5EE-4CE7-9821-19EB95C392A7}"/>
              </a:ext>
            </a:extLst>
          </p:cNvPr>
          <p:cNvSpPr>
            <a:spLocks noGrp="1"/>
          </p:cNvSpPr>
          <p:nvPr/>
        </p:nvSpPr>
        <p:spPr>
          <a:xfrm>
            <a:off x="2857500" y="1238250"/>
            <a:ext cx="17335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049" name="矩形">
            <a:extLst>
              <a:ext uri="{FF2B5EF4-FFF2-40B4-BE49-F238E27FC236}">
                <a16:creationId xmlns:a16="http://schemas.microsoft.com/office/drawing/2014/main" id="{44F04B9A-CE0F-4E83-A461-2FE7DE5929EE}"/>
              </a:ext>
            </a:extLst>
          </p:cNvPr>
          <p:cNvSpPr>
            <a:spLocks noGrp="1"/>
          </p:cNvSpPr>
          <p:nvPr/>
        </p:nvSpPr>
        <p:spPr>
          <a:xfrm>
            <a:off x="3028950" y="1371599"/>
            <a:ext cx="1390650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50" name="Tool Retrieval">
            <a:extLst>
              <a:ext uri="{FF2B5EF4-FFF2-40B4-BE49-F238E27FC236}">
                <a16:creationId xmlns:a16="http://schemas.microsoft.com/office/drawing/2014/main" id="{E0364E47-ADA6-43E8-A33C-1498EFC0639E}"/>
              </a:ext>
            </a:extLst>
          </p:cNvPr>
          <p:cNvSpPr>
            <a:spLocks noGrp="1"/>
          </p:cNvSpPr>
          <p:nvPr/>
        </p:nvSpPr>
        <p:spPr>
          <a:xfrm>
            <a:off x="3028950" y="1371596"/>
            <a:ext cx="1390650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Tool Retrieval</a:t>
            </a:r>
          </a:p>
        </p:txBody>
      </p:sp>
      <p:sp>
        <p:nvSpPr>
          <p:cNvPr id="1051" name="矩形">
            <a:extLst>
              <a:ext uri="{FF2B5EF4-FFF2-40B4-BE49-F238E27FC236}">
                <a16:creationId xmlns:a16="http://schemas.microsoft.com/office/drawing/2014/main" id="{439CC195-8754-42AF-B97D-F759F17DD301}"/>
              </a:ext>
            </a:extLst>
          </p:cNvPr>
          <p:cNvSpPr>
            <a:spLocks noGrp="1"/>
          </p:cNvSpPr>
          <p:nvPr/>
        </p:nvSpPr>
        <p:spPr>
          <a:xfrm>
            <a:off x="3028950" y="1777999"/>
            <a:ext cx="1390650" cy="5524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52" name="能力匹配…">
            <a:extLst>
              <a:ext uri="{FF2B5EF4-FFF2-40B4-BE49-F238E27FC236}">
                <a16:creationId xmlns:a16="http://schemas.microsoft.com/office/drawing/2014/main" id="{7D3504AE-16F0-47C9-A612-30CC715E8CAF}"/>
              </a:ext>
            </a:extLst>
          </p:cNvPr>
          <p:cNvSpPr>
            <a:spLocks noGrp="1"/>
          </p:cNvSpPr>
          <p:nvPr/>
        </p:nvSpPr>
        <p:spPr>
          <a:xfrm>
            <a:off x="3028950" y="1777998"/>
            <a:ext cx="1390650" cy="330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能力匹配</a:t>
            </a:r>
          </a:p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I/O 兼容</a:t>
            </a:r>
          </a:p>
        </p:txBody>
      </p:sp>
      <p:sp>
        <p:nvSpPr>
          <p:cNvPr id="1053" name="矩形">
            <a:extLst>
              <a:ext uri="{FF2B5EF4-FFF2-40B4-BE49-F238E27FC236}">
                <a16:creationId xmlns:a16="http://schemas.microsoft.com/office/drawing/2014/main" id="{698E4A16-60B7-47F1-963D-F31EFDB170F0}"/>
              </a:ext>
            </a:extLst>
          </p:cNvPr>
          <p:cNvSpPr>
            <a:spLocks noGrp="1"/>
          </p:cNvSpPr>
          <p:nvPr/>
        </p:nvSpPr>
        <p:spPr>
          <a:xfrm>
            <a:off x="4600575" y="1619250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054" name="→">
            <a:extLst>
              <a:ext uri="{FF2B5EF4-FFF2-40B4-BE49-F238E27FC236}">
                <a16:creationId xmlns:a16="http://schemas.microsoft.com/office/drawing/2014/main" id="{DEC8691C-AE7E-4018-ADC4-AB17C0D5775D}"/>
              </a:ext>
            </a:extLst>
          </p:cNvPr>
          <p:cNvSpPr>
            <a:spLocks noGrp="1"/>
          </p:cNvSpPr>
          <p:nvPr/>
        </p:nvSpPr>
        <p:spPr>
          <a:xfrm>
            <a:off x="4600575" y="1619250"/>
            <a:ext cx="3048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1055" name="圆角矩形 993">
            <a:extLst>
              <a:ext uri="{FF2B5EF4-FFF2-40B4-BE49-F238E27FC236}">
                <a16:creationId xmlns:a16="http://schemas.microsoft.com/office/drawing/2014/main" id="{97DDCC2D-330E-4C76-8B9E-121EBDB06E09}"/>
              </a:ext>
            </a:extLst>
          </p:cNvPr>
          <p:cNvSpPr>
            <a:spLocks noGrp="1"/>
          </p:cNvSpPr>
          <p:nvPr/>
        </p:nvSpPr>
        <p:spPr>
          <a:xfrm>
            <a:off x="5095875" y="1238250"/>
            <a:ext cx="17335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056" name="矩形">
            <a:extLst>
              <a:ext uri="{FF2B5EF4-FFF2-40B4-BE49-F238E27FC236}">
                <a16:creationId xmlns:a16="http://schemas.microsoft.com/office/drawing/2014/main" id="{4231649A-13AC-4EFA-88A3-5E8B579FDB20}"/>
              </a:ext>
            </a:extLst>
          </p:cNvPr>
          <p:cNvSpPr>
            <a:spLocks noGrp="1"/>
          </p:cNvSpPr>
          <p:nvPr/>
        </p:nvSpPr>
        <p:spPr>
          <a:xfrm>
            <a:off x="5267325" y="1371596"/>
            <a:ext cx="1390650" cy="22860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57" name="Candidate Generation">
            <a:extLst>
              <a:ext uri="{FF2B5EF4-FFF2-40B4-BE49-F238E27FC236}">
                <a16:creationId xmlns:a16="http://schemas.microsoft.com/office/drawing/2014/main" id="{6AA0BF3D-B40E-40A2-A817-26B00514C090}"/>
              </a:ext>
            </a:extLst>
          </p:cNvPr>
          <p:cNvSpPr>
            <a:spLocks noGrp="1"/>
          </p:cNvSpPr>
          <p:nvPr/>
        </p:nvSpPr>
        <p:spPr>
          <a:xfrm>
            <a:off x="5267325" y="1371599"/>
            <a:ext cx="1390650" cy="330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Candidate Generation</a:t>
            </a:r>
          </a:p>
        </p:txBody>
      </p:sp>
      <p:sp>
        <p:nvSpPr>
          <p:cNvPr id="1058" name="矩形">
            <a:extLst>
              <a:ext uri="{FF2B5EF4-FFF2-40B4-BE49-F238E27FC236}">
                <a16:creationId xmlns:a16="http://schemas.microsoft.com/office/drawing/2014/main" id="{CB454B16-9D4A-4894-A1C8-A46F23CF1690}"/>
              </a:ext>
            </a:extLst>
          </p:cNvPr>
          <p:cNvSpPr>
            <a:spLocks noGrp="1"/>
          </p:cNvSpPr>
          <p:nvPr/>
        </p:nvSpPr>
        <p:spPr>
          <a:xfrm>
            <a:off x="5267325" y="1777999"/>
            <a:ext cx="1390650" cy="5524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59" name="Plan / Patch…">
            <a:extLst>
              <a:ext uri="{FF2B5EF4-FFF2-40B4-BE49-F238E27FC236}">
                <a16:creationId xmlns:a16="http://schemas.microsoft.com/office/drawing/2014/main" id="{C5812AD5-27B6-47D4-A184-F97A3712CFB2}"/>
              </a:ext>
            </a:extLst>
          </p:cNvPr>
          <p:cNvSpPr>
            <a:spLocks noGrp="1"/>
          </p:cNvSpPr>
          <p:nvPr/>
        </p:nvSpPr>
        <p:spPr>
          <a:xfrm>
            <a:off x="5267325" y="1777998"/>
            <a:ext cx="1390650" cy="279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Plan / Patch</a:t>
            </a:r>
          </a:p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Replan Top-K</a:t>
            </a:r>
          </a:p>
        </p:txBody>
      </p:sp>
      <p:sp>
        <p:nvSpPr>
          <p:cNvPr id="1060" name="矩形">
            <a:extLst>
              <a:ext uri="{FF2B5EF4-FFF2-40B4-BE49-F238E27FC236}">
                <a16:creationId xmlns:a16="http://schemas.microsoft.com/office/drawing/2014/main" id="{8B0BFDA2-9D4E-4FBC-A87A-2889AC3FEE8A}"/>
              </a:ext>
            </a:extLst>
          </p:cNvPr>
          <p:cNvSpPr>
            <a:spLocks noGrp="1"/>
          </p:cNvSpPr>
          <p:nvPr/>
        </p:nvSpPr>
        <p:spPr>
          <a:xfrm>
            <a:off x="6838950" y="1619250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061" name="→">
            <a:extLst>
              <a:ext uri="{FF2B5EF4-FFF2-40B4-BE49-F238E27FC236}">
                <a16:creationId xmlns:a16="http://schemas.microsoft.com/office/drawing/2014/main" id="{CF853A11-A58E-498A-BB8A-5F2C66A75DBC}"/>
              </a:ext>
            </a:extLst>
          </p:cNvPr>
          <p:cNvSpPr>
            <a:spLocks noGrp="1"/>
          </p:cNvSpPr>
          <p:nvPr/>
        </p:nvSpPr>
        <p:spPr>
          <a:xfrm>
            <a:off x="6838950" y="1619250"/>
            <a:ext cx="3048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1062" name="圆角矩形 997">
            <a:extLst>
              <a:ext uri="{FF2B5EF4-FFF2-40B4-BE49-F238E27FC236}">
                <a16:creationId xmlns:a16="http://schemas.microsoft.com/office/drawing/2014/main" id="{16ECBF5A-22ED-4A6F-8205-4DEA50A859EB}"/>
              </a:ext>
            </a:extLst>
          </p:cNvPr>
          <p:cNvSpPr>
            <a:spLocks noGrp="1"/>
          </p:cNvSpPr>
          <p:nvPr/>
        </p:nvSpPr>
        <p:spPr>
          <a:xfrm>
            <a:off x="7334250" y="1238250"/>
            <a:ext cx="1733550" cy="1066800"/>
          </a:xfrm>
          <a:prstGeom prst="roundRect">
            <a:avLst>
              <a:gd name="adj" fmla="val 7143"/>
            </a:avLst>
          </a:prstGeom>
          <a:solidFill>
            <a:srgbClr val="0052A5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063" name="矩形">
            <a:extLst>
              <a:ext uri="{FF2B5EF4-FFF2-40B4-BE49-F238E27FC236}">
                <a16:creationId xmlns:a16="http://schemas.microsoft.com/office/drawing/2014/main" id="{5A7D0ADE-BDC7-4B59-8DAC-82E86AA9BA0D}"/>
              </a:ext>
            </a:extLst>
          </p:cNvPr>
          <p:cNvSpPr>
            <a:spLocks noGrp="1"/>
          </p:cNvSpPr>
          <p:nvPr/>
        </p:nvSpPr>
        <p:spPr>
          <a:xfrm>
            <a:off x="7505700" y="1371599"/>
            <a:ext cx="1390650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64" name="Hard Feasibility">
            <a:extLst>
              <a:ext uri="{FF2B5EF4-FFF2-40B4-BE49-F238E27FC236}">
                <a16:creationId xmlns:a16="http://schemas.microsoft.com/office/drawing/2014/main" id="{D09C7DDB-47FA-46DD-947E-6B1E298F3D62}"/>
              </a:ext>
            </a:extLst>
          </p:cNvPr>
          <p:cNvSpPr>
            <a:spLocks noGrp="1"/>
          </p:cNvSpPr>
          <p:nvPr/>
        </p:nvSpPr>
        <p:spPr>
          <a:xfrm>
            <a:off x="7505700" y="1371596"/>
            <a:ext cx="1390650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Hard Feasibility</a:t>
            </a:r>
          </a:p>
        </p:txBody>
      </p:sp>
      <p:sp>
        <p:nvSpPr>
          <p:cNvPr id="1065" name="矩形">
            <a:extLst>
              <a:ext uri="{FF2B5EF4-FFF2-40B4-BE49-F238E27FC236}">
                <a16:creationId xmlns:a16="http://schemas.microsoft.com/office/drawing/2014/main" id="{1F50061A-1155-4AAC-97D1-05AD42388630}"/>
              </a:ext>
            </a:extLst>
          </p:cNvPr>
          <p:cNvSpPr>
            <a:spLocks noGrp="1"/>
          </p:cNvSpPr>
          <p:nvPr/>
        </p:nvSpPr>
        <p:spPr>
          <a:xfrm>
            <a:off x="7505700" y="1777999"/>
            <a:ext cx="1390650" cy="5524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66" name="tool / schema / I-O…">
            <a:extLst>
              <a:ext uri="{FF2B5EF4-FFF2-40B4-BE49-F238E27FC236}">
                <a16:creationId xmlns:a16="http://schemas.microsoft.com/office/drawing/2014/main" id="{7B2C2B72-280A-4E29-88EB-97D7955F70FA}"/>
              </a:ext>
            </a:extLst>
          </p:cNvPr>
          <p:cNvSpPr>
            <a:spLocks noGrp="1"/>
          </p:cNvSpPr>
          <p:nvPr/>
        </p:nvSpPr>
        <p:spPr>
          <a:xfrm>
            <a:off x="7505700" y="1777998"/>
            <a:ext cx="1390650" cy="279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 algn="ctr">
              <a:buNone/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tool / schema / I-O</a:t>
            </a:r>
          </a:p>
          <a:p>
            <a:pPr algn="ctr">
              <a:buNone/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safety / budget</a:t>
            </a:r>
          </a:p>
        </p:txBody>
      </p:sp>
      <p:sp>
        <p:nvSpPr>
          <p:cNvPr id="1067" name="矩形">
            <a:extLst>
              <a:ext uri="{FF2B5EF4-FFF2-40B4-BE49-F238E27FC236}">
                <a16:creationId xmlns:a16="http://schemas.microsoft.com/office/drawing/2014/main" id="{8A2BE7C0-7DD7-4B28-B449-DCB9DB56FC79}"/>
              </a:ext>
            </a:extLst>
          </p:cNvPr>
          <p:cNvSpPr>
            <a:spLocks noGrp="1"/>
          </p:cNvSpPr>
          <p:nvPr/>
        </p:nvSpPr>
        <p:spPr>
          <a:xfrm>
            <a:off x="9077325" y="1619250"/>
            <a:ext cx="3048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068" name="→">
            <a:extLst>
              <a:ext uri="{FF2B5EF4-FFF2-40B4-BE49-F238E27FC236}">
                <a16:creationId xmlns:a16="http://schemas.microsoft.com/office/drawing/2014/main" id="{811A9D2F-54AA-4A42-8B2A-AE9CAF00DF5C}"/>
              </a:ext>
            </a:extLst>
          </p:cNvPr>
          <p:cNvSpPr>
            <a:spLocks noGrp="1"/>
          </p:cNvSpPr>
          <p:nvPr/>
        </p:nvSpPr>
        <p:spPr>
          <a:xfrm>
            <a:off x="9077325" y="1619250"/>
            <a:ext cx="3048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1069" name="圆角矩形 1001">
            <a:extLst>
              <a:ext uri="{FF2B5EF4-FFF2-40B4-BE49-F238E27FC236}">
                <a16:creationId xmlns:a16="http://schemas.microsoft.com/office/drawing/2014/main" id="{D601D401-C616-4D63-AC69-EB331695F634}"/>
              </a:ext>
            </a:extLst>
          </p:cNvPr>
          <p:cNvSpPr>
            <a:spLocks noGrp="1"/>
          </p:cNvSpPr>
          <p:nvPr/>
        </p:nvSpPr>
        <p:spPr>
          <a:xfrm>
            <a:off x="9572625" y="1238250"/>
            <a:ext cx="17335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070" name="矩形">
            <a:extLst>
              <a:ext uri="{FF2B5EF4-FFF2-40B4-BE49-F238E27FC236}">
                <a16:creationId xmlns:a16="http://schemas.microsoft.com/office/drawing/2014/main" id="{5DC9F88E-B3C7-4ACC-A27C-D2F70FC4403B}"/>
              </a:ext>
            </a:extLst>
          </p:cNvPr>
          <p:cNvSpPr>
            <a:spLocks noGrp="1"/>
          </p:cNvSpPr>
          <p:nvPr/>
        </p:nvSpPr>
        <p:spPr>
          <a:xfrm>
            <a:off x="9744075" y="1371599"/>
            <a:ext cx="1390650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71" name="Static Score">
            <a:extLst>
              <a:ext uri="{FF2B5EF4-FFF2-40B4-BE49-F238E27FC236}">
                <a16:creationId xmlns:a16="http://schemas.microsoft.com/office/drawing/2014/main" id="{DC3995D7-F0D3-4803-BC6F-3EC2413D347E}"/>
              </a:ext>
            </a:extLst>
          </p:cNvPr>
          <p:cNvSpPr>
            <a:spLocks noGrp="1"/>
          </p:cNvSpPr>
          <p:nvPr/>
        </p:nvSpPr>
        <p:spPr>
          <a:xfrm>
            <a:off x="9744075" y="1371596"/>
            <a:ext cx="1390650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Static Score</a:t>
            </a:r>
          </a:p>
        </p:txBody>
      </p:sp>
      <p:sp>
        <p:nvSpPr>
          <p:cNvPr id="1072" name="矩形">
            <a:extLst>
              <a:ext uri="{FF2B5EF4-FFF2-40B4-BE49-F238E27FC236}">
                <a16:creationId xmlns:a16="http://schemas.microsoft.com/office/drawing/2014/main" id="{04AD3CA7-E840-4B66-B373-3F3B0866EEA1}"/>
              </a:ext>
            </a:extLst>
          </p:cNvPr>
          <p:cNvSpPr>
            <a:spLocks noGrp="1"/>
          </p:cNvSpPr>
          <p:nvPr/>
        </p:nvSpPr>
        <p:spPr>
          <a:xfrm>
            <a:off x="9744075" y="1777999"/>
            <a:ext cx="1390650" cy="5524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73" name="objective / cost / risk…">
            <a:extLst>
              <a:ext uri="{FF2B5EF4-FFF2-40B4-BE49-F238E27FC236}">
                <a16:creationId xmlns:a16="http://schemas.microsoft.com/office/drawing/2014/main" id="{7A9D590D-0912-4070-8937-D3CE61930DEA}"/>
              </a:ext>
            </a:extLst>
          </p:cNvPr>
          <p:cNvSpPr>
            <a:spLocks noGrp="1"/>
          </p:cNvSpPr>
          <p:nvPr/>
        </p:nvSpPr>
        <p:spPr>
          <a:xfrm>
            <a:off x="9744075" y="1777998"/>
            <a:ext cx="1390650" cy="279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objective / cost / risk</a:t>
            </a:r>
          </a:p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recovery / reliability</a:t>
            </a:r>
          </a:p>
        </p:txBody>
      </p:sp>
      <p:sp>
        <p:nvSpPr>
          <p:cNvPr id="1074" name="圆角矩形 1004">
            <a:extLst>
              <a:ext uri="{FF2B5EF4-FFF2-40B4-BE49-F238E27FC236}">
                <a16:creationId xmlns:a16="http://schemas.microsoft.com/office/drawing/2014/main" id="{19CF81E7-3B91-41E9-962B-D06063E57194}"/>
              </a:ext>
            </a:extLst>
          </p:cNvPr>
          <p:cNvSpPr>
            <a:spLocks noGrp="1"/>
          </p:cNvSpPr>
          <p:nvPr/>
        </p:nvSpPr>
        <p:spPr>
          <a:xfrm>
            <a:off x="1000125" y="3028950"/>
            <a:ext cx="4191000" cy="1285875"/>
          </a:xfrm>
          <a:prstGeom prst="roundRect">
            <a:avLst>
              <a:gd name="adj" fmla="val 5926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075" name="矩形">
            <a:extLst>
              <a:ext uri="{FF2B5EF4-FFF2-40B4-BE49-F238E27FC236}">
                <a16:creationId xmlns:a16="http://schemas.microsoft.com/office/drawing/2014/main" id="{3DD716ED-7E3E-465B-B659-B684FD03975C}"/>
              </a:ext>
            </a:extLst>
          </p:cNvPr>
          <p:cNvSpPr>
            <a:spLocks noGrp="1"/>
          </p:cNvSpPr>
          <p:nvPr/>
        </p:nvSpPr>
        <p:spPr>
          <a:xfrm>
            <a:off x="1171575" y="3162300"/>
            <a:ext cx="3848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76" name="硬过滤的目的">
            <a:extLst>
              <a:ext uri="{FF2B5EF4-FFF2-40B4-BE49-F238E27FC236}">
                <a16:creationId xmlns:a16="http://schemas.microsoft.com/office/drawing/2014/main" id="{2F39A26D-2985-4C55-988E-DF8183788A77}"/>
              </a:ext>
            </a:extLst>
          </p:cNvPr>
          <p:cNvSpPr>
            <a:spLocks noGrp="1"/>
          </p:cNvSpPr>
          <p:nvPr/>
        </p:nvSpPr>
        <p:spPr>
          <a:xfrm>
            <a:off x="1171575" y="3162300"/>
            <a:ext cx="384810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硬过滤的目的</a:t>
            </a:r>
          </a:p>
        </p:txBody>
      </p:sp>
      <p:sp>
        <p:nvSpPr>
          <p:cNvPr id="1077" name="矩形">
            <a:extLst>
              <a:ext uri="{FF2B5EF4-FFF2-40B4-BE49-F238E27FC236}">
                <a16:creationId xmlns:a16="http://schemas.microsoft.com/office/drawing/2014/main" id="{48298E17-8303-480A-B4BA-D16433D03C54}"/>
              </a:ext>
            </a:extLst>
          </p:cNvPr>
          <p:cNvSpPr>
            <a:spLocks noGrp="1"/>
          </p:cNvSpPr>
          <p:nvPr/>
        </p:nvSpPr>
        <p:spPr>
          <a:xfrm>
            <a:off x="1171575" y="3467098"/>
            <a:ext cx="3848100" cy="77152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78" name="非法候选不进入评分和执行：工具不存在、schema 错误、I/O 不闭合、安全阻断、硬预算越界。">
            <a:extLst>
              <a:ext uri="{FF2B5EF4-FFF2-40B4-BE49-F238E27FC236}">
                <a16:creationId xmlns:a16="http://schemas.microsoft.com/office/drawing/2014/main" id="{BE9F968A-14E3-4CE3-9BA5-C3FAFECC511C}"/>
              </a:ext>
            </a:extLst>
          </p:cNvPr>
          <p:cNvSpPr>
            <a:spLocks noGrp="1"/>
          </p:cNvSpPr>
          <p:nvPr/>
        </p:nvSpPr>
        <p:spPr>
          <a:xfrm>
            <a:off x="1171575" y="3467098"/>
            <a:ext cx="3848100" cy="431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非法候选不进入评分和执行：工具不存在、schema 错误、I/O 不闭合、安全阻断、硬预算越界。</a:t>
            </a:r>
          </a:p>
        </p:txBody>
      </p:sp>
      <p:sp>
        <p:nvSpPr>
          <p:cNvPr id="1079" name="圆角矩形 1007">
            <a:extLst>
              <a:ext uri="{FF2B5EF4-FFF2-40B4-BE49-F238E27FC236}">
                <a16:creationId xmlns:a16="http://schemas.microsoft.com/office/drawing/2014/main" id="{DAFDD4D8-E093-41E0-8FD4-0FFE6DC5A943}"/>
              </a:ext>
            </a:extLst>
          </p:cNvPr>
          <p:cNvSpPr>
            <a:spLocks noGrp="1"/>
          </p:cNvSpPr>
          <p:nvPr/>
        </p:nvSpPr>
        <p:spPr>
          <a:xfrm>
            <a:off x="5810250" y="3028950"/>
            <a:ext cx="4191000" cy="1285875"/>
          </a:xfrm>
          <a:prstGeom prst="roundRect">
            <a:avLst>
              <a:gd name="adj" fmla="val 5926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080" name="矩形">
            <a:extLst>
              <a:ext uri="{FF2B5EF4-FFF2-40B4-BE49-F238E27FC236}">
                <a16:creationId xmlns:a16="http://schemas.microsoft.com/office/drawing/2014/main" id="{E58DEDA6-3A10-4235-AD0C-4EBD854CED43}"/>
              </a:ext>
            </a:extLst>
          </p:cNvPr>
          <p:cNvSpPr>
            <a:spLocks noGrp="1"/>
          </p:cNvSpPr>
          <p:nvPr/>
        </p:nvSpPr>
        <p:spPr>
          <a:xfrm>
            <a:off x="5981700" y="3162300"/>
            <a:ext cx="3848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81" name="静态评分的目的">
            <a:extLst>
              <a:ext uri="{FF2B5EF4-FFF2-40B4-BE49-F238E27FC236}">
                <a16:creationId xmlns:a16="http://schemas.microsoft.com/office/drawing/2014/main" id="{ACDCF1A2-CE2B-44F1-BA41-E8C8692BEA11}"/>
              </a:ext>
            </a:extLst>
          </p:cNvPr>
          <p:cNvSpPr>
            <a:spLocks noGrp="1"/>
          </p:cNvSpPr>
          <p:nvPr/>
        </p:nvSpPr>
        <p:spPr>
          <a:xfrm>
            <a:off x="5981700" y="3162300"/>
            <a:ext cx="384810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静态评分的目的</a:t>
            </a:r>
          </a:p>
        </p:txBody>
      </p:sp>
      <p:sp>
        <p:nvSpPr>
          <p:cNvPr id="1082" name="矩形">
            <a:extLst>
              <a:ext uri="{FF2B5EF4-FFF2-40B4-BE49-F238E27FC236}">
                <a16:creationId xmlns:a16="http://schemas.microsoft.com/office/drawing/2014/main" id="{40B9C099-5329-41B0-816A-0A474A92D36A}"/>
              </a:ext>
            </a:extLst>
          </p:cNvPr>
          <p:cNvSpPr>
            <a:spLocks noGrp="1"/>
          </p:cNvSpPr>
          <p:nvPr/>
        </p:nvSpPr>
        <p:spPr>
          <a:xfrm>
            <a:off x="5981700" y="3467098"/>
            <a:ext cx="3848100" cy="77152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083" name="在未消费运行时观测前，用 score_breakdown 建立先验排序，并保留 Top-K 多样性。">
            <a:extLst>
              <a:ext uri="{FF2B5EF4-FFF2-40B4-BE49-F238E27FC236}">
                <a16:creationId xmlns:a16="http://schemas.microsoft.com/office/drawing/2014/main" id="{8A70F641-131A-4F01-B932-84FDB7C17C79}"/>
              </a:ext>
            </a:extLst>
          </p:cNvPr>
          <p:cNvSpPr>
            <a:spLocks noGrp="1"/>
          </p:cNvSpPr>
          <p:nvPr/>
        </p:nvSpPr>
        <p:spPr>
          <a:xfrm>
            <a:off x="5981700" y="3467098"/>
            <a:ext cx="3848100" cy="431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在未消费运行时观测前，用 score_breakdown 建立先验排序，并保留 Top-K 多样性。</a:t>
            </a:r>
          </a:p>
        </p:txBody>
      </p:sp>
      <p:sp>
        <p:nvSpPr>
          <p:cNvPr id="1084" name="矩形">
            <a:extLst>
              <a:ext uri="{FF2B5EF4-FFF2-40B4-BE49-F238E27FC236}">
                <a16:creationId xmlns:a16="http://schemas.microsoft.com/office/drawing/2014/main" id="{03B44110-CE1D-4BAF-B997-E439E582BC0A}"/>
              </a:ext>
            </a:extLst>
          </p:cNvPr>
          <p:cNvSpPr>
            <a:spLocks noGrp="1"/>
          </p:cNvSpPr>
          <p:nvPr/>
        </p:nvSpPr>
        <p:spPr>
          <a:xfrm>
            <a:off x="1809750" y="4810125"/>
            <a:ext cx="8572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500" b="1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85" name="S_static = f(feasibility, objective, cost, risk, recovery_complexity, reliability)">
                <a:extLst>
                  <a:ext uri="{FF2B5EF4-FFF2-40B4-BE49-F238E27FC236}">
                    <a16:creationId xmlns:a16="http://schemas.microsoft.com/office/drawing/2014/main" id="{BFAB376F-FD49-44E6-8B3D-D5C4A92345D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809750" y="4810125"/>
                <a:ext cx="8572500" cy="272549"/>
              </a:xfrm>
              <a:prstGeom prst="rect">
                <a:avLst/>
              </a:prstGeom>
              <a:ln w="12700"/>
            </p:spPr>
            <p:txBody>
              <a:bodyPr lIns="0" tIns="0" rIns="0" bIns="0">
                <a:spAutoFit/>
              </a:bodyPr>
              <a:lstStyle>
                <a:lvl1pPr algn="ctr">
                  <a:buNone/>
                  <a:defRPr sz="1500" b="1">
                    <a:solidFill>
                      <a:srgbClr val="082B60"/>
                    </a:solidFill>
                    <a:latin typeface="Arial"/>
                    <a:ea typeface="Arial"/>
                    <a:cs typeface="Arial"/>
                  </a:defRPr>
                </a:lvl1pPr>
              </a:lstStyle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800">
                              <a:solidFill>
                                <a:srgbClr val="082B6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82B6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𝑆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82B6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𝑠𝑡𝑎𝑡𝑖𝑐</m:t>
                          </m:r>
                        </m:sub>
                      </m:sSub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𝑓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𝑓𝑒𝑎𝑠𝑖𝑏𝑖𝑙𝑖𝑡𝑦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𝑜𝑏𝑗𝑒𝑐𝑡𝑖𝑣𝑒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𝑐𝑜𝑠𝑡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𝑟𝑖𝑠𝑘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𝑟𝑒𝑐𝑜𝑣𝑒𝑟𝑦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_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𝑐𝑜𝑚𝑝𝑙𝑒𝑥𝑖𝑡𝑦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𝑟𝑒𝑙𝑖𝑎𝑏𝑖𝑙𝑖𝑡𝑦</m:t>
                      </m:r>
                      <m:r>
                        <a:rPr sz="1800" i="1">
                          <a:solidFill>
                            <a:srgbClr val="082B6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085" name="S_static = f(feasibility, objective, cost, risk, recovery_complexity, reliability)">
                <a:extLst>
                  <a:ext uri="{FF2B5EF4-FFF2-40B4-BE49-F238E27FC236}">
                    <a16:creationId xmlns:a16="http://schemas.microsoft.com/office/drawing/2014/main" id="{BFAB376F-FD49-44E6-8B3D-D5C4A92345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750" y="4810125"/>
                <a:ext cx="8572500" cy="272549"/>
              </a:xfrm>
              <a:prstGeom prst="rect">
                <a:avLst/>
              </a:prstGeom>
              <a:blipFill>
                <a:blip r:embed="rId6"/>
                <a:stretch>
                  <a:fillRect b="-39130"/>
                </a:stretch>
              </a:blipFill>
              <a:ln w="1270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91" name="矩形 1090">
            <a:extLst>
              <a:ext uri="{FF2B5EF4-FFF2-40B4-BE49-F238E27FC236}">
                <a16:creationId xmlns:a16="http://schemas.microsoft.com/office/drawing/2014/main" id="{89E9490B-EE11-4A3C-9411-733DA358FD67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444505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矩形">
            <a:extLst>
              <a:ext uri="{FF2B5EF4-FFF2-40B4-BE49-F238E27FC236}">
                <a16:creationId xmlns:a16="http://schemas.microsoft.com/office/drawing/2014/main" id="{8AB3F7CE-FCF8-42CF-92F3-24EC4D43E9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091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1092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1093" name="矩形">
            <a:extLst>
              <a:ext uri="{FF2B5EF4-FFF2-40B4-BE49-F238E27FC236}">
                <a16:creationId xmlns:a16="http://schemas.microsoft.com/office/drawing/2014/main" id="{35C1A574-DAB3-4E07-909A-5383B622B9DD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94" name="矩形">
            <a:extLst>
              <a:ext uri="{FF2B5EF4-FFF2-40B4-BE49-F238E27FC236}">
                <a16:creationId xmlns:a16="http://schemas.microsoft.com/office/drawing/2014/main" id="{18C3D068-3243-4007-AD55-20A2BB4CEF5B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95" name="矩形">
            <a:extLst>
              <a:ext uri="{FF2B5EF4-FFF2-40B4-BE49-F238E27FC236}">
                <a16:creationId xmlns:a16="http://schemas.microsoft.com/office/drawing/2014/main" id="{5A16E8B4-E296-45D0-AF74-D2D848911AC6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96" name="矩形">
            <a:extLst>
              <a:ext uri="{FF2B5EF4-FFF2-40B4-BE49-F238E27FC236}">
                <a16:creationId xmlns:a16="http://schemas.microsoft.com/office/drawing/2014/main" id="{69BEE7E4-CF5D-4066-8CBA-6624C350E89D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97" name="矩形">
            <a:extLst>
              <a:ext uri="{FF2B5EF4-FFF2-40B4-BE49-F238E27FC236}">
                <a16:creationId xmlns:a16="http://schemas.microsoft.com/office/drawing/2014/main" id="{24E49CB0-3FA2-49D2-82CA-30588E53397B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98" name="矩形">
            <a:extLst>
              <a:ext uri="{FF2B5EF4-FFF2-40B4-BE49-F238E27FC236}">
                <a16:creationId xmlns:a16="http://schemas.microsoft.com/office/drawing/2014/main" id="{54C07C93-E912-48B4-80E2-7887723980D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099" name="矩形">
            <a:extLst>
              <a:ext uri="{FF2B5EF4-FFF2-40B4-BE49-F238E27FC236}">
                <a16:creationId xmlns:a16="http://schemas.microsoft.com/office/drawing/2014/main" id="{323A19A7-8B36-43B8-9256-456CAB019FF5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00" name="矩形">
            <a:extLst>
              <a:ext uri="{FF2B5EF4-FFF2-40B4-BE49-F238E27FC236}">
                <a16:creationId xmlns:a16="http://schemas.microsoft.com/office/drawing/2014/main" id="{8A744508-14CA-4AAA-B63C-3AF4CB4F3329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01" name="矩形">
            <a:extLst>
              <a:ext uri="{FF2B5EF4-FFF2-40B4-BE49-F238E27FC236}">
                <a16:creationId xmlns:a16="http://schemas.microsoft.com/office/drawing/2014/main" id="{389F22C9-2895-4219-873B-78B9C39F3AB4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02" name="矩形">
            <a:extLst>
              <a:ext uri="{FF2B5EF4-FFF2-40B4-BE49-F238E27FC236}">
                <a16:creationId xmlns:a16="http://schemas.microsoft.com/office/drawing/2014/main" id="{5A111107-F30B-400D-803B-C2BE92EB639C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03" name="矩形">
            <a:extLst>
              <a:ext uri="{FF2B5EF4-FFF2-40B4-BE49-F238E27FC236}">
                <a16:creationId xmlns:a16="http://schemas.microsoft.com/office/drawing/2014/main" id="{30456362-28BC-4184-8574-44F0FDF8E0AB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04" name="矩形">
            <a:extLst>
              <a:ext uri="{FF2B5EF4-FFF2-40B4-BE49-F238E27FC236}">
                <a16:creationId xmlns:a16="http://schemas.microsoft.com/office/drawing/2014/main" id="{37580762-6F38-43F4-A07B-F4B777E69D3D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05" name="矩形">
            <a:extLst>
              <a:ext uri="{FF2B5EF4-FFF2-40B4-BE49-F238E27FC236}">
                <a16:creationId xmlns:a16="http://schemas.microsoft.com/office/drawing/2014/main" id="{F10F6578-6881-4381-8D10-41717AF60110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06" name="矩形">
            <a:extLst>
              <a:ext uri="{FF2B5EF4-FFF2-40B4-BE49-F238E27FC236}">
                <a16:creationId xmlns:a16="http://schemas.microsoft.com/office/drawing/2014/main" id="{6649C7F6-8BF8-46E0-8C1D-918DC90FC08B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07" name="矩形">
            <a:extLst>
              <a:ext uri="{FF2B5EF4-FFF2-40B4-BE49-F238E27FC236}">
                <a16:creationId xmlns:a16="http://schemas.microsoft.com/office/drawing/2014/main" id="{47929265-C2ED-4BC4-A1A8-FFAA8E5443FE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08" name="矩形">
            <a:extLst>
              <a:ext uri="{FF2B5EF4-FFF2-40B4-BE49-F238E27FC236}">
                <a16:creationId xmlns:a16="http://schemas.microsoft.com/office/drawing/2014/main" id="{B791142E-949B-4478-8948-9BD0BB165F7E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09" name="矩形">
            <a:extLst>
              <a:ext uri="{FF2B5EF4-FFF2-40B4-BE49-F238E27FC236}">
                <a16:creationId xmlns:a16="http://schemas.microsoft.com/office/drawing/2014/main" id="{9434A0CA-C52E-4EA5-B64C-7CB4A6DDA167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10" name="矩形">
            <a:extLst>
              <a:ext uri="{FF2B5EF4-FFF2-40B4-BE49-F238E27FC236}">
                <a16:creationId xmlns:a16="http://schemas.microsoft.com/office/drawing/2014/main" id="{B1F5CA62-9DA2-42E8-B07D-77D0E14FBDD0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11" name="矩形">
            <a:extLst>
              <a:ext uri="{FF2B5EF4-FFF2-40B4-BE49-F238E27FC236}">
                <a16:creationId xmlns:a16="http://schemas.microsoft.com/office/drawing/2014/main" id="{8191595D-FCA6-4147-8F9C-295154501519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12" name="矩形">
            <a:extLst>
              <a:ext uri="{FF2B5EF4-FFF2-40B4-BE49-F238E27FC236}">
                <a16:creationId xmlns:a16="http://schemas.microsoft.com/office/drawing/2014/main" id="{2F5870EF-638B-4D41-BCB2-C677A17B381B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13" name="矩形">
            <a:extLst>
              <a:ext uri="{FF2B5EF4-FFF2-40B4-BE49-F238E27FC236}">
                <a16:creationId xmlns:a16="http://schemas.microsoft.com/office/drawing/2014/main" id="{981CBA85-95C4-4065-9241-901F7273718D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14" name="矩形">
            <a:extLst>
              <a:ext uri="{FF2B5EF4-FFF2-40B4-BE49-F238E27FC236}">
                <a16:creationId xmlns:a16="http://schemas.microsoft.com/office/drawing/2014/main" id="{DC3EA08B-E450-4D68-B894-D2A35CD3FEF4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15" name="矩形">
            <a:extLst>
              <a:ext uri="{FF2B5EF4-FFF2-40B4-BE49-F238E27FC236}">
                <a16:creationId xmlns:a16="http://schemas.microsoft.com/office/drawing/2014/main" id="{8FABB53A-41F2-4EE6-87B6-BE722BF117C4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16" name="矩形">
            <a:extLst>
              <a:ext uri="{FF2B5EF4-FFF2-40B4-BE49-F238E27FC236}">
                <a16:creationId xmlns:a16="http://schemas.microsoft.com/office/drawing/2014/main" id="{D307F06A-A13E-4710-A086-E4F530974D48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17" name="矩形">
            <a:extLst>
              <a:ext uri="{FF2B5EF4-FFF2-40B4-BE49-F238E27FC236}">
                <a16:creationId xmlns:a16="http://schemas.microsoft.com/office/drawing/2014/main" id="{ED384BDB-6354-4020-9844-374427A9FB36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18" name="矩形">
            <a:extLst>
              <a:ext uri="{FF2B5EF4-FFF2-40B4-BE49-F238E27FC236}">
                <a16:creationId xmlns:a16="http://schemas.microsoft.com/office/drawing/2014/main" id="{281D536B-E68A-4EB0-B1B1-BE2D6C9CD99B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19" name="矩形">
            <a:extLst>
              <a:ext uri="{FF2B5EF4-FFF2-40B4-BE49-F238E27FC236}">
                <a16:creationId xmlns:a16="http://schemas.microsoft.com/office/drawing/2014/main" id="{131B826B-A3FC-499E-BDEF-E2A01A868371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20" name="矩形">
            <a:extLst>
              <a:ext uri="{FF2B5EF4-FFF2-40B4-BE49-F238E27FC236}">
                <a16:creationId xmlns:a16="http://schemas.microsoft.com/office/drawing/2014/main" id="{6C3FEA39-8C29-48B0-8CEE-B74AFBDF3EF8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21" name="矩形">
            <a:extLst>
              <a:ext uri="{FF2B5EF4-FFF2-40B4-BE49-F238E27FC236}">
                <a16:creationId xmlns:a16="http://schemas.microsoft.com/office/drawing/2014/main" id="{FDBCF2B9-033C-474E-ABA0-4B9642C06522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22" name="矩形">
            <a:extLst>
              <a:ext uri="{FF2B5EF4-FFF2-40B4-BE49-F238E27FC236}">
                <a16:creationId xmlns:a16="http://schemas.microsoft.com/office/drawing/2014/main" id="{E1949C22-D605-45FA-ACA8-EB34D0D71101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23" name="矩形">
            <a:extLst>
              <a:ext uri="{FF2B5EF4-FFF2-40B4-BE49-F238E27FC236}">
                <a16:creationId xmlns:a16="http://schemas.microsoft.com/office/drawing/2014/main" id="{5010F330-CBF2-4006-A8F5-88FC2759BF5A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24" name="矩形">
            <a:extLst>
              <a:ext uri="{FF2B5EF4-FFF2-40B4-BE49-F238E27FC236}">
                <a16:creationId xmlns:a16="http://schemas.microsoft.com/office/drawing/2014/main" id="{739B82CA-9165-46C6-B64F-356DB46EF13A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25" name="矩形">
            <a:extLst>
              <a:ext uri="{FF2B5EF4-FFF2-40B4-BE49-F238E27FC236}">
                <a16:creationId xmlns:a16="http://schemas.microsoft.com/office/drawing/2014/main" id="{881ADB3F-28CE-45FC-9E35-7964C09517F7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26" name="矩形">
            <a:extLst>
              <a:ext uri="{FF2B5EF4-FFF2-40B4-BE49-F238E27FC236}">
                <a16:creationId xmlns:a16="http://schemas.microsoft.com/office/drawing/2014/main" id="{22CB7C63-5D96-4AD5-8E3F-0E0BAED4B072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27" name="矩形">
            <a:extLst>
              <a:ext uri="{FF2B5EF4-FFF2-40B4-BE49-F238E27FC236}">
                <a16:creationId xmlns:a16="http://schemas.microsoft.com/office/drawing/2014/main" id="{F5224091-84B4-4DD8-BAB4-AA75E1789CBE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28" name="矩形">
            <a:extLst>
              <a:ext uri="{FF2B5EF4-FFF2-40B4-BE49-F238E27FC236}">
                <a16:creationId xmlns:a16="http://schemas.microsoft.com/office/drawing/2014/main" id="{42B39847-F2E0-45BB-BC2E-740FA21D9DCA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29" name="矩形">
            <a:extLst>
              <a:ext uri="{FF2B5EF4-FFF2-40B4-BE49-F238E27FC236}">
                <a16:creationId xmlns:a16="http://schemas.microsoft.com/office/drawing/2014/main" id="{57B0229C-78AA-463C-A20D-7040AE6756BE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30" name="矩形">
            <a:extLst>
              <a:ext uri="{FF2B5EF4-FFF2-40B4-BE49-F238E27FC236}">
                <a16:creationId xmlns:a16="http://schemas.microsoft.com/office/drawing/2014/main" id="{033EBC76-AB6A-4F40-BEAB-60BD8702CB3E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31" name="矩形">
            <a:extLst>
              <a:ext uri="{FF2B5EF4-FFF2-40B4-BE49-F238E27FC236}">
                <a16:creationId xmlns:a16="http://schemas.microsoft.com/office/drawing/2014/main" id="{67687A5C-03CD-4C0A-A309-9C38A932587A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32" name="矩形">
            <a:extLst>
              <a:ext uri="{FF2B5EF4-FFF2-40B4-BE49-F238E27FC236}">
                <a16:creationId xmlns:a16="http://schemas.microsoft.com/office/drawing/2014/main" id="{D4E6FD2F-EC1A-4C35-BA6B-5B58043C9197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33" name="矩形">
            <a:extLst>
              <a:ext uri="{FF2B5EF4-FFF2-40B4-BE49-F238E27FC236}">
                <a16:creationId xmlns:a16="http://schemas.microsoft.com/office/drawing/2014/main" id="{9EABEE71-3007-472F-8CE5-2A8512F46CC8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34" name="矩形">
            <a:extLst>
              <a:ext uri="{FF2B5EF4-FFF2-40B4-BE49-F238E27FC236}">
                <a16:creationId xmlns:a16="http://schemas.microsoft.com/office/drawing/2014/main" id="{9BBBBE7A-834D-4507-B3DF-FAA7EFCAC753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35" name="矩形">
            <a:extLst>
              <a:ext uri="{FF2B5EF4-FFF2-40B4-BE49-F238E27FC236}">
                <a16:creationId xmlns:a16="http://schemas.microsoft.com/office/drawing/2014/main" id="{7B58A1DE-AD42-4832-968C-DD5DA6FA5CE2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36" name="矩形">
            <a:extLst>
              <a:ext uri="{FF2B5EF4-FFF2-40B4-BE49-F238E27FC236}">
                <a16:creationId xmlns:a16="http://schemas.microsoft.com/office/drawing/2014/main" id="{15C7DF27-BF10-40D3-B348-3D1791CED4B8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37" name="矩形">
            <a:extLst>
              <a:ext uri="{FF2B5EF4-FFF2-40B4-BE49-F238E27FC236}">
                <a16:creationId xmlns:a16="http://schemas.microsoft.com/office/drawing/2014/main" id="{165AD8B8-2CF5-4502-800E-DEC77FA2DFDC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38" name="矩形">
            <a:extLst>
              <a:ext uri="{FF2B5EF4-FFF2-40B4-BE49-F238E27FC236}">
                <a16:creationId xmlns:a16="http://schemas.microsoft.com/office/drawing/2014/main" id="{455E9902-AF2B-4C1C-8B6B-7563860553B7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39" name="矩形">
            <a:extLst>
              <a:ext uri="{FF2B5EF4-FFF2-40B4-BE49-F238E27FC236}">
                <a16:creationId xmlns:a16="http://schemas.microsoft.com/office/drawing/2014/main" id="{DB2EE152-25F6-477B-9189-DE631D379209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0" name="矩形">
            <a:extLst>
              <a:ext uri="{FF2B5EF4-FFF2-40B4-BE49-F238E27FC236}">
                <a16:creationId xmlns:a16="http://schemas.microsoft.com/office/drawing/2014/main" id="{BE8DDDBE-056D-49CB-8868-00556FA1A708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1" name="矩形">
            <a:extLst>
              <a:ext uri="{FF2B5EF4-FFF2-40B4-BE49-F238E27FC236}">
                <a16:creationId xmlns:a16="http://schemas.microsoft.com/office/drawing/2014/main" id="{342E112A-B4E3-41F6-8229-2950AAC88C7F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2" name="矩形">
            <a:extLst>
              <a:ext uri="{FF2B5EF4-FFF2-40B4-BE49-F238E27FC236}">
                <a16:creationId xmlns:a16="http://schemas.microsoft.com/office/drawing/2014/main" id="{9F17F0AB-3530-4EF0-B543-BD5672FAC02A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3" name="矩形">
            <a:extLst>
              <a:ext uri="{FF2B5EF4-FFF2-40B4-BE49-F238E27FC236}">
                <a16:creationId xmlns:a16="http://schemas.microsoft.com/office/drawing/2014/main" id="{ED4328DC-662E-437B-9C4F-4B054AC63190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4" name="矩形">
            <a:extLst>
              <a:ext uri="{FF2B5EF4-FFF2-40B4-BE49-F238E27FC236}">
                <a16:creationId xmlns:a16="http://schemas.microsoft.com/office/drawing/2014/main" id="{0FEB7874-7042-4B4C-9788-43E20416E273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5" name="矩形">
            <a:extLst>
              <a:ext uri="{FF2B5EF4-FFF2-40B4-BE49-F238E27FC236}">
                <a16:creationId xmlns:a16="http://schemas.microsoft.com/office/drawing/2014/main" id="{056EB747-02C1-4A5D-B956-2AE0271357F1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6" name="矩形">
            <a:extLst>
              <a:ext uri="{FF2B5EF4-FFF2-40B4-BE49-F238E27FC236}">
                <a16:creationId xmlns:a16="http://schemas.microsoft.com/office/drawing/2014/main" id="{149408EF-DA75-41A8-91FE-B09E08B706EC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7" name="矩形">
            <a:extLst>
              <a:ext uri="{FF2B5EF4-FFF2-40B4-BE49-F238E27FC236}">
                <a16:creationId xmlns:a16="http://schemas.microsoft.com/office/drawing/2014/main" id="{CA23639B-EE4E-4725-9E34-18C9D5FF8FAF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8" name="矩形">
            <a:extLst>
              <a:ext uri="{FF2B5EF4-FFF2-40B4-BE49-F238E27FC236}">
                <a16:creationId xmlns:a16="http://schemas.microsoft.com/office/drawing/2014/main" id="{B263DBE9-114B-492E-855E-4C259D50BA6C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49" name="矩形">
            <a:extLst>
              <a:ext uri="{FF2B5EF4-FFF2-40B4-BE49-F238E27FC236}">
                <a16:creationId xmlns:a16="http://schemas.microsoft.com/office/drawing/2014/main" id="{C7FCCEEB-8803-46A5-AFDD-26993D30E887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50" name="矩形">
            <a:extLst>
              <a:ext uri="{FF2B5EF4-FFF2-40B4-BE49-F238E27FC236}">
                <a16:creationId xmlns:a16="http://schemas.microsoft.com/office/drawing/2014/main" id="{0C3CBF49-3BC3-4C6A-A265-7A548B8FB8B4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51" name="矩形">
            <a:extLst>
              <a:ext uri="{FF2B5EF4-FFF2-40B4-BE49-F238E27FC236}">
                <a16:creationId xmlns:a16="http://schemas.microsoft.com/office/drawing/2014/main" id="{71663F33-C256-41D9-99A5-8DB8370FB989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52" name="矩形">
            <a:extLst>
              <a:ext uri="{FF2B5EF4-FFF2-40B4-BE49-F238E27FC236}">
                <a16:creationId xmlns:a16="http://schemas.microsoft.com/office/drawing/2014/main" id="{634CD39D-E72D-4FF3-AE95-44F0874CA186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53" name="矩形">
            <a:extLst>
              <a:ext uri="{FF2B5EF4-FFF2-40B4-BE49-F238E27FC236}">
                <a16:creationId xmlns:a16="http://schemas.microsoft.com/office/drawing/2014/main" id="{8C904208-863F-45C7-BB0F-C9F09AD616CC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54" name="矩形">
            <a:extLst>
              <a:ext uri="{FF2B5EF4-FFF2-40B4-BE49-F238E27FC236}">
                <a16:creationId xmlns:a16="http://schemas.microsoft.com/office/drawing/2014/main" id="{B8EE691F-40DA-4FEB-AAA1-FC96D0164BA3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55" name="矩形">
            <a:extLst>
              <a:ext uri="{FF2B5EF4-FFF2-40B4-BE49-F238E27FC236}">
                <a16:creationId xmlns:a16="http://schemas.microsoft.com/office/drawing/2014/main" id="{9E827783-09E2-4AB8-81ED-BA44E512BBC1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56" name="矩形">
            <a:extLst>
              <a:ext uri="{FF2B5EF4-FFF2-40B4-BE49-F238E27FC236}">
                <a16:creationId xmlns:a16="http://schemas.microsoft.com/office/drawing/2014/main" id="{27910A98-37D0-4120-8282-F92A825A8CDB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57" name="矩形">
            <a:extLst>
              <a:ext uri="{FF2B5EF4-FFF2-40B4-BE49-F238E27FC236}">
                <a16:creationId xmlns:a16="http://schemas.microsoft.com/office/drawing/2014/main" id="{F6EA6DAF-9B22-46C0-9A10-569A7DBDEE87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58" name="矩形">
            <a:extLst>
              <a:ext uri="{FF2B5EF4-FFF2-40B4-BE49-F238E27FC236}">
                <a16:creationId xmlns:a16="http://schemas.microsoft.com/office/drawing/2014/main" id="{A818D4CA-117C-4381-9751-6FBE00AD2BBD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59" name="矩形">
            <a:extLst>
              <a:ext uri="{FF2B5EF4-FFF2-40B4-BE49-F238E27FC236}">
                <a16:creationId xmlns:a16="http://schemas.microsoft.com/office/drawing/2014/main" id="{54BAFFA2-437D-45CE-8A1B-CF404255A8C5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60" name="矩形">
            <a:extLst>
              <a:ext uri="{FF2B5EF4-FFF2-40B4-BE49-F238E27FC236}">
                <a16:creationId xmlns:a16="http://schemas.microsoft.com/office/drawing/2014/main" id="{7C0EFBCF-F267-4BD8-A9EB-F4CA77A19055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161" name="矩形">
            <a:extLst>
              <a:ext uri="{FF2B5EF4-FFF2-40B4-BE49-F238E27FC236}">
                <a16:creationId xmlns:a16="http://schemas.microsoft.com/office/drawing/2014/main" id="{15027391-D819-4021-A1AB-C69DF6C49B3F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162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1163" name="矩形">
            <a:extLst>
              <a:ext uri="{FF2B5EF4-FFF2-40B4-BE49-F238E27FC236}">
                <a16:creationId xmlns:a16="http://schemas.microsoft.com/office/drawing/2014/main" id="{B9B6A465-0F97-47C4-97B7-F4A248EA4321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164" name="Lite belief-state：把稀疏观测压缩成可解释状态">
            <a:extLst>
              <a:ext uri="{FF2B5EF4-FFF2-40B4-BE49-F238E27FC236}">
                <a16:creationId xmlns:a16="http://schemas.microsoft.com/office/drawing/2014/main" id="{5DE91628-2BEB-4E59-A3EF-9702EC4DF654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Lite belief-state：把稀疏观测压缩成可解释状态</a:t>
            </a:r>
          </a:p>
        </p:txBody>
      </p:sp>
      <p:sp>
        <p:nvSpPr>
          <p:cNvPr id="1165" name="矩形">
            <a:extLst>
              <a:ext uri="{FF2B5EF4-FFF2-40B4-BE49-F238E27FC236}">
                <a16:creationId xmlns:a16="http://schemas.microsoft.com/office/drawing/2014/main" id="{2634DB6C-717F-4D5A-A3B1-1DEF8925A3E3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166" name="RUNTIME STATE">
            <a:extLst>
              <a:ext uri="{FF2B5EF4-FFF2-40B4-BE49-F238E27FC236}">
                <a16:creationId xmlns:a16="http://schemas.microsoft.com/office/drawing/2014/main" id="{45856F82-B8BC-4A60-A7BB-F08260945573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RUNTIME STATE</a:t>
            </a:r>
          </a:p>
        </p:txBody>
      </p:sp>
      <p:sp>
        <p:nvSpPr>
          <p:cNvPr id="1168" name="圆角矩形 985">
            <a:extLst>
              <a:ext uri="{FF2B5EF4-FFF2-40B4-BE49-F238E27FC236}">
                <a16:creationId xmlns:a16="http://schemas.microsoft.com/office/drawing/2014/main" id="{DC28D9D3-E1E4-4750-B94B-3DB69FAEC480}"/>
              </a:ext>
            </a:extLst>
          </p:cNvPr>
          <p:cNvSpPr>
            <a:spLocks noGrp="1"/>
          </p:cNvSpPr>
          <p:nvPr/>
        </p:nvSpPr>
        <p:spPr>
          <a:xfrm>
            <a:off x="666750" y="1104900"/>
            <a:ext cx="2333625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169" name="矩形">
            <a:extLst>
              <a:ext uri="{FF2B5EF4-FFF2-40B4-BE49-F238E27FC236}">
                <a16:creationId xmlns:a16="http://schemas.microsoft.com/office/drawing/2014/main" id="{BEB1A576-064D-4AC6-925C-60E09977CF26}"/>
              </a:ext>
            </a:extLst>
          </p:cNvPr>
          <p:cNvSpPr>
            <a:spLocks noGrp="1"/>
          </p:cNvSpPr>
          <p:nvPr/>
        </p:nvSpPr>
        <p:spPr>
          <a:xfrm>
            <a:off x="838200" y="1190621"/>
            <a:ext cx="1990725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170" name="StepResult">
            <a:extLst>
              <a:ext uri="{FF2B5EF4-FFF2-40B4-BE49-F238E27FC236}">
                <a16:creationId xmlns:a16="http://schemas.microsoft.com/office/drawing/2014/main" id="{7B626708-3A51-4E41-AB5A-87F24C7A0A9A}"/>
              </a:ext>
            </a:extLst>
          </p:cNvPr>
          <p:cNvSpPr>
            <a:spLocks noGrp="1"/>
          </p:cNvSpPr>
          <p:nvPr/>
        </p:nvSpPr>
        <p:spPr>
          <a:xfrm>
            <a:off x="838200" y="1190624"/>
            <a:ext cx="19907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StepResult</a:t>
            </a:r>
          </a:p>
        </p:txBody>
      </p:sp>
      <p:sp>
        <p:nvSpPr>
          <p:cNvPr id="1171" name="矩形">
            <a:extLst>
              <a:ext uri="{FF2B5EF4-FFF2-40B4-BE49-F238E27FC236}">
                <a16:creationId xmlns:a16="http://schemas.microsoft.com/office/drawing/2014/main" id="{F7D12AA1-F634-420B-8603-0416D9094310}"/>
              </a:ext>
            </a:extLst>
          </p:cNvPr>
          <p:cNvSpPr>
            <a:spLocks noGrp="1"/>
          </p:cNvSpPr>
          <p:nvPr/>
        </p:nvSpPr>
        <p:spPr>
          <a:xfrm>
            <a:off x="838200" y="1419224"/>
            <a:ext cx="1990725" cy="2476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172" name="outputs / metrics / errors">
            <a:extLst>
              <a:ext uri="{FF2B5EF4-FFF2-40B4-BE49-F238E27FC236}">
                <a16:creationId xmlns:a16="http://schemas.microsoft.com/office/drawing/2014/main" id="{7BA21E74-94C2-46B1-AC36-FBEE7BADED85}"/>
              </a:ext>
            </a:extLst>
          </p:cNvPr>
          <p:cNvSpPr>
            <a:spLocks noGrp="1"/>
          </p:cNvSpPr>
          <p:nvPr/>
        </p:nvSpPr>
        <p:spPr>
          <a:xfrm>
            <a:off x="838200" y="1419221"/>
            <a:ext cx="199072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outputs / metrics / errors</a:t>
            </a:r>
          </a:p>
        </p:txBody>
      </p:sp>
      <p:sp>
        <p:nvSpPr>
          <p:cNvPr id="1173" name="矩形">
            <a:extLst>
              <a:ext uri="{FF2B5EF4-FFF2-40B4-BE49-F238E27FC236}">
                <a16:creationId xmlns:a16="http://schemas.microsoft.com/office/drawing/2014/main" id="{078FD727-3D18-4B80-81CE-6D502DB0C633}"/>
              </a:ext>
            </a:extLst>
          </p:cNvPr>
          <p:cNvSpPr>
            <a:spLocks noGrp="1"/>
          </p:cNvSpPr>
          <p:nvPr/>
        </p:nvSpPr>
        <p:spPr>
          <a:xfrm>
            <a:off x="3048000" y="1238250"/>
            <a:ext cx="2667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174" name="→">
            <a:extLst>
              <a:ext uri="{FF2B5EF4-FFF2-40B4-BE49-F238E27FC236}">
                <a16:creationId xmlns:a16="http://schemas.microsoft.com/office/drawing/2014/main" id="{93E95E1B-2FDE-4E51-8AED-D73541B0455E}"/>
              </a:ext>
            </a:extLst>
          </p:cNvPr>
          <p:cNvSpPr>
            <a:spLocks noGrp="1"/>
          </p:cNvSpPr>
          <p:nvPr/>
        </p:nvSpPr>
        <p:spPr>
          <a:xfrm>
            <a:off x="3048000" y="1238250"/>
            <a:ext cx="2667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1175" name="圆角矩形 989">
            <a:extLst>
              <a:ext uri="{FF2B5EF4-FFF2-40B4-BE49-F238E27FC236}">
                <a16:creationId xmlns:a16="http://schemas.microsoft.com/office/drawing/2014/main" id="{B5189822-BE0E-4BD7-8B34-7F6F0C546DEE}"/>
              </a:ext>
            </a:extLst>
          </p:cNvPr>
          <p:cNvSpPr>
            <a:spLocks noGrp="1"/>
          </p:cNvSpPr>
          <p:nvPr/>
        </p:nvSpPr>
        <p:spPr>
          <a:xfrm>
            <a:off x="666750" y="1885950"/>
            <a:ext cx="2333625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176" name="矩形">
            <a:extLst>
              <a:ext uri="{FF2B5EF4-FFF2-40B4-BE49-F238E27FC236}">
                <a16:creationId xmlns:a16="http://schemas.microsoft.com/office/drawing/2014/main" id="{C86F3CB8-22EC-4B97-950A-DD7137D5EA16}"/>
              </a:ext>
            </a:extLst>
          </p:cNvPr>
          <p:cNvSpPr>
            <a:spLocks noGrp="1"/>
          </p:cNvSpPr>
          <p:nvPr/>
        </p:nvSpPr>
        <p:spPr>
          <a:xfrm>
            <a:off x="838200" y="1971673"/>
            <a:ext cx="1990725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177" name="SafetyResult">
            <a:extLst>
              <a:ext uri="{FF2B5EF4-FFF2-40B4-BE49-F238E27FC236}">
                <a16:creationId xmlns:a16="http://schemas.microsoft.com/office/drawing/2014/main" id="{89373A86-90F0-490C-B389-9582F622E755}"/>
              </a:ext>
            </a:extLst>
          </p:cNvPr>
          <p:cNvSpPr>
            <a:spLocks noGrp="1"/>
          </p:cNvSpPr>
          <p:nvPr/>
        </p:nvSpPr>
        <p:spPr>
          <a:xfrm>
            <a:off x="838200" y="1971674"/>
            <a:ext cx="19907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SafetyResult</a:t>
            </a:r>
          </a:p>
        </p:txBody>
      </p:sp>
      <p:sp>
        <p:nvSpPr>
          <p:cNvPr id="1178" name="矩形">
            <a:extLst>
              <a:ext uri="{FF2B5EF4-FFF2-40B4-BE49-F238E27FC236}">
                <a16:creationId xmlns:a16="http://schemas.microsoft.com/office/drawing/2014/main" id="{E414B75D-53F9-4060-881F-4255F21ECE06}"/>
              </a:ext>
            </a:extLst>
          </p:cNvPr>
          <p:cNvSpPr>
            <a:spLocks noGrp="1"/>
          </p:cNvSpPr>
          <p:nvPr/>
        </p:nvSpPr>
        <p:spPr>
          <a:xfrm>
            <a:off x="838200" y="2200274"/>
            <a:ext cx="1990725" cy="2476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179" name="risk_flags / action">
            <a:extLst>
              <a:ext uri="{FF2B5EF4-FFF2-40B4-BE49-F238E27FC236}">
                <a16:creationId xmlns:a16="http://schemas.microsoft.com/office/drawing/2014/main" id="{A342AEC8-EB90-4904-9BD3-D4C500E6017E}"/>
              </a:ext>
            </a:extLst>
          </p:cNvPr>
          <p:cNvSpPr>
            <a:spLocks noGrp="1"/>
          </p:cNvSpPr>
          <p:nvPr/>
        </p:nvSpPr>
        <p:spPr>
          <a:xfrm>
            <a:off x="838200" y="2200273"/>
            <a:ext cx="199072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risk_flags / action</a:t>
            </a:r>
          </a:p>
        </p:txBody>
      </p:sp>
      <p:sp>
        <p:nvSpPr>
          <p:cNvPr id="1180" name="矩形">
            <a:extLst>
              <a:ext uri="{FF2B5EF4-FFF2-40B4-BE49-F238E27FC236}">
                <a16:creationId xmlns:a16="http://schemas.microsoft.com/office/drawing/2014/main" id="{9AEF4964-CB68-4C3D-8F9D-473847235D68}"/>
              </a:ext>
            </a:extLst>
          </p:cNvPr>
          <p:cNvSpPr>
            <a:spLocks noGrp="1"/>
          </p:cNvSpPr>
          <p:nvPr/>
        </p:nvSpPr>
        <p:spPr>
          <a:xfrm>
            <a:off x="3048000" y="2019300"/>
            <a:ext cx="2667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181" name="→">
            <a:extLst>
              <a:ext uri="{FF2B5EF4-FFF2-40B4-BE49-F238E27FC236}">
                <a16:creationId xmlns:a16="http://schemas.microsoft.com/office/drawing/2014/main" id="{AB41E91E-9F6C-4B9C-880A-F4A104726C96}"/>
              </a:ext>
            </a:extLst>
          </p:cNvPr>
          <p:cNvSpPr>
            <a:spLocks noGrp="1"/>
          </p:cNvSpPr>
          <p:nvPr/>
        </p:nvSpPr>
        <p:spPr>
          <a:xfrm>
            <a:off x="3048000" y="2019300"/>
            <a:ext cx="2667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1182" name="圆角矩形 993">
            <a:extLst>
              <a:ext uri="{FF2B5EF4-FFF2-40B4-BE49-F238E27FC236}">
                <a16:creationId xmlns:a16="http://schemas.microsoft.com/office/drawing/2014/main" id="{C57E02EE-1C6A-48FE-A84A-BFB98DFC61BD}"/>
              </a:ext>
            </a:extLst>
          </p:cNvPr>
          <p:cNvSpPr>
            <a:spLocks noGrp="1"/>
          </p:cNvSpPr>
          <p:nvPr/>
        </p:nvSpPr>
        <p:spPr>
          <a:xfrm>
            <a:off x="666750" y="2667000"/>
            <a:ext cx="2333625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183" name="矩形">
            <a:extLst>
              <a:ext uri="{FF2B5EF4-FFF2-40B4-BE49-F238E27FC236}">
                <a16:creationId xmlns:a16="http://schemas.microsoft.com/office/drawing/2014/main" id="{960A1C8E-7A2B-4BA7-9053-27ED735328F0}"/>
              </a:ext>
            </a:extLst>
          </p:cNvPr>
          <p:cNvSpPr>
            <a:spLocks noGrp="1"/>
          </p:cNvSpPr>
          <p:nvPr/>
        </p:nvSpPr>
        <p:spPr>
          <a:xfrm>
            <a:off x="838200" y="2752723"/>
            <a:ext cx="1990725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184" name="failure context">
            <a:extLst>
              <a:ext uri="{FF2B5EF4-FFF2-40B4-BE49-F238E27FC236}">
                <a16:creationId xmlns:a16="http://schemas.microsoft.com/office/drawing/2014/main" id="{2198C39E-202F-4927-A684-A985A04DCBB1}"/>
              </a:ext>
            </a:extLst>
          </p:cNvPr>
          <p:cNvSpPr>
            <a:spLocks noGrp="1"/>
          </p:cNvSpPr>
          <p:nvPr/>
        </p:nvSpPr>
        <p:spPr>
          <a:xfrm>
            <a:off x="838200" y="2752724"/>
            <a:ext cx="19907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failure context</a:t>
            </a:r>
          </a:p>
        </p:txBody>
      </p:sp>
      <p:sp>
        <p:nvSpPr>
          <p:cNvPr id="1185" name="矩形">
            <a:extLst>
              <a:ext uri="{FF2B5EF4-FFF2-40B4-BE49-F238E27FC236}">
                <a16:creationId xmlns:a16="http://schemas.microsoft.com/office/drawing/2014/main" id="{832BAA91-8956-42C9-A643-71CC3E264C48}"/>
              </a:ext>
            </a:extLst>
          </p:cNvPr>
          <p:cNvSpPr>
            <a:spLocks noGrp="1"/>
          </p:cNvSpPr>
          <p:nvPr/>
        </p:nvSpPr>
        <p:spPr>
          <a:xfrm>
            <a:off x="838200" y="2981324"/>
            <a:ext cx="1990725" cy="2476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186" name="patch / replan history">
            <a:extLst>
              <a:ext uri="{FF2B5EF4-FFF2-40B4-BE49-F238E27FC236}">
                <a16:creationId xmlns:a16="http://schemas.microsoft.com/office/drawing/2014/main" id="{B8B1A82D-B788-463F-8249-D1AF3E581CAB}"/>
              </a:ext>
            </a:extLst>
          </p:cNvPr>
          <p:cNvSpPr>
            <a:spLocks noGrp="1"/>
          </p:cNvSpPr>
          <p:nvPr/>
        </p:nvSpPr>
        <p:spPr>
          <a:xfrm>
            <a:off x="838200" y="2981323"/>
            <a:ext cx="199072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patch / replan history</a:t>
            </a:r>
          </a:p>
        </p:txBody>
      </p:sp>
      <p:sp>
        <p:nvSpPr>
          <p:cNvPr id="1187" name="矩形">
            <a:extLst>
              <a:ext uri="{FF2B5EF4-FFF2-40B4-BE49-F238E27FC236}">
                <a16:creationId xmlns:a16="http://schemas.microsoft.com/office/drawing/2014/main" id="{A5C717D2-955B-48A9-A4A9-C207902D8E04}"/>
              </a:ext>
            </a:extLst>
          </p:cNvPr>
          <p:cNvSpPr>
            <a:spLocks noGrp="1"/>
          </p:cNvSpPr>
          <p:nvPr/>
        </p:nvSpPr>
        <p:spPr>
          <a:xfrm>
            <a:off x="3048000" y="2800350"/>
            <a:ext cx="2667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188" name="→">
            <a:extLst>
              <a:ext uri="{FF2B5EF4-FFF2-40B4-BE49-F238E27FC236}">
                <a16:creationId xmlns:a16="http://schemas.microsoft.com/office/drawing/2014/main" id="{8AA7F012-7F1E-4F7D-B4CA-1B01FE9BEBCD}"/>
              </a:ext>
            </a:extLst>
          </p:cNvPr>
          <p:cNvSpPr>
            <a:spLocks noGrp="1"/>
          </p:cNvSpPr>
          <p:nvPr/>
        </p:nvSpPr>
        <p:spPr>
          <a:xfrm>
            <a:off x="3048000" y="2800350"/>
            <a:ext cx="2667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1189" name="圆角矩形 997">
            <a:extLst>
              <a:ext uri="{FF2B5EF4-FFF2-40B4-BE49-F238E27FC236}">
                <a16:creationId xmlns:a16="http://schemas.microsoft.com/office/drawing/2014/main" id="{F3E2DC67-F202-46CC-BD17-587E26272078}"/>
              </a:ext>
            </a:extLst>
          </p:cNvPr>
          <p:cNvSpPr>
            <a:spLocks noGrp="1"/>
          </p:cNvSpPr>
          <p:nvPr/>
        </p:nvSpPr>
        <p:spPr>
          <a:xfrm>
            <a:off x="666750" y="3448050"/>
            <a:ext cx="2333625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190" name="矩形">
            <a:extLst>
              <a:ext uri="{FF2B5EF4-FFF2-40B4-BE49-F238E27FC236}">
                <a16:creationId xmlns:a16="http://schemas.microsoft.com/office/drawing/2014/main" id="{5F782B0D-8113-4D79-AE9F-786E1291E5B5}"/>
              </a:ext>
            </a:extLst>
          </p:cNvPr>
          <p:cNvSpPr>
            <a:spLocks noGrp="1"/>
          </p:cNvSpPr>
          <p:nvPr/>
        </p:nvSpPr>
        <p:spPr>
          <a:xfrm>
            <a:off x="838200" y="3533773"/>
            <a:ext cx="1990725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191" name="budget &amp; progress">
            <a:extLst>
              <a:ext uri="{FF2B5EF4-FFF2-40B4-BE49-F238E27FC236}">
                <a16:creationId xmlns:a16="http://schemas.microsoft.com/office/drawing/2014/main" id="{B55D7841-2883-4372-8A4D-CBBB9F6388CA}"/>
              </a:ext>
            </a:extLst>
          </p:cNvPr>
          <p:cNvSpPr>
            <a:spLocks noGrp="1"/>
          </p:cNvSpPr>
          <p:nvPr/>
        </p:nvSpPr>
        <p:spPr>
          <a:xfrm>
            <a:off x="838200" y="3533773"/>
            <a:ext cx="19907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budget &amp; progress</a:t>
            </a:r>
          </a:p>
        </p:txBody>
      </p:sp>
      <p:sp>
        <p:nvSpPr>
          <p:cNvPr id="1192" name="矩形">
            <a:extLst>
              <a:ext uri="{FF2B5EF4-FFF2-40B4-BE49-F238E27FC236}">
                <a16:creationId xmlns:a16="http://schemas.microsoft.com/office/drawing/2014/main" id="{9B570444-21C5-4E89-BB81-14B8F08C10C7}"/>
              </a:ext>
            </a:extLst>
          </p:cNvPr>
          <p:cNvSpPr>
            <a:spLocks noGrp="1"/>
          </p:cNvSpPr>
          <p:nvPr/>
        </p:nvSpPr>
        <p:spPr>
          <a:xfrm>
            <a:off x="838200" y="3762373"/>
            <a:ext cx="1990725" cy="2476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193" name="remaining suffix">
            <a:extLst>
              <a:ext uri="{FF2B5EF4-FFF2-40B4-BE49-F238E27FC236}">
                <a16:creationId xmlns:a16="http://schemas.microsoft.com/office/drawing/2014/main" id="{37D0E98C-86B2-498A-9463-34C5E374D4AB}"/>
              </a:ext>
            </a:extLst>
          </p:cNvPr>
          <p:cNvSpPr>
            <a:spLocks noGrp="1"/>
          </p:cNvSpPr>
          <p:nvPr/>
        </p:nvSpPr>
        <p:spPr>
          <a:xfrm>
            <a:off x="838200" y="3762373"/>
            <a:ext cx="199072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remaining suffix</a:t>
            </a:r>
          </a:p>
        </p:txBody>
      </p:sp>
      <p:sp>
        <p:nvSpPr>
          <p:cNvPr id="1194" name="矩形">
            <a:extLst>
              <a:ext uri="{FF2B5EF4-FFF2-40B4-BE49-F238E27FC236}">
                <a16:creationId xmlns:a16="http://schemas.microsoft.com/office/drawing/2014/main" id="{EFE593AF-0F41-4679-AE6F-B9EA9D22F11D}"/>
              </a:ext>
            </a:extLst>
          </p:cNvPr>
          <p:cNvSpPr>
            <a:spLocks noGrp="1"/>
          </p:cNvSpPr>
          <p:nvPr/>
        </p:nvSpPr>
        <p:spPr>
          <a:xfrm>
            <a:off x="3048000" y="3581400"/>
            <a:ext cx="2667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195" name="→">
            <a:extLst>
              <a:ext uri="{FF2B5EF4-FFF2-40B4-BE49-F238E27FC236}">
                <a16:creationId xmlns:a16="http://schemas.microsoft.com/office/drawing/2014/main" id="{105981A5-C846-4684-A03E-73D35F099B65}"/>
              </a:ext>
            </a:extLst>
          </p:cNvPr>
          <p:cNvSpPr>
            <a:spLocks noGrp="1"/>
          </p:cNvSpPr>
          <p:nvPr/>
        </p:nvSpPr>
        <p:spPr>
          <a:xfrm>
            <a:off x="3048000" y="3581400"/>
            <a:ext cx="2667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1196" name="圆角矩形 1001">
            <a:extLst>
              <a:ext uri="{FF2B5EF4-FFF2-40B4-BE49-F238E27FC236}">
                <a16:creationId xmlns:a16="http://schemas.microsoft.com/office/drawing/2014/main" id="{2D7202C3-A7EF-42AE-8CA0-CC0681056160}"/>
              </a:ext>
            </a:extLst>
          </p:cNvPr>
          <p:cNvSpPr>
            <a:spLocks noGrp="1"/>
          </p:cNvSpPr>
          <p:nvPr/>
        </p:nvSpPr>
        <p:spPr>
          <a:xfrm>
            <a:off x="666750" y="4229100"/>
            <a:ext cx="2333625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197" name="矩形">
            <a:extLst>
              <a:ext uri="{FF2B5EF4-FFF2-40B4-BE49-F238E27FC236}">
                <a16:creationId xmlns:a16="http://schemas.microsoft.com/office/drawing/2014/main" id="{BEDF8C00-399B-41A9-AA58-564EE6120C24}"/>
              </a:ext>
            </a:extLst>
          </p:cNvPr>
          <p:cNvSpPr>
            <a:spLocks noGrp="1"/>
          </p:cNvSpPr>
          <p:nvPr/>
        </p:nvSpPr>
        <p:spPr>
          <a:xfrm>
            <a:off x="838200" y="4314823"/>
            <a:ext cx="1990725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198" name="HITL Decision">
            <a:extLst>
              <a:ext uri="{FF2B5EF4-FFF2-40B4-BE49-F238E27FC236}">
                <a16:creationId xmlns:a16="http://schemas.microsoft.com/office/drawing/2014/main" id="{87291864-DF7C-42B0-BEE0-BD33073FA44F}"/>
              </a:ext>
            </a:extLst>
          </p:cNvPr>
          <p:cNvSpPr>
            <a:spLocks noGrp="1"/>
          </p:cNvSpPr>
          <p:nvPr/>
        </p:nvSpPr>
        <p:spPr>
          <a:xfrm>
            <a:off x="838200" y="4314823"/>
            <a:ext cx="1990725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HITL Decision</a:t>
            </a:r>
          </a:p>
        </p:txBody>
      </p:sp>
      <p:sp>
        <p:nvSpPr>
          <p:cNvPr id="1199" name="矩形">
            <a:extLst>
              <a:ext uri="{FF2B5EF4-FFF2-40B4-BE49-F238E27FC236}">
                <a16:creationId xmlns:a16="http://schemas.microsoft.com/office/drawing/2014/main" id="{FA1A03EA-1240-4116-A2E6-574734C8010A}"/>
              </a:ext>
            </a:extLst>
          </p:cNvPr>
          <p:cNvSpPr>
            <a:spLocks noGrp="1"/>
          </p:cNvSpPr>
          <p:nvPr/>
        </p:nvSpPr>
        <p:spPr>
          <a:xfrm>
            <a:off x="838200" y="4543423"/>
            <a:ext cx="1990725" cy="2476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200" name="accepted candidate">
            <a:extLst>
              <a:ext uri="{FF2B5EF4-FFF2-40B4-BE49-F238E27FC236}">
                <a16:creationId xmlns:a16="http://schemas.microsoft.com/office/drawing/2014/main" id="{02DF3C14-C2D8-41A2-8603-A9A2DF62E652}"/>
              </a:ext>
            </a:extLst>
          </p:cNvPr>
          <p:cNvSpPr>
            <a:spLocks noGrp="1"/>
          </p:cNvSpPr>
          <p:nvPr/>
        </p:nvSpPr>
        <p:spPr>
          <a:xfrm>
            <a:off x="838200" y="4543423"/>
            <a:ext cx="199072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accepted candidate</a:t>
            </a:r>
          </a:p>
        </p:txBody>
      </p:sp>
      <p:sp>
        <p:nvSpPr>
          <p:cNvPr id="1201" name="矩形">
            <a:extLst>
              <a:ext uri="{FF2B5EF4-FFF2-40B4-BE49-F238E27FC236}">
                <a16:creationId xmlns:a16="http://schemas.microsoft.com/office/drawing/2014/main" id="{7FCDC52D-063C-4D74-B8E3-EF8E08164832}"/>
              </a:ext>
            </a:extLst>
          </p:cNvPr>
          <p:cNvSpPr>
            <a:spLocks noGrp="1"/>
          </p:cNvSpPr>
          <p:nvPr/>
        </p:nvSpPr>
        <p:spPr>
          <a:xfrm>
            <a:off x="3048000" y="4362450"/>
            <a:ext cx="2667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202" name="→">
            <a:extLst>
              <a:ext uri="{FF2B5EF4-FFF2-40B4-BE49-F238E27FC236}">
                <a16:creationId xmlns:a16="http://schemas.microsoft.com/office/drawing/2014/main" id="{80EE1B60-07B1-4559-80F5-704F5FC8C135}"/>
              </a:ext>
            </a:extLst>
          </p:cNvPr>
          <p:cNvSpPr>
            <a:spLocks noGrp="1"/>
          </p:cNvSpPr>
          <p:nvPr/>
        </p:nvSpPr>
        <p:spPr>
          <a:xfrm>
            <a:off x="3048000" y="4362450"/>
            <a:ext cx="2667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→</a:t>
            </a:r>
          </a:p>
        </p:txBody>
      </p:sp>
      <p:sp>
        <p:nvSpPr>
          <p:cNvPr id="1203" name="圆角矩形 1005">
            <a:extLst>
              <a:ext uri="{FF2B5EF4-FFF2-40B4-BE49-F238E27FC236}">
                <a16:creationId xmlns:a16="http://schemas.microsoft.com/office/drawing/2014/main" id="{1A836165-7A38-4213-9399-28265CFD95A3}"/>
              </a:ext>
            </a:extLst>
          </p:cNvPr>
          <p:cNvSpPr>
            <a:spLocks noGrp="1"/>
          </p:cNvSpPr>
          <p:nvPr/>
        </p:nvSpPr>
        <p:spPr>
          <a:xfrm>
            <a:off x="3714750" y="1619250"/>
            <a:ext cx="2333625" cy="2286000"/>
          </a:xfrm>
          <a:prstGeom prst="roundRect">
            <a:avLst>
              <a:gd name="adj" fmla="val 3333"/>
            </a:avLst>
          </a:prstGeom>
          <a:solidFill>
            <a:srgbClr val="0052A5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204" name="矩形">
            <a:extLst>
              <a:ext uri="{FF2B5EF4-FFF2-40B4-BE49-F238E27FC236}">
                <a16:creationId xmlns:a16="http://schemas.microsoft.com/office/drawing/2014/main" id="{674B0837-DC2E-484C-9A53-AB2D57174C59}"/>
              </a:ext>
            </a:extLst>
          </p:cNvPr>
          <p:cNvSpPr>
            <a:spLocks noGrp="1"/>
          </p:cNvSpPr>
          <p:nvPr/>
        </p:nvSpPr>
        <p:spPr>
          <a:xfrm>
            <a:off x="3886200" y="1752600"/>
            <a:ext cx="1990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205" name="Lite belief-state">
            <a:extLst>
              <a:ext uri="{FF2B5EF4-FFF2-40B4-BE49-F238E27FC236}">
                <a16:creationId xmlns:a16="http://schemas.microsoft.com/office/drawing/2014/main" id="{11498D4C-6314-4E74-975D-C7A91C1ED681}"/>
              </a:ext>
            </a:extLst>
          </p:cNvPr>
          <p:cNvSpPr>
            <a:spLocks noGrp="1"/>
          </p:cNvSpPr>
          <p:nvPr/>
        </p:nvSpPr>
        <p:spPr>
          <a:xfrm>
            <a:off x="3886200" y="1752600"/>
            <a:ext cx="1990725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Lite belief-state</a:t>
            </a:r>
          </a:p>
        </p:txBody>
      </p:sp>
      <p:sp>
        <p:nvSpPr>
          <p:cNvPr id="1206" name="矩形">
            <a:extLst>
              <a:ext uri="{FF2B5EF4-FFF2-40B4-BE49-F238E27FC236}">
                <a16:creationId xmlns:a16="http://schemas.microsoft.com/office/drawing/2014/main" id="{4C3F0D7C-4CCF-4591-A5FD-21599F4F78B8}"/>
              </a:ext>
            </a:extLst>
          </p:cNvPr>
          <p:cNvSpPr>
            <a:spLocks noGrp="1"/>
          </p:cNvSpPr>
          <p:nvPr/>
        </p:nvSpPr>
        <p:spPr>
          <a:xfrm>
            <a:off x="3886200" y="2057399"/>
            <a:ext cx="1990725" cy="1771652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207" name="x_t = [s, f, r, c, e]…">
            <a:extLst>
              <a:ext uri="{FF2B5EF4-FFF2-40B4-BE49-F238E27FC236}">
                <a16:creationId xmlns:a16="http://schemas.microsoft.com/office/drawing/2014/main" id="{465CD2B5-7043-4609-8FE8-B622FBCFD2EF}"/>
              </a:ext>
            </a:extLst>
          </p:cNvPr>
          <p:cNvSpPr>
            <a:spLocks noGrp="1"/>
          </p:cNvSpPr>
          <p:nvPr/>
        </p:nvSpPr>
        <p:spPr>
          <a:xfrm>
            <a:off x="3886200" y="2057398"/>
            <a:ext cx="1990725" cy="1219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 algn="ctr"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x_t = [s, f, r, c, e]</a:t>
            </a:r>
          </a:p>
          <a:p>
            <a:pPr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  <a:p>
            <a:pPr algn="ctr"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可解释</a:t>
            </a:r>
          </a:p>
          <a:p>
            <a:pPr algn="ctr"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可序列化</a:t>
            </a:r>
          </a:p>
          <a:p>
            <a:pPr algn="ctr"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可进入 Snapshot</a:t>
            </a:r>
          </a:p>
          <a:p>
            <a:pPr algn="ctr"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可在实验中观察</a:t>
            </a:r>
          </a:p>
        </p:txBody>
      </p:sp>
      <p:sp>
        <p:nvSpPr>
          <p:cNvPr id="1208" name="圆角矩形 1008">
            <a:extLst>
              <a:ext uri="{FF2B5EF4-FFF2-40B4-BE49-F238E27FC236}">
                <a16:creationId xmlns:a16="http://schemas.microsoft.com/office/drawing/2014/main" id="{FADAF50E-B743-4725-A8FA-FD0D26C599A6}"/>
              </a:ext>
            </a:extLst>
          </p:cNvPr>
          <p:cNvSpPr>
            <a:spLocks noGrp="1"/>
          </p:cNvSpPr>
          <p:nvPr/>
        </p:nvSpPr>
        <p:spPr>
          <a:xfrm>
            <a:off x="6477000" y="1104900"/>
            <a:ext cx="4095750" cy="609600"/>
          </a:xfrm>
          <a:prstGeom prst="roundRect">
            <a:avLst>
              <a:gd name="adj" fmla="val 12500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209" name="矩形">
            <a:extLst>
              <a:ext uri="{FF2B5EF4-FFF2-40B4-BE49-F238E27FC236}">
                <a16:creationId xmlns:a16="http://schemas.microsoft.com/office/drawing/2014/main" id="{585CECB1-BDD9-4243-9794-7012378CBC66}"/>
              </a:ext>
            </a:extLst>
          </p:cNvPr>
          <p:cNvSpPr>
            <a:spLocks noGrp="1"/>
          </p:cNvSpPr>
          <p:nvPr/>
        </p:nvSpPr>
        <p:spPr>
          <a:xfrm>
            <a:off x="6667500" y="1295399"/>
            <a:ext cx="1952625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210" name="p_success">
            <a:extLst>
              <a:ext uri="{FF2B5EF4-FFF2-40B4-BE49-F238E27FC236}">
                <a16:creationId xmlns:a16="http://schemas.microsoft.com/office/drawing/2014/main" id="{E1B8B0AD-D6AD-4157-B82D-C7FCDA307F81}"/>
              </a:ext>
            </a:extLst>
          </p:cNvPr>
          <p:cNvSpPr>
            <a:spLocks noGrp="1"/>
          </p:cNvSpPr>
          <p:nvPr/>
        </p:nvSpPr>
        <p:spPr>
          <a:xfrm>
            <a:off x="6667500" y="1295396"/>
            <a:ext cx="1952625" cy="14783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p_success</a:t>
            </a:r>
          </a:p>
        </p:txBody>
      </p:sp>
      <p:sp>
        <p:nvSpPr>
          <p:cNvPr id="1211" name="矩形">
            <a:extLst>
              <a:ext uri="{FF2B5EF4-FFF2-40B4-BE49-F238E27FC236}">
                <a16:creationId xmlns:a16="http://schemas.microsoft.com/office/drawing/2014/main" id="{21383991-14E2-44DB-A9CD-34959589C6BC}"/>
              </a:ext>
            </a:extLst>
          </p:cNvPr>
          <p:cNvSpPr>
            <a:spLocks noGrp="1"/>
          </p:cNvSpPr>
          <p:nvPr/>
        </p:nvSpPr>
        <p:spPr>
          <a:xfrm>
            <a:off x="8715375" y="1295399"/>
            <a:ext cx="1666875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212" name="完成任务的代理概率">
            <a:extLst>
              <a:ext uri="{FF2B5EF4-FFF2-40B4-BE49-F238E27FC236}">
                <a16:creationId xmlns:a16="http://schemas.microsoft.com/office/drawing/2014/main" id="{A8661591-F812-4F8E-8DD9-C6A4F9745C2D}"/>
              </a:ext>
            </a:extLst>
          </p:cNvPr>
          <p:cNvSpPr>
            <a:spLocks noGrp="1"/>
          </p:cNvSpPr>
          <p:nvPr/>
        </p:nvSpPr>
        <p:spPr>
          <a:xfrm>
            <a:off x="8715375" y="1295396"/>
            <a:ext cx="166687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完成任务的代理概率</a:t>
            </a:r>
          </a:p>
        </p:txBody>
      </p:sp>
      <p:sp>
        <p:nvSpPr>
          <p:cNvPr id="1213" name="圆角矩形 1011">
            <a:extLst>
              <a:ext uri="{FF2B5EF4-FFF2-40B4-BE49-F238E27FC236}">
                <a16:creationId xmlns:a16="http://schemas.microsoft.com/office/drawing/2014/main" id="{8F7F0D62-01A9-4FE3-BE30-FC3F1400C9D4}"/>
              </a:ext>
            </a:extLst>
          </p:cNvPr>
          <p:cNvSpPr>
            <a:spLocks noGrp="1"/>
          </p:cNvSpPr>
          <p:nvPr/>
        </p:nvSpPr>
        <p:spPr>
          <a:xfrm>
            <a:off x="6477000" y="1885950"/>
            <a:ext cx="40957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214" name="矩形">
            <a:extLst>
              <a:ext uri="{FF2B5EF4-FFF2-40B4-BE49-F238E27FC236}">
                <a16:creationId xmlns:a16="http://schemas.microsoft.com/office/drawing/2014/main" id="{6F0446F4-B08D-48C5-BE18-EF7FDC706A47}"/>
              </a:ext>
            </a:extLst>
          </p:cNvPr>
          <p:cNvSpPr>
            <a:spLocks noGrp="1"/>
          </p:cNvSpPr>
          <p:nvPr/>
        </p:nvSpPr>
        <p:spPr>
          <a:xfrm>
            <a:off x="6667500" y="2076449"/>
            <a:ext cx="1952625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215" name="p_structural_failure">
            <a:extLst>
              <a:ext uri="{FF2B5EF4-FFF2-40B4-BE49-F238E27FC236}">
                <a16:creationId xmlns:a16="http://schemas.microsoft.com/office/drawing/2014/main" id="{41887402-95E1-47B0-A839-D629F7655996}"/>
              </a:ext>
            </a:extLst>
          </p:cNvPr>
          <p:cNvSpPr>
            <a:spLocks noGrp="1"/>
          </p:cNvSpPr>
          <p:nvPr/>
        </p:nvSpPr>
        <p:spPr>
          <a:xfrm>
            <a:off x="6667500" y="2076448"/>
            <a:ext cx="1952625" cy="14783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p_structural_failure</a:t>
            </a:r>
          </a:p>
        </p:txBody>
      </p:sp>
      <p:sp>
        <p:nvSpPr>
          <p:cNvPr id="1216" name="矩形">
            <a:extLst>
              <a:ext uri="{FF2B5EF4-FFF2-40B4-BE49-F238E27FC236}">
                <a16:creationId xmlns:a16="http://schemas.microsoft.com/office/drawing/2014/main" id="{BEB23116-067B-43E8-BA4A-27B6B29174C0}"/>
              </a:ext>
            </a:extLst>
          </p:cNvPr>
          <p:cNvSpPr>
            <a:spLocks noGrp="1"/>
          </p:cNvSpPr>
          <p:nvPr/>
        </p:nvSpPr>
        <p:spPr>
          <a:xfrm>
            <a:off x="8715375" y="2076449"/>
            <a:ext cx="1666875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217" name="结构性失败压力">
            <a:extLst>
              <a:ext uri="{FF2B5EF4-FFF2-40B4-BE49-F238E27FC236}">
                <a16:creationId xmlns:a16="http://schemas.microsoft.com/office/drawing/2014/main" id="{4E5DD66E-696D-435E-BB70-59E5DDE1C98C}"/>
              </a:ext>
            </a:extLst>
          </p:cNvPr>
          <p:cNvSpPr>
            <a:spLocks noGrp="1"/>
          </p:cNvSpPr>
          <p:nvPr/>
        </p:nvSpPr>
        <p:spPr>
          <a:xfrm>
            <a:off x="8715375" y="2076448"/>
            <a:ext cx="166687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结构性失败压力</a:t>
            </a:r>
          </a:p>
        </p:txBody>
      </p:sp>
      <p:sp>
        <p:nvSpPr>
          <p:cNvPr id="1218" name="圆角矩形 1014">
            <a:extLst>
              <a:ext uri="{FF2B5EF4-FFF2-40B4-BE49-F238E27FC236}">
                <a16:creationId xmlns:a16="http://schemas.microsoft.com/office/drawing/2014/main" id="{3391FEDE-E528-497C-9A65-3071C5972361}"/>
              </a:ext>
            </a:extLst>
          </p:cNvPr>
          <p:cNvSpPr>
            <a:spLocks noGrp="1"/>
          </p:cNvSpPr>
          <p:nvPr/>
        </p:nvSpPr>
        <p:spPr>
          <a:xfrm>
            <a:off x="6477000" y="2667000"/>
            <a:ext cx="4095750" cy="609600"/>
          </a:xfrm>
          <a:prstGeom prst="roundRect">
            <a:avLst>
              <a:gd name="adj" fmla="val 12500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219" name="矩形">
            <a:extLst>
              <a:ext uri="{FF2B5EF4-FFF2-40B4-BE49-F238E27FC236}">
                <a16:creationId xmlns:a16="http://schemas.microsoft.com/office/drawing/2014/main" id="{82CF7450-687F-466B-99E4-01057D11C1B7}"/>
              </a:ext>
            </a:extLst>
          </p:cNvPr>
          <p:cNvSpPr>
            <a:spLocks noGrp="1"/>
          </p:cNvSpPr>
          <p:nvPr/>
        </p:nvSpPr>
        <p:spPr>
          <a:xfrm>
            <a:off x="6667500" y="2857499"/>
            <a:ext cx="1952625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220" name="recovery_margin">
            <a:extLst>
              <a:ext uri="{FF2B5EF4-FFF2-40B4-BE49-F238E27FC236}">
                <a16:creationId xmlns:a16="http://schemas.microsoft.com/office/drawing/2014/main" id="{251BB719-6306-4E38-BCDF-C0ADE39BCF68}"/>
              </a:ext>
            </a:extLst>
          </p:cNvPr>
          <p:cNvSpPr>
            <a:spLocks noGrp="1"/>
          </p:cNvSpPr>
          <p:nvPr/>
        </p:nvSpPr>
        <p:spPr>
          <a:xfrm>
            <a:off x="6667500" y="2857498"/>
            <a:ext cx="1952625" cy="14783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recovery_margin</a:t>
            </a:r>
          </a:p>
        </p:txBody>
      </p:sp>
      <p:sp>
        <p:nvSpPr>
          <p:cNvPr id="1221" name="矩形">
            <a:extLst>
              <a:ext uri="{FF2B5EF4-FFF2-40B4-BE49-F238E27FC236}">
                <a16:creationId xmlns:a16="http://schemas.microsoft.com/office/drawing/2014/main" id="{3993F159-6922-47DB-9932-9948B0A4D147}"/>
              </a:ext>
            </a:extLst>
          </p:cNvPr>
          <p:cNvSpPr>
            <a:spLocks noGrp="1"/>
          </p:cNvSpPr>
          <p:nvPr/>
        </p:nvSpPr>
        <p:spPr>
          <a:xfrm>
            <a:off x="8715375" y="2857499"/>
            <a:ext cx="1666875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222" name="保留前缀继续恢复的余量">
            <a:extLst>
              <a:ext uri="{FF2B5EF4-FFF2-40B4-BE49-F238E27FC236}">
                <a16:creationId xmlns:a16="http://schemas.microsoft.com/office/drawing/2014/main" id="{3E56C6F3-C2FC-4DE4-9ACE-EFE04D4DF02C}"/>
              </a:ext>
            </a:extLst>
          </p:cNvPr>
          <p:cNvSpPr>
            <a:spLocks noGrp="1"/>
          </p:cNvSpPr>
          <p:nvPr/>
        </p:nvSpPr>
        <p:spPr>
          <a:xfrm>
            <a:off x="8715375" y="2857498"/>
            <a:ext cx="166687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保留前缀继续恢复的余量</a:t>
            </a:r>
          </a:p>
        </p:txBody>
      </p:sp>
      <p:sp>
        <p:nvSpPr>
          <p:cNvPr id="1223" name="圆角矩形 1017">
            <a:extLst>
              <a:ext uri="{FF2B5EF4-FFF2-40B4-BE49-F238E27FC236}">
                <a16:creationId xmlns:a16="http://schemas.microsoft.com/office/drawing/2014/main" id="{79A5B5FF-0F6B-43C5-8F99-014868DC947C}"/>
              </a:ext>
            </a:extLst>
          </p:cNvPr>
          <p:cNvSpPr>
            <a:spLocks noGrp="1"/>
          </p:cNvSpPr>
          <p:nvPr/>
        </p:nvSpPr>
        <p:spPr>
          <a:xfrm>
            <a:off x="6477000" y="3448050"/>
            <a:ext cx="40957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224" name="矩形">
            <a:extLst>
              <a:ext uri="{FF2B5EF4-FFF2-40B4-BE49-F238E27FC236}">
                <a16:creationId xmlns:a16="http://schemas.microsoft.com/office/drawing/2014/main" id="{E6399069-F384-43E4-9112-4D4387C6C34D}"/>
              </a:ext>
            </a:extLst>
          </p:cNvPr>
          <p:cNvSpPr>
            <a:spLocks noGrp="1"/>
          </p:cNvSpPr>
          <p:nvPr/>
        </p:nvSpPr>
        <p:spPr>
          <a:xfrm>
            <a:off x="6667500" y="3638548"/>
            <a:ext cx="1952625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225" name="expected_remaining_cost">
            <a:extLst>
              <a:ext uri="{FF2B5EF4-FFF2-40B4-BE49-F238E27FC236}">
                <a16:creationId xmlns:a16="http://schemas.microsoft.com/office/drawing/2014/main" id="{CD987FF1-0A1D-4595-84CB-3958AD14DA57}"/>
              </a:ext>
            </a:extLst>
          </p:cNvPr>
          <p:cNvSpPr>
            <a:spLocks noGrp="1"/>
          </p:cNvSpPr>
          <p:nvPr/>
        </p:nvSpPr>
        <p:spPr>
          <a:xfrm>
            <a:off x="6667500" y="3638548"/>
            <a:ext cx="1952625" cy="14783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expected_remaining_cost</a:t>
            </a:r>
          </a:p>
        </p:txBody>
      </p:sp>
      <p:sp>
        <p:nvSpPr>
          <p:cNvPr id="1226" name="矩形">
            <a:extLst>
              <a:ext uri="{FF2B5EF4-FFF2-40B4-BE49-F238E27FC236}">
                <a16:creationId xmlns:a16="http://schemas.microsoft.com/office/drawing/2014/main" id="{B41EB771-56D2-4A5B-97A8-E21B7474691A}"/>
              </a:ext>
            </a:extLst>
          </p:cNvPr>
          <p:cNvSpPr>
            <a:spLocks noGrp="1"/>
          </p:cNvSpPr>
          <p:nvPr/>
        </p:nvSpPr>
        <p:spPr>
          <a:xfrm>
            <a:off x="8715375" y="3638548"/>
            <a:ext cx="1666875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227" name="预期剩余成本">
            <a:extLst>
              <a:ext uri="{FF2B5EF4-FFF2-40B4-BE49-F238E27FC236}">
                <a16:creationId xmlns:a16="http://schemas.microsoft.com/office/drawing/2014/main" id="{35DAC3B2-71B2-48AA-9919-A4CDD59864E3}"/>
              </a:ext>
            </a:extLst>
          </p:cNvPr>
          <p:cNvSpPr>
            <a:spLocks noGrp="1"/>
          </p:cNvSpPr>
          <p:nvPr/>
        </p:nvSpPr>
        <p:spPr>
          <a:xfrm>
            <a:off x="8715375" y="3638548"/>
            <a:ext cx="166687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预期剩余成本</a:t>
            </a:r>
          </a:p>
        </p:txBody>
      </p:sp>
      <p:sp>
        <p:nvSpPr>
          <p:cNvPr id="1228" name="圆角矩形 1020">
            <a:extLst>
              <a:ext uri="{FF2B5EF4-FFF2-40B4-BE49-F238E27FC236}">
                <a16:creationId xmlns:a16="http://schemas.microsoft.com/office/drawing/2014/main" id="{2DB51230-B78D-43D3-BE6F-8715C908085E}"/>
              </a:ext>
            </a:extLst>
          </p:cNvPr>
          <p:cNvSpPr>
            <a:spLocks noGrp="1"/>
          </p:cNvSpPr>
          <p:nvPr/>
        </p:nvSpPr>
        <p:spPr>
          <a:xfrm>
            <a:off x="6477000" y="4229100"/>
            <a:ext cx="4095750" cy="609600"/>
          </a:xfrm>
          <a:prstGeom prst="roundRect">
            <a:avLst>
              <a:gd name="adj" fmla="val 12500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229" name="矩形">
            <a:extLst>
              <a:ext uri="{FF2B5EF4-FFF2-40B4-BE49-F238E27FC236}">
                <a16:creationId xmlns:a16="http://schemas.microsoft.com/office/drawing/2014/main" id="{BCE6DB2A-0F23-48EC-9A76-349F2D513167}"/>
              </a:ext>
            </a:extLst>
          </p:cNvPr>
          <p:cNvSpPr>
            <a:spLocks noGrp="1"/>
          </p:cNvSpPr>
          <p:nvPr/>
        </p:nvSpPr>
        <p:spPr>
          <a:xfrm>
            <a:off x="6667500" y="4419598"/>
            <a:ext cx="1952625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230" name="evidence_sufficiency">
            <a:extLst>
              <a:ext uri="{FF2B5EF4-FFF2-40B4-BE49-F238E27FC236}">
                <a16:creationId xmlns:a16="http://schemas.microsoft.com/office/drawing/2014/main" id="{81E62AFB-0A87-4199-B8BA-FECD69341692}"/>
              </a:ext>
            </a:extLst>
          </p:cNvPr>
          <p:cNvSpPr>
            <a:spLocks noGrp="1"/>
          </p:cNvSpPr>
          <p:nvPr/>
        </p:nvSpPr>
        <p:spPr>
          <a:xfrm>
            <a:off x="6667500" y="4419598"/>
            <a:ext cx="1952625" cy="14783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evidence_sufficiency</a:t>
            </a:r>
          </a:p>
        </p:txBody>
      </p:sp>
      <p:sp>
        <p:nvSpPr>
          <p:cNvPr id="1231" name="矩形">
            <a:extLst>
              <a:ext uri="{FF2B5EF4-FFF2-40B4-BE49-F238E27FC236}">
                <a16:creationId xmlns:a16="http://schemas.microsoft.com/office/drawing/2014/main" id="{75E78AB5-A620-4BD3-927E-7231574F45F5}"/>
              </a:ext>
            </a:extLst>
          </p:cNvPr>
          <p:cNvSpPr>
            <a:spLocks noGrp="1"/>
          </p:cNvSpPr>
          <p:nvPr/>
        </p:nvSpPr>
        <p:spPr>
          <a:xfrm>
            <a:off x="8715375" y="4419598"/>
            <a:ext cx="1666875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232" name="证据是否足以进入高代价步骤">
            <a:extLst>
              <a:ext uri="{FF2B5EF4-FFF2-40B4-BE49-F238E27FC236}">
                <a16:creationId xmlns:a16="http://schemas.microsoft.com/office/drawing/2014/main" id="{7CDD7B64-3A1A-4D38-A439-EB8E34813024}"/>
              </a:ext>
            </a:extLst>
          </p:cNvPr>
          <p:cNvSpPr>
            <a:spLocks noGrp="1"/>
          </p:cNvSpPr>
          <p:nvPr/>
        </p:nvSpPr>
        <p:spPr>
          <a:xfrm>
            <a:off x="8715375" y="4419598"/>
            <a:ext cx="1666875" cy="1397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证据是否足以进入高代价步骤</a:t>
            </a:r>
          </a:p>
        </p:txBody>
      </p:sp>
      <p:sp>
        <p:nvSpPr>
          <p:cNvPr id="1233" name="矩形">
            <a:extLst>
              <a:ext uri="{FF2B5EF4-FFF2-40B4-BE49-F238E27FC236}">
                <a16:creationId xmlns:a16="http://schemas.microsoft.com/office/drawing/2014/main" id="{CBC7A9EF-C0D1-4022-A5C2-584FE083096E}"/>
              </a:ext>
            </a:extLst>
          </p:cNvPr>
          <p:cNvSpPr>
            <a:spLocks noGrp="1"/>
          </p:cNvSpPr>
          <p:nvPr/>
        </p:nvSpPr>
        <p:spPr>
          <a:xfrm>
            <a:off x="1524000" y="5314948"/>
            <a:ext cx="9048750" cy="3238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2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234" name="当前实现采用确定性更新规则表：成功提高 s/r，失败提高 f/c，safety block 作为强负证据。">
            <a:extLst>
              <a:ext uri="{FF2B5EF4-FFF2-40B4-BE49-F238E27FC236}">
                <a16:creationId xmlns:a16="http://schemas.microsoft.com/office/drawing/2014/main" id="{70B940F4-D7AD-4988-BF19-D8119C50E243}"/>
              </a:ext>
            </a:extLst>
          </p:cNvPr>
          <p:cNvSpPr>
            <a:spLocks noGrp="1"/>
          </p:cNvSpPr>
          <p:nvPr/>
        </p:nvSpPr>
        <p:spPr>
          <a:xfrm>
            <a:off x="1524000" y="5314948"/>
            <a:ext cx="9048750" cy="2159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2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当前实现采用确定性更新规则表：成功提高 s/r，失败提高 f/c，safety block 作为强负证据。</a:t>
            </a:r>
          </a:p>
        </p:txBody>
      </p:sp>
      <p:sp>
        <p:nvSpPr>
          <p:cNvPr id="1240" name="矩形 1239">
            <a:extLst>
              <a:ext uri="{FF2B5EF4-FFF2-40B4-BE49-F238E27FC236}">
                <a16:creationId xmlns:a16="http://schemas.microsoft.com/office/drawing/2014/main" id="{385EF70C-E24E-47B2-BA60-6375FD4678E7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11909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矩形">
            <a:extLst>
              <a:ext uri="{FF2B5EF4-FFF2-40B4-BE49-F238E27FC236}">
                <a16:creationId xmlns:a16="http://schemas.microsoft.com/office/drawing/2014/main" id="{0A5697BB-228C-44C4-BF9F-25C3876097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240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1241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1242" name="矩形">
            <a:extLst>
              <a:ext uri="{FF2B5EF4-FFF2-40B4-BE49-F238E27FC236}">
                <a16:creationId xmlns:a16="http://schemas.microsoft.com/office/drawing/2014/main" id="{683B2541-F308-40FE-9426-9AB51B736DCA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43" name="矩形">
            <a:extLst>
              <a:ext uri="{FF2B5EF4-FFF2-40B4-BE49-F238E27FC236}">
                <a16:creationId xmlns:a16="http://schemas.microsoft.com/office/drawing/2014/main" id="{74FA8324-9BF4-4809-8036-73E58D7CC444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44" name="矩形">
            <a:extLst>
              <a:ext uri="{FF2B5EF4-FFF2-40B4-BE49-F238E27FC236}">
                <a16:creationId xmlns:a16="http://schemas.microsoft.com/office/drawing/2014/main" id="{E26E4A50-A27D-4364-AEE8-EA8564F6864E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45" name="矩形">
            <a:extLst>
              <a:ext uri="{FF2B5EF4-FFF2-40B4-BE49-F238E27FC236}">
                <a16:creationId xmlns:a16="http://schemas.microsoft.com/office/drawing/2014/main" id="{D5813508-4E55-4C41-B681-AE86E3F0E0F4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46" name="矩形">
            <a:extLst>
              <a:ext uri="{FF2B5EF4-FFF2-40B4-BE49-F238E27FC236}">
                <a16:creationId xmlns:a16="http://schemas.microsoft.com/office/drawing/2014/main" id="{009B3AB2-9807-4099-8040-97C996FE1A9E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47" name="矩形">
            <a:extLst>
              <a:ext uri="{FF2B5EF4-FFF2-40B4-BE49-F238E27FC236}">
                <a16:creationId xmlns:a16="http://schemas.microsoft.com/office/drawing/2014/main" id="{DB2ADB16-60C7-44BD-8D4D-C197496616E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48" name="矩形">
            <a:extLst>
              <a:ext uri="{FF2B5EF4-FFF2-40B4-BE49-F238E27FC236}">
                <a16:creationId xmlns:a16="http://schemas.microsoft.com/office/drawing/2014/main" id="{1EBDCFB7-6154-4090-91C0-6EB78DB47C10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49" name="矩形">
            <a:extLst>
              <a:ext uri="{FF2B5EF4-FFF2-40B4-BE49-F238E27FC236}">
                <a16:creationId xmlns:a16="http://schemas.microsoft.com/office/drawing/2014/main" id="{862B0D59-6AF5-4151-A6A2-36A4CB6A69B9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50" name="矩形">
            <a:extLst>
              <a:ext uri="{FF2B5EF4-FFF2-40B4-BE49-F238E27FC236}">
                <a16:creationId xmlns:a16="http://schemas.microsoft.com/office/drawing/2014/main" id="{D7E5392C-D93D-43B3-A3D7-B9DE09E73F5A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51" name="矩形">
            <a:extLst>
              <a:ext uri="{FF2B5EF4-FFF2-40B4-BE49-F238E27FC236}">
                <a16:creationId xmlns:a16="http://schemas.microsoft.com/office/drawing/2014/main" id="{1FEB6008-2C8A-48C2-93FF-8F75A7ED52A4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52" name="矩形">
            <a:extLst>
              <a:ext uri="{FF2B5EF4-FFF2-40B4-BE49-F238E27FC236}">
                <a16:creationId xmlns:a16="http://schemas.microsoft.com/office/drawing/2014/main" id="{1AEE8D0F-115B-421E-9F9B-DC65314B8B64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53" name="矩形">
            <a:extLst>
              <a:ext uri="{FF2B5EF4-FFF2-40B4-BE49-F238E27FC236}">
                <a16:creationId xmlns:a16="http://schemas.microsoft.com/office/drawing/2014/main" id="{50EC1DF3-E395-4651-9AA8-EB51862729D4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54" name="矩形">
            <a:extLst>
              <a:ext uri="{FF2B5EF4-FFF2-40B4-BE49-F238E27FC236}">
                <a16:creationId xmlns:a16="http://schemas.microsoft.com/office/drawing/2014/main" id="{0D98CD58-0F1C-4A4E-A996-156F43A885C7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55" name="矩形">
            <a:extLst>
              <a:ext uri="{FF2B5EF4-FFF2-40B4-BE49-F238E27FC236}">
                <a16:creationId xmlns:a16="http://schemas.microsoft.com/office/drawing/2014/main" id="{D8DF31DF-5C90-4DB6-A0E4-1C336236B602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56" name="矩形">
            <a:extLst>
              <a:ext uri="{FF2B5EF4-FFF2-40B4-BE49-F238E27FC236}">
                <a16:creationId xmlns:a16="http://schemas.microsoft.com/office/drawing/2014/main" id="{6CD2C1DC-4252-470A-8C77-48FFF9D3EC46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57" name="矩形">
            <a:extLst>
              <a:ext uri="{FF2B5EF4-FFF2-40B4-BE49-F238E27FC236}">
                <a16:creationId xmlns:a16="http://schemas.microsoft.com/office/drawing/2014/main" id="{2EF1E9C3-896E-4904-964D-D8C997AB9339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58" name="矩形">
            <a:extLst>
              <a:ext uri="{FF2B5EF4-FFF2-40B4-BE49-F238E27FC236}">
                <a16:creationId xmlns:a16="http://schemas.microsoft.com/office/drawing/2014/main" id="{DA66EF4C-D0E2-43E1-8423-440B68AA1329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59" name="矩形">
            <a:extLst>
              <a:ext uri="{FF2B5EF4-FFF2-40B4-BE49-F238E27FC236}">
                <a16:creationId xmlns:a16="http://schemas.microsoft.com/office/drawing/2014/main" id="{D52D5AB7-E42E-4886-BA79-6DA7E1C4C3F1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60" name="矩形">
            <a:extLst>
              <a:ext uri="{FF2B5EF4-FFF2-40B4-BE49-F238E27FC236}">
                <a16:creationId xmlns:a16="http://schemas.microsoft.com/office/drawing/2014/main" id="{A6B76002-6A74-4C94-A143-4F2F6E5435C9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61" name="矩形">
            <a:extLst>
              <a:ext uri="{FF2B5EF4-FFF2-40B4-BE49-F238E27FC236}">
                <a16:creationId xmlns:a16="http://schemas.microsoft.com/office/drawing/2014/main" id="{6E3C3257-D7B9-4A3E-A477-31674BB2E965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62" name="矩形">
            <a:extLst>
              <a:ext uri="{FF2B5EF4-FFF2-40B4-BE49-F238E27FC236}">
                <a16:creationId xmlns:a16="http://schemas.microsoft.com/office/drawing/2014/main" id="{91F9DC1D-E067-42BC-8D42-742F0A915731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63" name="矩形">
            <a:extLst>
              <a:ext uri="{FF2B5EF4-FFF2-40B4-BE49-F238E27FC236}">
                <a16:creationId xmlns:a16="http://schemas.microsoft.com/office/drawing/2014/main" id="{B5209686-74B6-4A4B-9937-F08E82E31A13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64" name="矩形">
            <a:extLst>
              <a:ext uri="{FF2B5EF4-FFF2-40B4-BE49-F238E27FC236}">
                <a16:creationId xmlns:a16="http://schemas.microsoft.com/office/drawing/2014/main" id="{3C686237-8D94-4F4E-85B7-F8664C81094E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65" name="矩形">
            <a:extLst>
              <a:ext uri="{FF2B5EF4-FFF2-40B4-BE49-F238E27FC236}">
                <a16:creationId xmlns:a16="http://schemas.microsoft.com/office/drawing/2014/main" id="{424B2CEE-5645-4555-B78B-CD80DE72B2BC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66" name="矩形">
            <a:extLst>
              <a:ext uri="{FF2B5EF4-FFF2-40B4-BE49-F238E27FC236}">
                <a16:creationId xmlns:a16="http://schemas.microsoft.com/office/drawing/2014/main" id="{9FB4D34A-727B-48CE-9EEC-26A2C7DF7ACC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67" name="矩形">
            <a:extLst>
              <a:ext uri="{FF2B5EF4-FFF2-40B4-BE49-F238E27FC236}">
                <a16:creationId xmlns:a16="http://schemas.microsoft.com/office/drawing/2014/main" id="{5EA5C4DF-62ED-47DB-A66A-13ACBA9FB2E6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68" name="矩形">
            <a:extLst>
              <a:ext uri="{FF2B5EF4-FFF2-40B4-BE49-F238E27FC236}">
                <a16:creationId xmlns:a16="http://schemas.microsoft.com/office/drawing/2014/main" id="{EB927D4C-2BCF-4D04-892E-8565E1F6FEC6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69" name="矩形">
            <a:extLst>
              <a:ext uri="{FF2B5EF4-FFF2-40B4-BE49-F238E27FC236}">
                <a16:creationId xmlns:a16="http://schemas.microsoft.com/office/drawing/2014/main" id="{ED225EE3-B614-4DB8-9DA2-8CA6068B3C5F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70" name="矩形">
            <a:extLst>
              <a:ext uri="{FF2B5EF4-FFF2-40B4-BE49-F238E27FC236}">
                <a16:creationId xmlns:a16="http://schemas.microsoft.com/office/drawing/2014/main" id="{E8387878-A8A4-4192-9272-439E7630EDBA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71" name="矩形">
            <a:extLst>
              <a:ext uri="{FF2B5EF4-FFF2-40B4-BE49-F238E27FC236}">
                <a16:creationId xmlns:a16="http://schemas.microsoft.com/office/drawing/2014/main" id="{BC963D29-E0A1-42EB-8F1E-D0D66EBDE0B9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72" name="矩形">
            <a:extLst>
              <a:ext uri="{FF2B5EF4-FFF2-40B4-BE49-F238E27FC236}">
                <a16:creationId xmlns:a16="http://schemas.microsoft.com/office/drawing/2014/main" id="{47277291-39B3-456A-A82A-E28511133723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73" name="矩形">
            <a:extLst>
              <a:ext uri="{FF2B5EF4-FFF2-40B4-BE49-F238E27FC236}">
                <a16:creationId xmlns:a16="http://schemas.microsoft.com/office/drawing/2014/main" id="{3BE73DC2-63C9-4F75-8C8C-A3B5D0BDE6A6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74" name="矩形">
            <a:extLst>
              <a:ext uri="{FF2B5EF4-FFF2-40B4-BE49-F238E27FC236}">
                <a16:creationId xmlns:a16="http://schemas.microsoft.com/office/drawing/2014/main" id="{786DBD0B-3426-45BC-8968-56961CCAE1BF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75" name="矩形">
            <a:extLst>
              <a:ext uri="{FF2B5EF4-FFF2-40B4-BE49-F238E27FC236}">
                <a16:creationId xmlns:a16="http://schemas.microsoft.com/office/drawing/2014/main" id="{4FF8612D-86CE-4E47-8E84-2B0A254C90D1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76" name="矩形">
            <a:extLst>
              <a:ext uri="{FF2B5EF4-FFF2-40B4-BE49-F238E27FC236}">
                <a16:creationId xmlns:a16="http://schemas.microsoft.com/office/drawing/2014/main" id="{091B2996-2088-4DE6-81EC-12A9BD6C934D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77" name="矩形">
            <a:extLst>
              <a:ext uri="{FF2B5EF4-FFF2-40B4-BE49-F238E27FC236}">
                <a16:creationId xmlns:a16="http://schemas.microsoft.com/office/drawing/2014/main" id="{745DDE63-860B-40A9-ACE4-724ABDEAC2B5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78" name="矩形">
            <a:extLst>
              <a:ext uri="{FF2B5EF4-FFF2-40B4-BE49-F238E27FC236}">
                <a16:creationId xmlns:a16="http://schemas.microsoft.com/office/drawing/2014/main" id="{2C2526B7-5549-48C2-B120-0B76CFB35CD4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79" name="矩形">
            <a:extLst>
              <a:ext uri="{FF2B5EF4-FFF2-40B4-BE49-F238E27FC236}">
                <a16:creationId xmlns:a16="http://schemas.microsoft.com/office/drawing/2014/main" id="{FFA01452-A92B-4A90-B21A-3E73A8A28069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80" name="矩形">
            <a:extLst>
              <a:ext uri="{FF2B5EF4-FFF2-40B4-BE49-F238E27FC236}">
                <a16:creationId xmlns:a16="http://schemas.microsoft.com/office/drawing/2014/main" id="{948477CE-C98B-414B-A4F4-4D5C30549D39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81" name="矩形">
            <a:extLst>
              <a:ext uri="{FF2B5EF4-FFF2-40B4-BE49-F238E27FC236}">
                <a16:creationId xmlns:a16="http://schemas.microsoft.com/office/drawing/2014/main" id="{242326E8-AB15-42E7-8C99-8ADBD2DD30A5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82" name="矩形">
            <a:extLst>
              <a:ext uri="{FF2B5EF4-FFF2-40B4-BE49-F238E27FC236}">
                <a16:creationId xmlns:a16="http://schemas.microsoft.com/office/drawing/2014/main" id="{D1330196-70C0-409A-B85E-44CA962EDA93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83" name="矩形">
            <a:extLst>
              <a:ext uri="{FF2B5EF4-FFF2-40B4-BE49-F238E27FC236}">
                <a16:creationId xmlns:a16="http://schemas.microsoft.com/office/drawing/2014/main" id="{012E268F-90C4-4EB1-952C-7B364673D211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84" name="矩形">
            <a:extLst>
              <a:ext uri="{FF2B5EF4-FFF2-40B4-BE49-F238E27FC236}">
                <a16:creationId xmlns:a16="http://schemas.microsoft.com/office/drawing/2014/main" id="{E78A2C44-FE34-4521-82B3-7CD2ABDDD46A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85" name="矩形">
            <a:extLst>
              <a:ext uri="{FF2B5EF4-FFF2-40B4-BE49-F238E27FC236}">
                <a16:creationId xmlns:a16="http://schemas.microsoft.com/office/drawing/2014/main" id="{33CEBDB9-53BA-43E4-9ADA-6355B49DA30A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86" name="矩形">
            <a:extLst>
              <a:ext uri="{FF2B5EF4-FFF2-40B4-BE49-F238E27FC236}">
                <a16:creationId xmlns:a16="http://schemas.microsoft.com/office/drawing/2014/main" id="{916EFD3E-D9E0-4CFE-85B1-77F2ADCF7D19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87" name="矩形">
            <a:extLst>
              <a:ext uri="{FF2B5EF4-FFF2-40B4-BE49-F238E27FC236}">
                <a16:creationId xmlns:a16="http://schemas.microsoft.com/office/drawing/2014/main" id="{60BF07D2-FC2D-4086-A75A-A5858E38F6E0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88" name="矩形">
            <a:extLst>
              <a:ext uri="{FF2B5EF4-FFF2-40B4-BE49-F238E27FC236}">
                <a16:creationId xmlns:a16="http://schemas.microsoft.com/office/drawing/2014/main" id="{81BA6D7B-4D9D-437A-A154-B3C78A9D2DA1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89" name="矩形">
            <a:extLst>
              <a:ext uri="{FF2B5EF4-FFF2-40B4-BE49-F238E27FC236}">
                <a16:creationId xmlns:a16="http://schemas.microsoft.com/office/drawing/2014/main" id="{B118055D-5381-488F-A956-6C7AC7B0481D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90" name="矩形">
            <a:extLst>
              <a:ext uri="{FF2B5EF4-FFF2-40B4-BE49-F238E27FC236}">
                <a16:creationId xmlns:a16="http://schemas.microsoft.com/office/drawing/2014/main" id="{3AB40F47-36FA-425B-8C4E-1DF3ABAF8023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91" name="矩形">
            <a:extLst>
              <a:ext uri="{FF2B5EF4-FFF2-40B4-BE49-F238E27FC236}">
                <a16:creationId xmlns:a16="http://schemas.microsoft.com/office/drawing/2014/main" id="{8996B98C-70D2-4963-B2A1-AB0E140FB20A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92" name="矩形">
            <a:extLst>
              <a:ext uri="{FF2B5EF4-FFF2-40B4-BE49-F238E27FC236}">
                <a16:creationId xmlns:a16="http://schemas.microsoft.com/office/drawing/2014/main" id="{E6DF537B-21A2-4547-9B78-24EC48953285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93" name="矩形">
            <a:extLst>
              <a:ext uri="{FF2B5EF4-FFF2-40B4-BE49-F238E27FC236}">
                <a16:creationId xmlns:a16="http://schemas.microsoft.com/office/drawing/2014/main" id="{E1913942-0785-4937-B512-B6FA32C97713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94" name="矩形">
            <a:extLst>
              <a:ext uri="{FF2B5EF4-FFF2-40B4-BE49-F238E27FC236}">
                <a16:creationId xmlns:a16="http://schemas.microsoft.com/office/drawing/2014/main" id="{33E81557-D491-491B-9E48-27E33FFFDD5B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95" name="矩形">
            <a:extLst>
              <a:ext uri="{FF2B5EF4-FFF2-40B4-BE49-F238E27FC236}">
                <a16:creationId xmlns:a16="http://schemas.microsoft.com/office/drawing/2014/main" id="{263B55A8-1CA4-4C77-BA7F-000EDFFCD677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96" name="矩形">
            <a:extLst>
              <a:ext uri="{FF2B5EF4-FFF2-40B4-BE49-F238E27FC236}">
                <a16:creationId xmlns:a16="http://schemas.microsoft.com/office/drawing/2014/main" id="{811C56A8-36EC-4CFB-B524-F428740586E9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97" name="矩形">
            <a:extLst>
              <a:ext uri="{FF2B5EF4-FFF2-40B4-BE49-F238E27FC236}">
                <a16:creationId xmlns:a16="http://schemas.microsoft.com/office/drawing/2014/main" id="{4D6FF304-E800-442B-85A2-E53A7FD8E268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98" name="矩形">
            <a:extLst>
              <a:ext uri="{FF2B5EF4-FFF2-40B4-BE49-F238E27FC236}">
                <a16:creationId xmlns:a16="http://schemas.microsoft.com/office/drawing/2014/main" id="{217C7C07-6E87-4616-93F8-C16F771DA802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299" name="矩形">
            <a:extLst>
              <a:ext uri="{FF2B5EF4-FFF2-40B4-BE49-F238E27FC236}">
                <a16:creationId xmlns:a16="http://schemas.microsoft.com/office/drawing/2014/main" id="{B679137F-2FB2-4400-821E-419C8DC1C306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00" name="矩形">
            <a:extLst>
              <a:ext uri="{FF2B5EF4-FFF2-40B4-BE49-F238E27FC236}">
                <a16:creationId xmlns:a16="http://schemas.microsoft.com/office/drawing/2014/main" id="{AA7692DC-DE99-4FC5-A34D-087D8ED5FC35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01" name="矩形">
            <a:extLst>
              <a:ext uri="{FF2B5EF4-FFF2-40B4-BE49-F238E27FC236}">
                <a16:creationId xmlns:a16="http://schemas.microsoft.com/office/drawing/2014/main" id="{AD1B6E8A-0F5F-463F-9DCD-C9007A2FA720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02" name="矩形">
            <a:extLst>
              <a:ext uri="{FF2B5EF4-FFF2-40B4-BE49-F238E27FC236}">
                <a16:creationId xmlns:a16="http://schemas.microsoft.com/office/drawing/2014/main" id="{67EAE154-DF3C-4943-92FE-3670B7450A3B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03" name="矩形">
            <a:extLst>
              <a:ext uri="{FF2B5EF4-FFF2-40B4-BE49-F238E27FC236}">
                <a16:creationId xmlns:a16="http://schemas.microsoft.com/office/drawing/2014/main" id="{C1D497A0-69CD-4B68-BBE6-CDF40E90F25C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04" name="矩形">
            <a:extLst>
              <a:ext uri="{FF2B5EF4-FFF2-40B4-BE49-F238E27FC236}">
                <a16:creationId xmlns:a16="http://schemas.microsoft.com/office/drawing/2014/main" id="{DECA9D17-0FD5-4D73-B8DC-D29966BDE9D4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05" name="矩形">
            <a:extLst>
              <a:ext uri="{FF2B5EF4-FFF2-40B4-BE49-F238E27FC236}">
                <a16:creationId xmlns:a16="http://schemas.microsoft.com/office/drawing/2014/main" id="{9752F47B-2AFE-4335-B938-C711D8798021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06" name="矩形">
            <a:extLst>
              <a:ext uri="{FF2B5EF4-FFF2-40B4-BE49-F238E27FC236}">
                <a16:creationId xmlns:a16="http://schemas.microsoft.com/office/drawing/2014/main" id="{D0E6D1D4-8B06-4DA4-9F25-048EEBBBF741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07" name="矩形">
            <a:extLst>
              <a:ext uri="{FF2B5EF4-FFF2-40B4-BE49-F238E27FC236}">
                <a16:creationId xmlns:a16="http://schemas.microsoft.com/office/drawing/2014/main" id="{53E463F6-198B-4B9C-9AB2-06EE7D53DD11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08" name="矩形">
            <a:extLst>
              <a:ext uri="{FF2B5EF4-FFF2-40B4-BE49-F238E27FC236}">
                <a16:creationId xmlns:a16="http://schemas.microsoft.com/office/drawing/2014/main" id="{D2AC1820-32C2-4A01-B619-2B8ABB8E2BE0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09" name="矩形">
            <a:extLst>
              <a:ext uri="{FF2B5EF4-FFF2-40B4-BE49-F238E27FC236}">
                <a16:creationId xmlns:a16="http://schemas.microsoft.com/office/drawing/2014/main" id="{C4A4EBAB-92E7-4878-9A57-0C2CEBA7B2A5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10" name="矩形">
            <a:extLst>
              <a:ext uri="{FF2B5EF4-FFF2-40B4-BE49-F238E27FC236}">
                <a16:creationId xmlns:a16="http://schemas.microsoft.com/office/drawing/2014/main" id="{44CF33B1-4C0C-4A91-8CBC-0BC731ABE8E6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311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1312" name="矩形">
            <a:extLst>
              <a:ext uri="{FF2B5EF4-FFF2-40B4-BE49-F238E27FC236}">
                <a16:creationId xmlns:a16="http://schemas.microsoft.com/office/drawing/2014/main" id="{101EFEB1-39B0-4257-923E-04D1D81FA284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13" name="动态决策：重排候选并选择恢复动作">
            <a:extLst>
              <a:ext uri="{FF2B5EF4-FFF2-40B4-BE49-F238E27FC236}">
                <a16:creationId xmlns:a16="http://schemas.microsoft.com/office/drawing/2014/main" id="{655DD090-43D0-4F47-8B55-F398D71E65B1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动态决策：重排候选并选择恢复动作</a:t>
            </a:r>
          </a:p>
        </p:txBody>
      </p:sp>
      <p:sp>
        <p:nvSpPr>
          <p:cNvPr id="1314" name="矩形">
            <a:extLst>
              <a:ext uri="{FF2B5EF4-FFF2-40B4-BE49-F238E27FC236}">
                <a16:creationId xmlns:a16="http://schemas.microsoft.com/office/drawing/2014/main" id="{31B4E5B3-79FA-47D4-AE23-F7D9697CA703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315" name="DECISION">
            <a:extLst>
              <a:ext uri="{FF2B5EF4-FFF2-40B4-BE49-F238E27FC236}">
                <a16:creationId xmlns:a16="http://schemas.microsoft.com/office/drawing/2014/main" id="{B9CEAC85-208C-497C-91BE-F3AA99B630C9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DECISION</a:t>
            </a:r>
          </a:p>
        </p:txBody>
      </p:sp>
      <p:sp>
        <p:nvSpPr>
          <p:cNvPr id="1317" name="圆角矩形 985">
            <a:extLst>
              <a:ext uri="{FF2B5EF4-FFF2-40B4-BE49-F238E27FC236}">
                <a16:creationId xmlns:a16="http://schemas.microsoft.com/office/drawing/2014/main" id="{01126D59-064E-4896-A370-AA28741D3D39}"/>
              </a:ext>
            </a:extLst>
          </p:cNvPr>
          <p:cNvSpPr>
            <a:spLocks noGrp="1"/>
          </p:cNvSpPr>
          <p:nvPr/>
        </p:nvSpPr>
        <p:spPr>
          <a:xfrm>
            <a:off x="838200" y="1143000"/>
            <a:ext cx="4762500" cy="1104900"/>
          </a:xfrm>
          <a:prstGeom prst="roundRect">
            <a:avLst>
              <a:gd name="adj" fmla="val 6897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318" name="矩形">
            <a:extLst>
              <a:ext uri="{FF2B5EF4-FFF2-40B4-BE49-F238E27FC236}">
                <a16:creationId xmlns:a16="http://schemas.microsoft.com/office/drawing/2014/main" id="{300ABE47-820C-43CA-9082-FC8DE6EBC3B2}"/>
              </a:ext>
            </a:extLst>
          </p:cNvPr>
          <p:cNvSpPr>
            <a:spLocks noGrp="1"/>
          </p:cNvSpPr>
          <p:nvPr/>
        </p:nvSpPr>
        <p:spPr>
          <a:xfrm>
            <a:off x="1009650" y="1276350"/>
            <a:ext cx="4419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19" name="候选重排">
            <a:extLst>
              <a:ext uri="{FF2B5EF4-FFF2-40B4-BE49-F238E27FC236}">
                <a16:creationId xmlns:a16="http://schemas.microsoft.com/office/drawing/2014/main" id="{D7EF229E-1AC4-41E3-9EFE-E21B91221965}"/>
              </a:ext>
            </a:extLst>
          </p:cNvPr>
          <p:cNvSpPr>
            <a:spLocks noGrp="1"/>
          </p:cNvSpPr>
          <p:nvPr/>
        </p:nvSpPr>
        <p:spPr>
          <a:xfrm>
            <a:off x="1009650" y="1276350"/>
            <a:ext cx="441960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候选重排</a:t>
            </a:r>
          </a:p>
        </p:txBody>
      </p:sp>
      <p:sp>
        <p:nvSpPr>
          <p:cNvPr id="1320" name="矩形">
            <a:extLst>
              <a:ext uri="{FF2B5EF4-FFF2-40B4-BE49-F238E27FC236}">
                <a16:creationId xmlns:a16="http://schemas.microsoft.com/office/drawing/2014/main" id="{F819DA94-C30F-437A-91F1-CD70A729408E}"/>
              </a:ext>
            </a:extLst>
          </p:cNvPr>
          <p:cNvSpPr>
            <a:spLocks noGrp="1"/>
          </p:cNvSpPr>
          <p:nvPr/>
        </p:nvSpPr>
        <p:spPr>
          <a:xfrm>
            <a:off x="1009650" y="1581149"/>
            <a:ext cx="4419600" cy="590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21" name="U_pi = clip(S_post + Delta, 0, 1)…">
            <a:extLst>
              <a:ext uri="{FF2B5EF4-FFF2-40B4-BE49-F238E27FC236}">
                <a16:creationId xmlns:a16="http://schemas.microsoft.com/office/drawing/2014/main" id="{235260B9-C098-4830-8D8E-F413EEEF4080}"/>
              </a:ext>
            </a:extLst>
          </p:cNvPr>
          <p:cNvSpPr>
            <a:spLocks noGrp="1"/>
          </p:cNvSpPr>
          <p:nvPr/>
        </p:nvSpPr>
        <p:spPr>
          <a:xfrm>
            <a:off x="1009650" y="1581146"/>
            <a:ext cx="4419600" cy="5715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U_pi = clip(S_post + Delta, 0, 1)</a:t>
            </a:r>
          </a:p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Delta 是有界运行时修正，</a:t>
            </a:r>
          </a:p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只作用于已通过硬过滤的候选。</a:t>
            </a:r>
          </a:p>
        </p:txBody>
      </p:sp>
      <p:sp>
        <p:nvSpPr>
          <p:cNvPr id="1322" name="圆角矩形 988">
            <a:extLst>
              <a:ext uri="{FF2B5EF4-FFF2-40B4-BE49-F238E27FC236}">
                <a16:creationId xmlns:a16="http://schemas.microsoft.com/office/drawing/2014/main" id="{84755924-0830-4082-828D-0D7379687532}"/>
              </a:ext>
            </a:extLst>
          </p:cNvPr>
          <p:cNvSpPr>
            <a:spLocks noGrp="1"/>
          </p:cNvSpPr>
          <p:nvPr/>
        </p:nvSpPr>
        <p:spPr>
          <a:xfrm>
            <a:off x="6591300" y="1143000"/>
            <a:ext cx="3905250" cy="1104900"/>
          </a:xfrm>
          <a:prstGeom prst="roundRect">
            <a:avLst>
              <a:gd name="adj" fmla="val 6897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323" name="矩形">
            <a:extLst>
              <a:ext uri="{FF2B5EF4-FFF2-40B4-BE49-F238E27FC236}">
                <a16:creationId xmlns:a16="http://schemas.microsoft.com/office/drawing/2014/main" id="{4B3B529D-1969-41AF-9B1C-DC568018E890}"/>
              </a:ext>
            </a:extLst>
          </p:cNvPr>
          <p:cNvSpPr>
            <a:spLocks noGrp="1"/>
          </p:cNvSpPr>
          <p:nvPr/>
        </p:nvSpPr>
        <p:spPr>
          <a:xfrm>
            <a:off x="6762750" y="1276350"/>
            <a:ext cx="3562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24" name="动作选择">
            <a:extLst>
              <a:ext uri="{FF2B5EF4-FFF2-40B4-BE49-F238E27FC236}">
                <a16:creationId xmlns:a16="http://schemas.microsoft.com/office/drawing/2014/main" id="{4439DFBC-4064-44B3-AD1C-808B40C8ADFC}"/>
              </a:ext>
            </a:extLst>
          </p:cNvPr>
          <p:cNvSpPr>
            <a:spLocks noGrp="1"/>
          </p:cNvSpPr>
          <p:nvPr/>
        </p:nvSpPr>
        <p:spPr>
          <a:xfrm>
            <a:off x="6762750" y="1276350"/>
            <a:ext cx="356235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动作选择</a:t>
            </a:r>
          </a:p>
        </p:txBody>
      </p:sp>
      <p:sp>
        <p:nvSpPr>
          <p:cNvPr id="1325" name="矩形">
            <a:extLst>
              <a:ext uri="{FF2B5EF4-FFF2-40B4-BE49-F238E27FC236}">
                <a16:creationId xmlns:a16="http://schemas.microsoft.com/office/drawing/2014/main" id="{983C99B7-B63A-4086-ABD0-609EA18BC6AC}"/>
              </a:ext>
            </a:extLst>
          </p:cNvPr>
          <p:cNvSpPr>
            <a:spLocks noGrp="1"/>
          </p:cNvSpPr>
          <p:nvPr/>
        </p:nvSpPr>
        <p:spPr>
          <a:xfrm>
            <a:off x="6762750" y="1581149"/>
            <a:ext cx="3562350" cy="590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26" name="ActionUtility 根据状态、预算、…">
            <a:extLst>
              <a:ext uri="{FF2B5EF4-FFF2-40B4-BE49-F238E27FC236}">
                <a16:creationId xmlns:a16="http://schemas.microsoft.com/office/drawing/2014/main" id="{2707B8BA-61E3-44C1-A1BC-FE2F43A09C9B}"/>
              </a:ext>
            </a:extLst>
          </p:cNvPr>
          <p:cNvSpPr>
            <a:spLocks noGrp="1"/>
          </p:cNvSpPr>
          <p:nvPr/>
        </p:nvSpPr>
        <p:spPr>
          <a:xfrm>
            <a:off x="6762750" y="1581146"/>
            <a:ext cx="3562350" cy="406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ActionUtility 根据状态、预算、</a:t>
            </a:r>
          </a:p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恢复余量和候选形状选择下一步动作。</a:t>
            </a:r>
          </a:p>
        </p:txBody>
      </p:sp>
      <p:sp>
        <p:nvSpPr>
          <p:cNvPr id="1327" name="圆角矩形 991">
            <a:extLst>
              <a:ext uri="{FF2B5EF4-FFF2-40B4-BE49-F238E27FC236}">
                <a16:creationId xmlns:a16="http://schemas.microsoft.com/office/drawing/2014/main" id="{421524EC-0770-4326-9914-E5442B843759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21907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>
            <a:solidFill>
              <a:srgbClr val="2F9D68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328" name="矩形 992">
            <a:extLst>
              <a:ext uri="{FF2B5EF4-FFF2-40B4-BE49-F238E27FC236}">
                <a16:creationId xmlns:a16="http://schemas.microsoft.com/office/drawing/2014/main" id="{7B54E608-D0C4-418F-A73F-39956FFC953E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57150" cy="1200150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329" name="矩形">
            <a:extLst>
              <a:ext uri="{FF2B5EF4-FFF2-40B4-BE49-F238E27FC236}">
                <a16:creationId xmlns:a16="http://schemas.microsoft.com/office/drawing/2014/main" id="{11160580-4709-45BF-ABA2-7C9E1410E7B1}"/>
              </a:ext>
            </a:extLst>
          </p:cNvPr>
          <p:cNvSpPr>
            <a:spLocks noGrp="1"/>
          </p:cNvSpPr>
          <p:nvPr/>
        </p:nvSpPr>
        <p:spPr>
          <a:xfrm>
            <a:off x="1047750" y="3086099"/>
            <a:ext cx="1847850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30" name="continue">
            <a:extLst>
              <a:ext uri="{FF2B5EF4-FFF2-40B4-BE49-F238E27FC236}">
                <a16:creationId xmlns:a16="http://schemas.microsoft.com/office/drawing/2014/main" id="{83820DFE-6845-4565-BAB3-00FB4E8D9544}"/>
              </a:ext>
            </a:extLst>
          </p:cNvPr>
          <p:cNvSpPr>
            <a:spLocks noGrp="1"/>
          </p:cNvSpPr>
          <p:nvPr/>
        </p:nvSpPr>
        <p:spPr>
          <a:xfrm>
            <a:off x="1047750" y="3086098"/>
            <a:ext cx="1847850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continue</a:t>
            </a:r>
          </a:p>
        </p:txBody>
      </p:sp>
      <p:sp>
        <p:nvSpPr>
          <p:cNvPr id="1331" name="矩形">
            <a:extLst>
              <a:ext uri="{FF2B5EF4-FFF2-40B4-BE49-F238E27FC236}">
                <a16:creationId xmlns:a16="http://schemas.microsoft.com/office/drawing/2014/main" id="{10DD2BC6-7404-41B0-93D7-5D0A5C3F16CA}"/>
              </a:ext>
            </a:extLst>
          </p:cNvPr>
          <p:cNvSpPr>
            <a:spLocks noGrp="1"/>
          </p:cNvSpPr>
          <p:nvPr/>
        </p:nvSpPr>
        <p:spPr>
          <a:xfrm>
            <a:off x="1047750" y="3390898"/>
            <a:ext cx="1847850" cy="6858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32" name="成功概率和证据充分度尚可">
            <a:extLst>
              <a:ext uri="{FF2B5EF4-FFF2-40B4-BE49-F238E27FC236}">
                <a16:creationId xmlns:a16="http://schemas.microsoft.com/office/drawing/2014/main" id="{59222223-FBA5-4FDC-8404-7DA7F62AAFF8}"/>
              </a:ext>
            </a:extLst>
          </p:cNvPr>
          <p:cNvSpPr>
            <a:spLocks noGrp="1"/>
          </p:cNvSpPr>
          <p:nvPr/>
        </p:nvSpPr>
        <p:spPr>
          <a:xfrm>
            <a:off x="1047750" y="3390898"/>
            <a:ext cx="184785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成功概率和证据充分度尚可</a:t>
            </a:r>
          </a:p>
        </p:txBody>
      </p:sp>
      <p:sp>
        <p:nvSpPr>
          <p:cNvPr id="1333" name="圆角矩形 995">
            <a:extLst>
              <a:ext uri="{FF2B5EF4-FFF2-40B4-BE49-F238E27FC236}">
                <a16:creationId xmlns:a16="http://schemas.microsoft.com/office/drawing/2014/main" id="{2E76C242-05DD-4656-A13C-00AA19DDF19C}"/>
              </a:ext>
            </a:extLst>
          </p:cNvPr>
          <p:cNvSpPr>
            <a:spLocks noGrp="1"/>
          </p:cNvSpPr>
          <p:nvPr/>
        </p:nvSpPr>
        <p:spPr>
          <a:xfrm>
            <a:off x="3590925" y="2952750"/>
            <a:ext cx="21907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>
            <a:solidFill>
              <a:srgbClr val="D9A12A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334" name="矩形 996">
            <a:extLst>
              <a:ext uri="{FF2B5EF4-FFF2-40B4-BE49-F238E27FC236}">
                <a16:creationId xmlns:a16="http://schemas.microsoft.com/office/drawing/2014/main" id="{9ECC68A9-1B3F-468E-814B-E2A60CA8F569}"/>
              </a:ext>
            </a:extLst>
          </p:cNvPr>
          <p:cNvSpPr>
            <a:spLocks noGrp="1"/>
          </p:cNvSpPr>
          <p:nvPr/>
        </p:nvSpPr>
        <p:spPr>
          <a:xfrm>
            <a:off x="3590925" y="2952750"/>
            <a:ext cx="57150" cy="1200150"/>
          </a:xfrm>
          <a:prstGeom prst="rect">
            <a:avLst/>
          </a:prstGeom>
          <a:solidFill>
            <a:srgbClr val="D9A12A"/>
          </a:solidFill>
          <a:ln w="3175">
            <a:solidFill>
              <a:srgbClr val="D9A12A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335" name="矩形">
            <a:extLst>
              <a:ext uri="{FF2B5EF4-FFF2-40B4-BE49-F238E27FC236}">
                <a16:creationId xmlns:a16="http://schemas.microsoft.com/office/drawing/2014/main" id="{53161A83-DD65-4936-AA41-769C2BC490D3}"/>
              </a:ext>
            </a:extLst>
          </p:cNvPr>
          <p:cNvSpPr>
            <a:spLocks noGrp="1"/>
          </p:cNvSpPr>
          <p:nvPr/>
        </p:nvSpPr>
        <p:spPr>
          <a:xfrm>
            <a:off x="3762375" y="3086099"/>
            <a:ext cx="1847850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36" name="patch_local">
            <a:extLst>
              <a:ext uri="{FF2B5EF4-FFF2-40B4-BE49-F238E27FC236}">
                <a16:creationId xmlns:a16="http://schemas.microsoft.com/office/drawing/2014/main" id="{204FB07D-16FB-486E-8336-2ADD606DB68E}"/>
              </a:ext>
            </a:extLst>
          </p:cNvPr>
          <p:cNvSpPr>
            <a:spLocks noGrp="1"/>
          </p:cNvSpPr>
          <p:nvPr/>
        </p:nvSpPr>
        <p:spPr>
          <a:xfrm>
            <a:off x="3762375" y="3086098"/>
            <a:ext cx="1847850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patch_local</a:t>
            </a:r>
          </a:p>
        </p:txBody>
      </p:sp>
      <p:sp>
        <p:nvSpPr>
          <p:cNvPr id="1337" name="矩形">
            <a:extLst>
              <a:ext uri="{FF2B5EF4-FFF2-40B4-BE49-F238E27FC236}">
                <a16:creationId xmlns:a16="http://schemas.microsoft.com/office/drawing/2014/main" id="{7158D9B9-0048-4153-9A53-67F4FD36E62A}"/>
              </a:ext>
            </a:extLst>
          </p:cNvPr>
          <p:cNvSpPr>
            <a:spLocks noGrp="1"/>
          </p:cNvSpPr>
          <p:nvPr/>
        </p:nvSpPr>
        <p:spPr>
          <a:xfrm>
            <a:off x="3762375" y="3390898"/>
            <a:ext cx="1847850" cy="6858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38" name="故障局部化，恢复余量足">
            <a:extLst>
              <a:ext uri="{FF2B5EF4-FFF2-40B4-BE49-F238E27FC236}">
                <a16:creationId xmlns:a16="http://schemas.microsoft.com/office/drawing/2014/main" id="{F8EEAEFE-25AD-421C-B324-6BF7A67425F7}"/>
              </a:ext>
            </a:extLst>
          </p:cNvPr>
          <p:cNvSpPr>
            <a:spLocks noGrp="1"/>
          </p:cNvSpPr>
          <p:nvPr/>
        </p:nvSpPr>
        <p:spPr>
          <a:xfrm>
            <a:off x="3762375" y="3390898"/>
            <a:ext cx="184785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故障局部化，恢复余量足</a:t>
            </a:r>
          </a:p>
        </p:txBody>
      </p:sp>
      <p:sp>
        <p:nvSpPr>
          <p:cNvPr id="1339" name="圆角矩形 999">
            <a:extLst>
              <a:ext uri="{FF2B5EF4-FFF2-40B4-BE49-F238E27FC236}">
                <a16:creationId xmlns:a16="http://schemas.microsoft.com/office/drawing/2014/main" id="{2D063A11-8019-4D97-8120-6E78ED7A1E33}"/>
              </a:ext>
            </a:extLst>
          </p:cNvPr>
          <p:cNvSpPr>
            <a:spLocks noGrp="1"/>
          </p:cNvSpPr>
          <p:nvPr/>
        </p:nvSpPr>
        <p:spPr>
          <a:xfrm>
            <a:off x="6305550" y="2952750"/>
            <a:ext cx="21907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340" name="矩形 1000">
            <a:extLst>
              <a:ext uri="{FF2B5EF4-FFF2-40B4-BE49-F238E27FC236}">
                <a16:creationId xmlns:a16="http://schemas.microsoft.com/office/drawing/2014/main" id="{71F94C58-FD80-4A9B-A6D0-2AB1A8E7E300}"/>
              </a:ext>
            </a:extLst>
          </p:cNvPr>
          <p:cNvSpPr>
            <a:spLocks noGrp="1"/>
          </p:cNvSpPr>
          <p:nvPr/>
        </p:nvSpPr>
        <p:spPr>
          <a:xfrm>
            <a:off x="6305550" y="2952750"/>
            <a:ext cx="57150" cy="12001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341" name="矩形">
            <a:extLst>
              <a:ext uri="{FF2B5EF4-FFF2-40B4-BE49-F238E27FC236}">
                <a16:creationId xmlns:a16="http://schemas.microsoft.com/office/drawing/2014/main" id="{3F032FBB-A9D7-4554-BE37-D1F030DBB4AC}"/>
              </a:ext>
            </a:extLst>
          </p:cNvPr>
          <p:cNvSpPr>
            <a:spLocks noGrp="1"/>
          </p:cNvSpPr>
          <p:nvPr/>
        </p:nvSpPr>
        <p:spPr>
          <a:xfrm>
            <a:off x="6477000" y="3086099"/>
            <a:ext cx="1847850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42" name="suffix_replan">
            <a:extLst>
              <a:ext uri="{FF2B5EF4-FFF2-40B4-BE49-F238E27FC236}">
                <a16:creationId xmlns:a16="http://schemas.microsoft.com/office/drawing/2014/main" id="{7F036958-D71C-4E2E-803F-55A42121F8E4}"/>
              </a:ext>
            </a:extLst>
          </p:cNvPr>
          <p:cNvSpPr>
            <a:spLocks noGrp="1"/>
          </p:cNvSpPr>
          <p:nvPr/>
        </p:nvSpPr>
        <p:spPr>
          <a:xfrm>
            <a:off x="6477000" y="3086098"/>
            <a:ext cx="1847850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suffix_replan</a:t>
            </a:r>
          </a:p>
        </p:txBody>
      </p:sp>
      <p:sp>
        <p:nvSpPr>
          <p:cNvPr id="1343" name="矩形">
            <a:extLst>
              <a:ext uri="{FF2B5EF4-FFF2-40B4-BE49-F238E27FC236}">
                <a16:creationId xmlns:a16="http://schemas.microsoft.com/office/drawing/2014/main" id="{31BB12E3-EF2B-4660-A944-DD6A934AD4F2}"/>
              </a:ext>
            </a:extLst>
          </p:cNvPr>
          <p:cNvSpPr>
            <a:spLocks noGrp="1"/>
          </p:cNvSpPr>
          <p:nvPr/>
        </p:nvSpPr>
        <p:spPr>
          <a:xfrm>
            <a:off x="6477000" y="3390898"/>
            <a:ext cx="1847850" cy="6858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44" name="结构性失败压力高，当前后缀不可靠">
            <a:extLst>
              <a:ext uri="{FF2B5EF4-FFF2-40B4-BE49-F238E27FC236}">
                <a16:creationId xmlns:a16="http://schemas.microsoft.com/office/drawing/2014/main" id="{1B22DA24-6815-4D6D-8849-D0BE7C7F9ACB}"/>
              </a:ext>
            </a:extLst>
          </p:cNvPr>
          <p:cNvSpPr>
            <a:spLocks noGrp="1"/>
          </p:cNvSpPr>
          <p:nvPr/>
        </p:nvSpPr>
        <p:spPr>
          <a:xfrm>
            <a:off x="6477000" y="3390898"/>
            <a:ext cx="1847850" cy="3556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结构性失败压力高，当前后缀不可靠</a:t>
            </a:r>
          </a:p>
        </p:txBody>
      </p:sp>
      <p:sp>
        <p:nvSpPr>
          <p:cNvPr id="1345" name="圆角矩形 1003">
            <a:extLst>
              <a:ext uri="{FF2B5EF4-FFF2-40B4-BE49-F238E27FC236}">
                <a16:creationId xmlns:a16="http://schemas.microsoft.com/office/drawing/2014/main" id="{451C9507-8F8A-46D8-9445-E7A03191DBE5}"/>
              </a:ext>
            </a:extLst>
          </p:cNvPr>
          <p:cNvSpPr>
            <a:spLocks noGrp="1"/>
          </p:cNvSpPr>
          <p:nvPr/>
        </p:nvSpPr>
        <p:spPr>
          <a:xfrm>
            <a:off x="9020175" y="2952750"/>
            <a:ext cx="21907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>
            <a:solidFill>
              <a:srgbClr val="C94C4C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346" name="矩形 1004">
            <a:extLst>
              <a:ext uri="{FF2B5EF4-FFF2-40B4-BE49-F238E27FC236}">
                <a16:creationId xmlns:a16="http://schemas.microsoft.com/office/drawing/2014/main" id="{83095977-0DB4-4944-8E07-71B4213232DC}"/>
              </a:ext>
            </a:extLst>
          </p:cNvPr>
          <p:cNvSpPr>
            <a:spLocks noGrp="1"/>
          </p:cNvSpPr>
          <p:nvPr/>
        </p:nvSpPr>
        <p:spPr>
          <a:xfrm>
            <a:off x="9020175" y="2952750"/>
            <a:ext cx="57150" cy="1200150"/>
          </a:xfrm>
          <a:prstGeom prst="rect">
            <a:avLst/>
          </a:prstGeom>
          <a:solidFill>
            <a:srgbClr val="C94C4C"/>
          </a:solidFill>
          <a:ln w="3175">
            <a:solidFill>
              <a:srgbClr val="C94C4C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347" name="矩形">
            <a:extLst>
              <a:ext uri="{FF2B5EF4-FFF2-40B4-BE49-F238E27FC236}">
                <a16:creationId xmlns:a16="http://schemas.microsoft.com/office/drawing/2014/main" id="{2F5433D5-79CF-4981-8628-C05BB39D13B8}"/>
              </a:ext>
            </a:extLst>
          </p:cNvPr>
          <p:cNvSpPr>
            <a:spLocks noGrp="1"/>
          </p:cNvSpPr>
          <p:nvPr/>
        </p:nvSpPr>
        <p:spPr>
          <a:xfrm>
            <a:off x="9191625" y="3086099"/>
            <a:ext cx="1847850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C94C4C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48" name="stop">
            <a:extLst>
              <a:ext uri="{FF2B5EF4-FFF2-40B4-BE49-F238E27FC236}">
                <a16:creationId xmlns:a16="http://schemas.microsoft.com/office/drawing/2014/main" id="{E6A29555-8F59-4F24-BB48-3A167372A892}"/>
              </a:ext>
            </a:extLst>
          </p:cNvPr>
          <p:cNvSpPr>
            <a:spLocks noGrp="1"/>
          </p:cNvSpPr>
          <p:nvPr/>
        </p:nvSpPr>
        <p:spPr>
          <a:xfrm>
            <a:off x="9191625" y="3086098"/>
            <a:ext cx="1847850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C94C4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stop</a:t>
            </a:r>
          </a:p>
        </p:txBody>
      </p:sp>
      <p:sp>
        <p:nvSpPr>
          <p:cNvPr id="1349" name="矩形">
            <a:extLst>
              <a:ext uri="{FF2B5EF4-FFF2-40B4-BE49-F238E27FC236}">
                <a16:creationId xmlns:a16="http://schemas.microsoft.com/office/drawing/2014/main" id="{AC6A531F-F0ED-46A8-B7F0-F585D06BBC8E}"/>
              </a:ext>
            </a:extLst>
          </p:cNvPr>
          <p:cNvSpPr>
            <a:spLocks noGrp="1"/>
          </p:cNvSpPr>
          <p:nvPr/>
        </p:nvSpPr>
        <p:spPr>
          <a:xfrm>
            <a:off x="9191625" y="3390898"/>
            <a:ext cx="1847850" cy="6858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50" name="成功率低、预算压力高；受保护进入 HITL">
            <a:extLst>
              <a:ext uri="{FF2B5EF4-FFF2-40B4-BE49-F238E27FC236}">
                <a16:creationId xmlns:a16="http://schemas.microsoft.com/office/drawing/2014/main" id="{7D6A7EE2-31D8-4D37-A0A9-FD45FF1D94E2}"/>
              </a:ext>
            </a:extLst>
          </p:cNvPr>
          <p:cNvSpPr>
            <a:spLocks noGrp="1"/>
          </p:cNvSpPr>
          <p:nvPr/>
        </p:nvSpPr>
        <p:spPr>
          <a:xfrm>
            <a:off x="9191625" y="3390898"/>
            <a:ext cx="1847850" cy="3556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成功率低、预算压力高；受保护进入 HITL</a:t>
            </a:r>
          </a:p>
        </p:txBody>
      </p:sp>
      <p:sp>
        <p:nvSpPr>
          <p:cNvPr id="1351" name="圆角矩形 1007">
            <a:extLst>
              <a:ext uri="{FF2B5EF4-FFF2-40B4-BE49-F238E27FC236}">
                <a16:creationId xmlns:a16="http://schemas.microsoft.com/office/drawing/2014/main" id="{DD75B26C-79A5-4AE6-80E4-013129B2EF1C}"/>
              </a:ext>
            </a:extLst>
          </p:cNvPr>
          <p:cNvSpPr>
            <a:spLocks noGrp="1"/>
          </p:cNvSpPr>
          <p:nvPr/>
        </p:nvSpPr>
        <p:spPr>
          <a:xfrm>
            <a:off x="1524000" y="4714875"/>
            <a:ext cx="9144000" cy="781050"/>
          </a:xfrm>
          <a:prstGeom prst="roundRect">
            <a:avLst>
              <a:gd name="adj" fmla="val 9756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352" name="矩形">
            <a:extLst>
              <a:ext uri="{FF2B5EF4-FFF2-40B4-BE49-F238E27FC236}">
                <a16:creationId xmlns:a16="http://schemas.microsoft.com/office/drawing/2014/main" id="{84AB789D-A9C0-46A1-B22C-3443189408E2}"/>
              </a:ext>
            </a:extLst>
          </p:cNvPr>
          <p:cNvSpPr>
            <a:spLocks noGrp="1"/>
          </p:cNvSpPr>
          <p:nvPr/>
        </p:nvSpPr>
        <p:spPr>
          <a:xfrm>
            <a:off x="1695450" y="4848225"/>
            <a:ext cx="8801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53" name="保护边界">
            <a:extLst>
              <a:ext uri="{FF2B5EF4-FFF2-40B4-BE49-F238E27FC236}">
                <a16:creationId xmlns:a16="http://schemas.microsoft.com/office/drawing/2014/main" id="{B7A38534-7CB4-4745-A7AC-E510666B0F64}"/>
              </a:ext>
            </a:extLst>
          </p:cNvPr>
          <p:cNvSpPr>
            <a:spLocks noGrp="1"/>
          </p:cNvSpPr>
          <p:nvPr/>
        </p:nvSpPr>
        <p:spPr>
          <a:xfrm>
            <a:off x="1695450" y="4848225"/>
            <a:ext cx="880110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保护边界</a:t>
            </a:r>
          </a:p>
        </p:txBody>
      </p:sp>
      <p:sp>
        <p:nvSpPr>
          <p:cNvPr id="1354" name="矩形">
            <a:extLst>
              <a:ext uri="{FF2B5EF4-FFF2-40B4-BE49-F238E27FC236}">
                <a16:creationId xmlns:a16="http://schemas.microsoft.com/office/drawing/2014/main" id="{C14F815D-7C96-4886-A278-34F221D5118F}"/>
              </a:ext>
            </a:extLst>
          </p:cNvPr>
          <p:cNvSpPr>
            <a:spLocks noGrp="1"/>
          </p:cNvSpPr>
          <p:nvPr/>
        </p:nvSpPr>
        <p:spPr>
          <a:xfrm>
            <a:off x="1695450" y="5102223"/>
            <a:ext cx="8801100" cy="2667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55" name="运行时调整不覆盖 hard feasibility；stop 作为 terminal_stop 候选进入 replan_confirm / HITL，…">
            <a:extLst>
              <a:ext uri="{FF2B5EF4-FFF2-40B4-BE49-F238E27FC236}">
                <a16:creationId xmlns:a16="http://schemas.microsoft.com/office/drawing/2014/main" id="{F8F903F8-E236-423A-9FD3-65C27912532B}"/>
              </a:ext>
            </a:extLst>
          </p:cNvPr>
          <p:cNvSpPr>
            <a:spLocks noGrp="1"/>
          </p:cNvSpPr>
          <p:nvPr/>
        </p:nvSpPr>
        <p:spPr>
          <a:xfrm>
            <a:off x="1695450" y="5102223"/>
            <a:ext cx="8801100" cy="3556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运行时调整不覆盖 hard feasibility；stop 作为 terminal_stop 候选进入 replan_confirm / HITL，</a:t>
            </a:r>
          </a:p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不由算法悄悄终止任务。</a:t>
            </a:r>
          </a:p>
        </p:txBody>
      </p:sp>
      <p:sp>
        <p:nvSpPr>
          <p:cNvPr id="1361" name="矩形 1360">
            <a:extLst>
              <a:ext uri="{FF2B5EF4-FFF2-40B4-BE49-F238E27FC236}">
                <a16:creationId xmlns:a16="http://schemas.microsoft.com/office/drawing/2014/main" id="{1857D813-F215-4DDD-835B-A33ED2ABEBC9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344651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" name="矩形">
            <a:extLst>
              <a:ext uri="{FF2B5EF4-FFF2-40B4-BE49-F238E27FC236}">
                <a16:creationId xmlns:a16="http://schemas.microsoft.com/office/drawing/2014/main" id="{254CA3FD-515D-456C-8BA4-8D819DE777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361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1362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1363" name="矩形">
            <a:extLst>
              <a:ext uri="{FF2B5EF4-FFF2-40B4-BE49-F238E27FC236}">
                <a16:creationId xmlns:a16="http://schemas.microsoft.com/office/drawing/2014/main" id="{96C44154-25D4-4DCD-BCE7-AE8D9653C43C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64" name="矩形">
            <a:extLst>
              <a:ext uri="{FF2B5EF4-FFF2-40B4-BE49-F238E27FC236}">
                <a16:creationId xmlns:a16="http://schemas.microsoft.com/office/drawing/2014/main" id="{4137A7D4-1A31-4737-8CB1-500903E4824F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65" name="矩形">
            <a:extLst>
              <a:ext uri="{FF2B5EF4-FFF2-40B4-BE49-F238E27FC236}">
                <a16:creationId xmlns:a16="http://schemas.microsoft.com/office/drawing/2014/main" id="{1A34C16E-6FE8-4CF9-A94F-08E70E145538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66" name="矩形">
            <a:extLst>
              <a:ext uri="{FF2B5EF4-FFF2-40B4-BE49-F238E27FC236}">
                <a16:creationId xmlns:a16="http://schemas.microsoft.com/office/drawing/2014/main" id="{ED0E1CF2-2717-4BB9-BB39-90CD6B619170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67" name="矩形">
            <a:extLst>
              <a:ext uri="{FF2B5EF4-FFF2-40B4-BE49-F238E27FC236}">
                <a16:creationId xmlns:a16="http://schemas.microsoft.com/office/drawing/2014/main" id="{FC10B406-7277-4048-9D37-D3B2859EE3A7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68" name="矩形">
            <a:extLst>
              <a:ext uri="{FF2B5EF4-FFF2-40B4-BE49-F238E27FC236}">
                <a16:creationId xmlns:a16="http://schemas.microsoft.com/office/drawing/2014/main" id="{B9A8290F-EA95-4917-B230-44C14FF2E10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69" name="矩形">
            <a:extLst>
              <a:ext uri="{FF2B5EF4-FFF2-40B4-BE49-F238E27FC236}">
                <a16:creationId xmlns:a16="http://schemas.microsoft.com/office/drawing/2014/main" id="{81AF21B1-6739-4772-BF0D-BE1C1D4D7948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70" name="矩形">
            <a:extLst>
              <a:ext uri="{FF2B5EF4-FFF2-40B4-BE49-F238E27FC236}">
                <a16:creationId xmlns:a16="http://schemas.microsoft.com/office/drawing/2014/main" id="{F004D381-D042-4D4A-B2F6-8DCBCB524D20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71" name="矩形">
            <a:extLst>
              <a:ext uri="{FF2B5EF4-FFF2-40B4-BE49-F238E27FC236}">
                <a16:creationId xmlns:a16="http://schemas.microsoft.com/office/drawing/2014/main" id="{32559DB8-D24A-4AC9-9D7A-B0DF9EEA672C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72" name="矩形">
            <a:extLst>
              <a:ext uri="{FF2B5EF4-FFF2-40B4-BE49-F238E27FC236}">
                <a16:creationId xmlns:a16="http://schemas.microsoft.com/office/drawing/2014/main" id="{7F6C70AF-B0E8-4E3C-9B6C-4F899532D417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73" name="矩形">
            <a:extLst>
              <a:ext uri="{FF2B5EF4-FFF2-40B4-BE49-F238E27FC236}">
                <a16:creationId xmlns:a16="http://schemas.microsoft.com/office/drawing/2014/main" id="{66CE9E12-B80D-48DD-8CA0-B982D41482E3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74" name="矩形">
            <a:extLst>
              <a:ext uri="{FF2B5EF4-FFF2-40B4-BE49-F238E27FC236}">
                <a16:creationId xmlns:a16="http://schemas.microsoft.com/office/drawing/2014/main" id="{367C7B49-C704-4C8F-A48C-980FC17424B0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75" name="矩形">
            <a:extLst>
              <a:ext uri="{FF2B5EF4-FFF2-40B4-BE49-F238E27FC236}">
                <a16:creationId xmlns:a16="http://schemas.microsoft.com/office/drawing/2014/main" id="{B5A63CFA-3ABC-4B3F-AB9B-C35AC6B4D791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76" name="矩形">
            <a:extLst>
              <a:ext uri="{FF2B5EF4-FFF2-40B4-BE49-F238E27FC236}">
                <a16:creationId xmlns:a16="http://schemas.microsoft.com/office/drawing/2014/main" id="{67E87F75-6F9C-451E-AEA4-F6D872477BA2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77" name="矩形">
            <a:extLst>
              <a:ext uri="{FF2B5EF4-FFF2-40B4-BE49-F238E27FC236}">
                <a16:creationId xmlns:a16="http://schemas.microsoft.com/office/drawing/2014/main" id="{D9B79E77-1B1C-4F69-A37E-280AE0E7011B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78" name="矩形">
            <a:extLst>
              <a:ext uri="{FF2B5EF4-FFF2-40B4-BE49-F238E27FC236}">
                <a16:creationId xmlns:a16="http://schemas.microsoft.com/office/drawing/2014/main" id="{E80F9B36-7D6A-4381-9F7E-F9982888E5CE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79" name="矩形">
            <a:extLst>
              <a:ext uri="{FF2B5EF4-FFF2-40B4-BE49-F238E27FC236}">
                <a16:creationId xmlns:a16="http://schemas.microsoft.com/office/drawing/2014/main" id="{BCE8653E-0BE2-43B9-BD52-3217236D5E3C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80" name="矩形">
            <a:extLst>
              <a:ext uri="{FF2B5EF4-FFF2-40B4-BE49-F238E27FC236}">
                <a16:creationId xmlns:a16="http://schemas.microsoft.com/office/drawing/2014/main" id="{02EDA8DA-2A1D-4CEA-9FD8-9A563AECDA1E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81" name="矩形">
            <a:extLst>
              <a:ext uri="{FF2B5EF4-FFF2-40B4-BE49-F238E27FC236}">
                <a16:creationId xmlns:a16="http://schemas.microsoft.com/office/drawing/2014/main" id="{22C27BA9-10DB-421E-9EC9-71CCC7048D23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82" name="矩形">
            <a:extLst>
              <a:ext uri="{FF2B5EF4-FFF2-40B4-BE49-F238E27FC236}">
                <a16:creationId xmlns:a16="http://schemas.microsoft.com/office/drawing/2014/main" id="{ABEE09B8-C75B-4BD6-B9CB-3F4AEB8F5145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83" name="矩形">
            <a:extLst>
              <a:ext uri="{FF2B5EF4-FFF2-40B4-BE49-F238E27FC236}">
                <a16:creationId xmlns:a16="http://schemas.microsoft.com/office/drawing/2014/main" id="{7FBF1EA3-6FBD-435B-9A65-1A21C3EAE6A8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84" name="矩形">
            <a:extLst>
              <a:ext uri="{FF2B5EF4-FFF2-40B4-BE49-F238E27FC236}">
                <a16:creationId xmlns:a16="http://schemas.microsoft.com/office/drawing/2014/main" id="{C6543085-E35E-4663-B56C-1646E82D4654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85" name="矩形">
            <a:extLst>
              <a:ext uri="{FF2B5EF4-FFF2-40B4-BE49-F238E27FC236}">
                <a16:creationId xmlns:a16="http://schemas.microsoft.com/office/drawing/2014/main" id="{83386C99-3954-4A75-80E0-997F915B3F69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86" name="矩形">
            <a:extLst>
              <a:ext uri="{FF2B5EF4-FFF2-40B4-BE49-F238E27FC236}">
                <a16:creationId xmlns:a16="http://schemas.microsoft.com/office/drawing/2014/main" id="{84E5A2BF-9D4B-49BC-925D-89361B7EE379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87" name="矩形">
            <a:extLst>
              <a:ext uri="{FF2B5EF4-FFF2-40B4-BE49-F238E27FC236}">
                <a16:creationId xmlns:a16="http://schemas.microsoft.com/office/drawing/2014/main" id="{8C2460F4-B13C-433F-92AB-15E69FF1FFF0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88" name="矩形">
            <a:extLst>
              <a:ext uri="{FF2B5EF4-FFF2-40B4-BE49-F238E27FC236}">
                <a16:creationId xmlns:a16="http://schemas.microsoft.com/office/drawing/2014/main" id="{AC4EBECB-46CE-4A22-BE01-2FECC3B509F8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89" name="矩形">
            <a:extLst>
              <a:ext uri="{FF2B5EF4-FFF2-40B4-BE49-F238E27FC236}">
                <a16:creationId xmlns:a16="http://schemas.microsoft.com/office/drawing/2014/main" id="{75C1B1F0-D2A2-4446-A64A-3AD018BC8F11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90" name="矩形">
            <a:extLst>
              <a:ext uri="{FF2B5EF4-FFF2-40B4-BE49-F238E27FC236}">
                <a16:creationId xmlns:a16="http://schemas.microsoft.com/office/drawing/2014/main" id="{15D1F0A4-CCAB-43CD-B704-4E73463E7D55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91" name="矩形">
            <a:extLst>
              <a:ext uri="{FF2B5EF4-FFF2-40B4-BE49-F238E27FC236}">
                <a16:creationId xmlns:a16="http://schemas.microsoft.com/office/drawing/2014/main" id="{9E50AD15-7D73-448A-ACE4-3F7FE7582AD0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92" name="矩形">
            <a:extLst>
              <a:ext uri="{FF2B5EF4-FFF2-40B4-BE49-F238E27FC236}">
                <a16:creationId xmlns:a16="http://schemas.microsoft.com/office/drawing/2014/main" id="{77FA1911-037B-49B4-8476-41D81604E2EB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93" name="矩形">
            <a:extLst>
              <a:ext uri="{FF2B5EF4-FFF2-40B4-BE49-F238E27FC236}">
                <a16:creationId xmlns:a16="http://schemas.microsoft.com/office/drawing/2014/main" id="{0AC9B87B-65D6-4433-B1F1-328F3CF30BA5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94" name="矩形">
            <a:extLst>
              <a:ext uri="{FF2B5EF4-FFF2-40B4-BE49-F238E27FC236}">
                <a16:creationId xmlns:a16="http://schemas.microsoft.com/office/drawing/2014/main" id="{84CB6861-8CEB-410B-8497-970A5678958F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95" name="矩形">
            <a:extLst>
              <a:ext uri="{FF2B5EF4-FFF2-40B4-BE49-F238E27FC236}">
                <a16:creationId xmlns:a16="http://schemas.microsoft.com/office/drawing/2014/main" id="{19A36FE1-C839-4D5A-88D7-C616827EC739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96" name="矩形">
            <a:extLst>
              <a:ext uri="{FF2B5EF4-FFF2-40B4-BE49-F238E27FC236}">
                <a16:creationId xmlns:a16="http://schemas.microsoft.com/office/drawing/2014/main" id="{A69DDFBE-3CCC-4CB0-88D8-D25B56669E4B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97" name="矩形">
            <a:extLst>
              <a:ext uri="{FF2B5EF4-FFF2-40B4-BE49-F238E27FC236}">
                <a16:creationId xmlns:a16="http://schemas.microsoft.com/office/drawing/2014/main" id="{5C06E272-85BD-4014-B098-09DE88EA5122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98" name="矩形">
            <a:extLst>
              <a:ext uri="{FF2B5EF4-FFF2-40B4-BE49-F238E27FC236}">
                <a16:creationId xmlns:a16="http://schemas.microsoft.com/office/drawing/2014/main" id="{3DA35295-CB39-4C31-956A-EC4DC9B59D08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399" name="矩形">
            <a:extLst>
              <a:ext uri="{FF2B5EF4-FFF2-40B4-BE49-F238E27FC236}">
                <a16:creationId xmlns:a16="http://schemas.microsoft.com/office/drawing/2014/main" id="{8886E737-4C45-47E1-AA02-877D71DAA081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00" name="矩形">
            <a:extLst>
              <a:ext uri="{FF2B5EF4-FFF2-40B4-BE49-F238E27FC236}">
                <a16:creationId xmlns:a16="http://schemas.microsoft.com/office/drawing/2014/main" id="{9315C7E0-1776-46F4-B6B9-69465B2C0E6F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01" name="矩形">
            <a:extLst>
              <a:ext uri="{FF2B5EF4-FFF2-40B4-BE49-F238E27FC236}">
                <a16:creationId xmlns:a16="http://schemas.microsoft.com/office/drawing/2014/main" id="{18D9EBAD-A64A-44FF-86EE-F25209644FB7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02" name="矩形">
            <a:extLst>
              <a:ext uri="{FF2B5EF4-FFF2-40B4-BE49-F238E27FC236}">
                <a16:creationId xmlns:a16="http://schemas.microsoft.com/office/drawing/2014/main" id="{BCF2ECFE-88AD-47D1-9C48-2D5459EEAC51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03" name="矩形">
            <a:extLst>
              <a:ext uri="{FF2B5EF4-FFF2-40B4-BE49-F238E27FC236}">
                <a16:creationId xmlns:a16="http://schemas.microsoft.com/office/drawing/2014/main" id="{0E50538D-E186-4F3A-B275-42F68D0A7D22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04" name="矩形">
            <a:extLst>
              <a:ext uri="{FF2B5EF4-FFF2-40B4-BE49-F238E27FC236}">
                <a16:creationId xmlns:a16="http://schemas.microsoft.com/office/drawing/2014/main" id="{97F83F73-F429-45E2-83D5-0D3FE8E17F5E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05" name="矩形">
            <a:extLst>
              <a:ext uri="{FF2B5EF4-FFF2-40B4-BE49-F238E27FC236}">
                <a16:creationId xmlns:a16="http://schemas.microsoft.com/office/drawing/2014/main" id="{9F749255-5BD2-42B3-8F83-D354BA7E0EA3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06" name="矩形">
            <a:extLst>
              <a:ext uri="{FF2B5EF4-FFF2-40B4-BE49-F238E27FC236}">
                <a16:creationId xmlns:a16="http://schemas.microsoft.com/office/drawing/2014/main" id="{91200DF9-2D2C-4F81-A49F-5F67F8506A25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07" name="矩形">
            <a:extLst>
              <a:ext uri="{FF2B5EF4-FFF2-40B4-BE49-F238E27FC236}">
                <a16:creationId xmlns:a16="http://schemas.microsoft.com/office/drawing/2014/main" id="{96C1B9B6-722E-49ED-A437-B26458BDAEB9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08" name="矩形">
            <a:extLst>
              <a:ext uri="{FF2B5EF4-FFF2-40B4-BE49-F238E27FC236}">
                <a16:creationId xmlns:a16="http://schemas.microsoft.com/office/drawing/2014/main" id="{5D1502DA-D0DB-4C95-812C-A9A92A333875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09" name="矩形">
            <a:extLst>
              <a:ext uri="{FF2B5EF4-FFF2-40B4-BE49-F238E27FC236}">
                <a16:creationId xmlns:a16="http://schemas.microsoft.com/office/drawing/2014/main" id="{DFC7E427-63E1-4340-A6C0-A501F03831C5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10" name="矩形">
            <a:extLst>
              <a:ext uri="{FF2B5EF4-FFF2-40B4-BE49-F238E27FC236}">
                <a16:creationId xmlns:a16="http://schemas.microsoft.com/office/drawing/2014/main" id="{B2BDC3A2-C4D3-4817-BB79-D103C62BE3B7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11" name="矩形">
            <a:extLst>
              <a:ext uri="{FF2B5EF4-FFF2-40B4-BE49-F238E27FC236}">
                <a16:creationId xmlns:a16="http://schemas.microsoft.com/office/drawing/2014/main" id="{8EFAAADA-8234-45A3-94F5-534219C443CF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12" name="矩形">
            <a:extLst>
              <a:ext uri="{FF2B5EF4-FFF2-40B4-BE49-F238E27FC236}">
                <a16:creationId xmlns:a16="http://schemas.microsoft.com/office/drawing/2014/main" id="{5F005DCB-2D6A-43A6-9087-651C2650CE25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13" name="矩形">
            <a:extLst>
              <a:ext uri="{FF2B5EF4-FFF2-40B4-BE49-F238E27FC236}">
                <a16:creationId xmlns:a16="http://schemas.microsoft.com/office/drawing/2014/main" id="{B24DB393-A4BF-4327-9928-07A2F46AC311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14" name="矩形">
            <a:extLst>
              <a:ext uri="{FF2B5EF4-FFF2-40B4-BE49-F238E27FC236}">
                <a16:creationId xmlns:a16="http://schemas.microsoft.com/office/drawing/2014/main" id="{B496182B-DAA3-47A7-83DF-F6A96A08FDDF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15" name="矩形">
            <a:extLst>
              <a:ext uri="{FF2B5EF4-FFF2-40B4-BE49-F238E27FC236}">
                <a16:creationId xmlns:a16="http://schemas.microsoft.com/office/drawing/2014/main" id="{2E2F3ACE-0A79-4523-BE02-618CCCEF9E10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16" name="矩形">
            <a:extLst>
              <a:ext uri="{FF2B5EF4-FFF2-40B4-BE49-F238E27FC236}">
                <a16:creationId xmlns:a16="http://schemas.microsoft.com/office/drawing/2014/main" id="{B258EF11-BBF2-4562-8864-49B6B48D037E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17" name="矩形">
            <a:extLst>
              <a:ext uri="{FF2B5EF4-FFF2-40B4-BE49-F238E27FC236}">
                <a16:creationId xmlns:a16="http://schemas.microsoft.com/office/drawing/2014/main" id="{C50477EA-53C7-4E3F-98A4-950E96DA895E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18" name="矩形">
            <a:extLst>
              <a:ext uri="{FF2B5EF4-FFF2-40B4-BE49-F238E27FC236}">
                <a16:creationId xmlns:a16="http://schemas.microsoft.com/office/drawing/2014/main" id="{24AE64B0-1283-422C-8249-1694C3B01F92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19" name="矩形">
            <a:extLst>
              <a:ext uri="{FF2B5EF4-FFF2-40B4-BE49-F238E27FC236}">
                <a16:creationId xmlns:a16="http://schemas.microsoft.com/office/drawing/2014/main" id="{18B30228-80CB-4056-AAF5-656C783152F9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20" name="矩形">
            <a:extLst>
              <a:ext uri="{FF2B5EF4-FFF2-40B4-BE49-F238E27FC236}">
                <a16:creationId xmlns:a16="http://schemas.microsoft.com/office/drawing/2014/main" id="{03B4A111-0637-48C9-90F2-15AAA5C159E2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21" name="矩形">
            <a:extLst>
              <a:ext uri="{FF2B5EF4-FFF2-40B4-BE49-F238E27FC236}">
                <a16:creationId xmlns:a16="http://schemas.microsoft.com/office/drawing/2014/main" id="{E35F4C9B-A211-4FE9-A124-BA144A170071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22" name="矩形">
            <a:extLst>
              <a:ext uri="{FF2B5EF4-FFF2-40B4-BE49-F238E27FC236}">
                <a16:creationId xmlns:a16="http://schemas.microsoft.com/office/drawing/2014/main" id="{F5FA487F-6BBC-4D13-AB5A-54E982AB7BCB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23" name="矩形">
            <a:extLst>
              <a:ext uri="{FF2B5EF4-FFF2-40B4-BE49-F238E27FC236}">
                <a16:creationId xmlns:a16="http://schemas.microsoft.com/office/drawing/2014/main" id="{5E1375B1-AD78-46A5-AEDB-A7848FCCC674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24" name="矩形">
            <a:extLst>
              <a:ext uri="{FF2B5EF4-FFF2-40B4-BE49-F238E27FC236}">
                <a16:creationId xmlns:a16="http://schemas.microsoft.com/office/drawing/2014/main" id="{B22B874B-5C6C-497C-8A6A-0EEA66691F08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25" name="矩形">
            <a:extLst>
              <a:ext uri="{FF2B5EF4-FFF2-40B4-BE49-F238E27FC236}">
                <a16:creationId xmlns:a16="http://schemas.microsoft.com/office/drawing/2014/main" id="{673D11FA-6396-4810-9CC8-6F776D9BAC56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26" name="矩形">
            <a:extLst>
              <a:ext uri="{FF2B5EF4-FFF2-40B4-BE49-F238E27FC236}">
                <a16:creationId xmlns:a16="http://schemas.microsoft.com/office/drawing/2014/main" id="{D8E956FE-953B-4C54-AADA-26399FC69B5A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27" name="矩形">
            <a:extLst>
              <a:ext uri="{FF2B5EF4-FFF2-40B4-BE49-F238E27FC236}">
                <a16:creationId xmlns:a16="http://schemas.microsoft.com/office/drawing/2014/main" id="{5F167A32-4963-49C2-A95B-70F7CD367A4F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28" name="矩形">
            <a:extLst>
              <a:ext uri="{FF2B5EF4-FFF2-40B4-BE49-F238E27FC236}">
                <a16:creationId xmlns:a16="http://schemas.microsoft.com/office/drawing/2014/main" id="{9397E8DF-FD86-4587-9111-ADB4EEE22BBD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29" name="矩形">
            <a:extLst>
              <a:ext uri="{FF2B5EF4-FFF2-40B4-BE49-F238E27FC236}">
                <a16:creationId xmlns:a16="http://schemas.microsoft.com/office/drawing/2014/main" id="{DFBAC580-5FA8-4799-A391-C6D732252292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30" name="矩形">
            <a:extLst>
              <a:ext uri="{FF2B5EF4-FFF2-40B4-BE49-F238E27FC236}">
                <a16:creationId xmlns:a16="http://schemas.microsoft.com/office/drawing/2014/main" id="{AEBB4D16-3D70-40FE-99C2-7412B6B7B9B5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431" name="矩形">
            <a:extLst>
              <a:ext uri="{FF2B5EF4-FFF2-40B4-BE49-F238E27FC236}">
                <a16:creationId xmlns:a16="http://schemas.microsoft.com/office/drawing/2014/main" id="{D098B8BD-09CC-4938-9440-79B5022D9D6B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432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1433" name="矩形">
            <a:extLst>
              <a:ext uri="{FF2B5EF4-FFF2-40B4-BE49-F238E27FC236}">
                <a16:creationId xmlns:a16="http://schemas.microsoft.com/office/drawing/2014/main" id="{78495CC5-9F0B-41A1-A90A-ECBC1073054B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34" name="算法对象如何落到代码">
            <a:extLst>
              <a:ext uri="{FF2B5EF4-FFF2-40B4-BE49-F238E27FC236}">
                <a16:creationId xmlns:a16="http://schemas.microsoft.com/office/drawing/2014/main" id="{716B762E-06F7-4DF7-8876-02A9472F3D55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算法对象如何落到代码</a:t>
            </a:r>
          </a:p>
        </p:txBody>
      </p:sp>
      <p:sp>
        <p:nvSpPr>
          <p:cNvPr id="1435" name="矩形">
            <a:extLst>
              <a:ext uri="{FF2B5EF4-FFF2-40B4-BE49-F238E27FC236}">
                <a16:creationId xmlns:a16="http://schemas.microsoft.com/office/drawing/2014/main" id="{C4F28A52-C61A-4D21-937D-6F382D0658A3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436" name="IMPLEMENTATION">
            <a:extLst>
              <a:ext uri="{FF2B5EF4-FFF2-40B4-BE49-F238E27FC236}">
                <a16:creationId xmlns:a16="http://schemas.microsoft.com/office/drawing/2014/main" id="{9590433E-B854-4443-98F0-5E7B80607F24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IMPLEMENTATION</a:t>
            </a:r>
          </a:p>
        </p:txBody>
      </p:sp>
      <p:sp>
        <p:nvSpPr>
          <p:cNvPr id="1438" name="矩形 985">
            <a:extLst>
              <a:ext uri="{FF2B5EF4-FFF2-40B4-BE49-F238E27FC236}">
                <a16:creationId xmlns:a16="http://schemas.microsoft.com/office/drawing/2014/main" id="{CA4BE667-8D44-48E7-806E-619C774CA8F1}"/>
              </a:ext>
            </a:extLst>
          </p:cNvPr>
          <p:cNvSpPr>
            <a:spLocks noGrp="1"/>
          </p:cNvSpPr>
          <p:nvPr/>
        </p:nvSpPr>
        <p:spPr>
          <a:xfrm>
            <a:off x="552450" y="990600"/>
            <a:ext cx="10382250" cy="3619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439" name="矩形">
            <a:extLst>
              <a:ext uri="{FF2B5EF4-FFF2-40B4-BE49-F238E27FC236}">
                <a16:creationId xmlns:a16="http://schemas.microsoft.com/office/drawing/2014/main" id="{02091B50-DF08-411D-A2BD-21C13A935C0E}"/>
              </a:ext>
            </a:extLst>
          </p:cNvPr>
          <p:cNvSpPr>
            <a:spLocks noGrp="1"/>
          </p:cNvSpPr>
          <p:nvPr/>
        </p:nvSpPr>
        <p:spPr>
          <a:xfrm>
            <a:off x="666750" y="1066799"/>
            <a:ext cx="2381250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40" name="算法对象">
            <a:extLst>
              <a:ext uri="{FF2B5EF4-FFF2-40B4-BE49-F238E27FC236}">
                <a16:creationId xmlns:a16="http://schemas.microsoft.com/office/drawing/2014/main" id="{62D4ED3E-1D2D-44FB-9088-03516B0FDEEE}"/>
              </a:ext>
            </a:extLst>
          </p:cNvPr>
          <p:cNvSpPr>
            <a:spLocks noGrp="1"/>
          </p:cNvSpPr>
          <p:nvPr/>
        </p:nvSpPr>
        <p:spPr>
          <a:xfrm>
            <a:off x="666750" y="1066796"/>
            <a:ext cx="2381250" cy="2159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算法对象</a:t>
            </a:r>
          </a:p>
        </p:txBody>
      </p:sp>
      <p:sp>
        <p:nvSpPr>
          <p:cNvPr id="1441" name="矩形">
            <a:extLst>
              <a:ext uri="{FF2B5EF4-FFF2-40B4-BE49-F238E27FC236}">
                <a16:creationId xmlns:a16="http://schemas.microsoft.com/office/drawing/2014/main" id="{E39AAFFF-5C27-4FF9-AA82-3590C7242364}"/>
              </a:ext>
            </a:extLst>
          </p:cNvPr>
          <p:cNvSpPr>
            <a:spLocks noGrp="1"/>
          </p:cNvSpPr>
          <p:nvPr/>
        </p:nvSpPr>
        <p:spPr>
          <a:xfrm>
            <a:off x="3333750" y="1066799"/>
            <a:ext cx="2667000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42" name="实现字段 / 模块">
            <a:extLst>
              <a:ext uri="{FF2B5EF4-FFF2-40B4-BE49-F238E27FC236}">
                <a16:creationId xmlns:a16="http://schemas.microsoft.com/office/drawing/2014/main" id="{E6848B18-1B44-4792-B55D-66D50663103E}"/>
              </a:ext>
            </a:extLst>
          </p:cNvPr>
          <p:cNvSpPr>
            <a:spLocks noGrp="1"/>
          </p:cNvSpPr>
          <p:nvPr/>
        </p:nvSpPr>
        <p:spPr>
          <a:xfrm>
            <a:off x="3333750" y="1066796"/>
            <a:ext cx="2667000" cy="2159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实现字段 / 模块</a:t>
            </a:r>
          </a:p>
        </p:txBody>
      </p:sp>
      <p:sp>
        <p:nvSpPr>
          <p:cNvPr id="1443" name="矩形">
            <a:extLst>
              <a:ext uri="{FF2B5EF4-FFF2-40B4-BE49-F238E27FC236}">
                <a16:creationId xmlns:a16="http://schemas.microsoft.com/office/drawing/2014/main" id="{B6AF33D6-145A-4AEC-ADFB-8583B6D1A898}"/>
              </a:ext>
            </a:extLst>
          </p:cNvPr>
          <p:cNvSpPr>
            <a:spLocks noGrp="1"/>
          </p:cNvSpPr>
          <p:nvPr/>
        </p:nvSpPr>
        <p:spPr>
          <a:xfrm>
            <a:off x="6381750" y="1066799"/>
            <a:ext cx="4953000" cy="2286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44" name="作用">
            <a:extLst>
              <a:ext uri="{FF2B5EF4-FFF2-40B4-BE49-F238E27FC236}">
                <a16:creationId xmlns:a16="http://schemas.microsoft.com/office/drawing/2014/main" id="{2EF3BE54-6038-4C99-955D-48A3A5272F02}"/>
              </a:ext>
            </a:extLst>
          </p:cNvPr>
          <p:cNvSpPr>
            <a:spLocks noGrp="1"/>
          </p:cNvSpPr>
          <p:nvPr/>
        </p:nvSpPr>
        <p:spPr>
          <a:xfrm>
            <a:off x="6381750" y="1066796"/>
            <a:ext cx="4953000" cy="2159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作用</a:t>
            </a:r>
          </a:p>
        </p:txBody>
      </p:sp>
      <p:sp>
        <p:nvSpPr>
          <p:cNvPr id="1445" name="矩形 989">
            <a:extLst>
              <a:ext uri="{FF2B5EF4-FFF2-40B4-BE49-F238E27FC236}">
                <a16:creationId xmlns:a16="http://schemas.microsoft.com/office/drawing/2014/main" id="{75FCD5D6-DE0E-48F2-B403-052A1939BB35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038225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446" name="矩形">
            <a:extLst>
              <a:ext uri="{FF2B5EF4-FFF2-40B4-BE49-F238E27FC236}">
                <a16:creationId xmlns:a16="http://schemas.microsoft.com/office/drawing/2014/main" id="{61687003-3E02-420F-9BFA-EDB6CED2FDBB}"/>
              </a:ext>
            </a:extLst>
          </p:cNvPr>
          <p:cNvSpPr>
            <a:spLocks noGrp="1"/>
          </p:cNvSpPr>
          <p:nvPr/>
        </p:nvSpPr>
        <p:spPr>
          <a:xfrm>
            <a:off x="666750" y="1543049"/>
            <a:ext cx="23812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47" name="硬可行性过滤 F_h">
            <a:extLst>
              <a:ext uri="{FF2B5EF4-FFF2-40B4-BE49-F238E27FC236}">
                <a16:creationId xmlns:a16="http://schemas.microsoft.com/office/drawing/2014/main" id="{EAB38720-42BF-471D-B2D4-D19C45E0F2CF}"/>
              </a:ext>
            </a:extLst>
          </p:cNvPr>
          <p:cNvSpPr>
            <a:spLocks noGrp="1"/>
          </p:cNvSpPr>
          <p:nvPr/>
        </p:nvSpPr>
        <p:spPr>
          <a:xfrm>
            <a:off x="666750" y="1543046"/>
            <a:ext cx="238125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硬可行性过滤 F_h</a:t>
            </a:r>
          </a:p>
        </p:txBody>
      </p:sp>
      <p:sp>
        <p:nvSpPr>
          <p:cNvPr id="1448" name="矩形">
            <a:extLst>
              <a:ext uri="{FF2B5EF4-FFF2-40B4-BE49-F238E27FC236}">
                <a16:creationId xmlns:a16="http://schemas.microsoft.com/office/drawing/2014/main" id="{546DFF5B-F310-40B3-AF34-322BEB57408E}"/>
              </a:ext>
            </a:extLst>
          </p:cNvPr>
          <p:cNvSpPr>
            <a:spLocks noGrp="1"/>
          </p:cNvSpPr>
          <p:nvPr/>
        </p:nvSpPr>
        <p:spPr>
          <a:xfrm>
            <a:off x="3333750" y="1543049"/>
            <a:ext cx="2667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449" name="candidate_feasibility / generator">
            <a:extLst>
              <a:ext uri="{FF2B5EF4-FFF2-40B4-BE49-F238E27FC236}">
                <a16:creationId xmlns:a16="http://schemas.microsoft.com/office/drawing/2014/main" id="{31DEE6AB-B5A8-4A58-9D4E-24A2B283DF9C}"/>
              </a:ext>
            </a:extLst>
          </p:cNvPr>
          <p:cNvSpPr>
            <a:spLocks noGrp="1"/>
          </p:cNvSpPr>
          <p:nvPr/>
        </p:nvSpPr>
        <p:spPr>
          <a:xfrm>
            <a:off x="3333750" y="1543046"/>
            <a:ext cx="2667000" cy="1270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candidate_feasibility / generator</a:t>
            </a:r>
          </a:p>
        </p:txBody>
      </p:sp>
      <p:sp>
        <p:nvSpPr>
          <p:cNvPr id="1450" name="矩形">
            <a:extLst>
              <a:ext uri="{FF2B5EF4-FFF2-40B4-BE49-F238E27FC236}">
                <a16:creationId xmlns:a16="http://schemas.microsoft.com/office/drawing/2014/main" id="{97E7DC6A-2C47-42A4-B0BA-026E4E3A7E97}"/>
              </a:ext>
            </a:extLst>
          </p:cNvPr>
          <p:cNvSpPr>
            <a:spLocks noGrp="1"/>
          </p:cNvSpPr>
          <p:nvPr/>
        </p:nvSpPr>
        <p:spPr>
          <a:xfrm>
            <a:off x="6381750" y="1543049"/>
            <a:ext cx="4953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51" name="阻断 tool、schema、I/O、safety、budget 违规候选">
            <a:extLst>
              <a:ext uri="{FF2B5EF4-FFF2-40B4-BE49-F238E27FC236}">
                <a16:creationId xmlns:a16="http://schemas.microsoft.com/office/drawing/2014/main" id="{10D6BC42-06F7-408F-862A-CF904855AB52}"/>
              </a:ext>
            </a:extLst>
          </p:cNvPr>
          <p:cNvSpPr>
            <a:spLocks noGrp="1"/>
          </p:cNvSpPr>
          <p:nvPr/>
        </p:nvSpPr>
        <p:spPr>
          <a:xfrm>
            <a:off x="6381750" y="1543046"/>
            <a:ext cx="4953000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阻断 tool、schema、I/O、safety、budget 违规候选</a:t>
            </a:r>
          </a:p>
        </p:txBody>
      </p:sp>
      <p:sp>
        <p:nvSpPr>
          <p:cNvPr id="1452" name="矩形 993">
            <a:extLst>
              <a:ext uri="{FF2B5EF4-FFF2-40B4-BE49-F238E27FC236}">
                <a16:creationId xmlns:a16="http://schemas.microsoft.com/office/drawing/2014/main" id="{A9807D85-DB7D-4715-A29E-6E156855DF98}"/>
              </a:ext>
            </a:extLst>
          </p:cNvPr>
          <p:cNvSpPr>
            <a:spLocks noGrp="1"/>
          </p:cNvSpPr>
          <p:nvPr/>
        </p:nvSpPr>
        <p:spPr>
          <a:xfrm>
            <a:off x="552450" y="1952625"/>
            <a:ext cx="10382250" cy="45720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453" name="矩形">
            <a:extLst>
              <a:ext uri="{FF2B5EF4-FFF2-40B4-BE49-F238E27FC236}">
                <a16:creationId xmlns:a16="http://schemas.microsoft.com/office/drawing/2014/main" id="{3789FD24-47B0-48B1-9F34-1B9403710DD5}"/>
              </a:ext>
            </a:extLst>
          </p:cNvPr>
          <p:cNvSpPr>
            <a:spLocks noGrp="1"/>
          </p:cNvSpPr>
          <p:nvPr/>
        </p:nvSpPr>
        <p:spPr>
          <a:xfrm>
            <a:off x="666750" y="2066924"/>
            <a:ext cx="23812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54" name="静态评分 S_static">
            <a:extLst>
              <a:ext uri="{FF2B5EF4-FFF2-40B4-BE49-F238E27FC236}">
                <a16:creationId xmlns:a16="http://schemas.microsoft.com/office/drawing/2014/main" id="{105C461D-05DA-485E-A467-81E508ECE09C}"/>
              </a:ext>
            </a:extLst>
          </p:cNvPr>
          <p:cNvSpPr>
            <a:spLocks noGrp="1"/>
          </p:cNvSpPr>
          <p:nvPr/>
        </p:nvSpPr>
        <p:spPr>
          <a:xfrm>
            <a:off x="666750" y="2066923"/>
            <a:ext cx="238125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静态评分 S_static</a:t>
            </a:r>
          </a:p>
        </p:txBody>
      </p:sp>
      <p:sp>
        <p:nvSpPr>
          <p:cNvPr id="1455" name="矩形">
            <a:extLst>
              <a:ext uri="{FF2B5EF4-FFF2-40B4-BE49-F238E27FC236}">
                <a16:creationId xmlns:a16="http://schemas.microsoft.com/office/drawing/2014/main" id="{C5DD7934-AA5E-40B9-92BC-7E7124F2A1EC}"/>
              </a:ext>
            </a:extLst>
          </p:cNvPr>
          <p:cNvSpPr>
            <a:spLocks noGrp="1"/>
          </p:cNvSpPr>
          <p:nvPr/>
        </p:nvSpPr>
        <p:spPr>
          <a:xfrm>
            <a:off x="3333750" y="2066924"/>
            <a:ext cx="2667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456" name="score_breakdown.overall / static_score">
            <a:extLst>
              <a:ext uri="{FF2B5EF4-FFF2-40B4-BE49-F238E27FC236}">
                <a16:creationId xmlns:a16="http://schemas.microsoft.com/office/drawing/2014/main" id="{C219E1DE-D50C-4EB1-BE6F-9BCE2F02C5F8}"/>
              </a:ext>
            </a:extLst>
          </p:cNvPr>
          <p:cNvSpPr>
            <a:spLocks noGrp="1"/>
          </p:cNvSpPr>
          <p:nvPr/>
        </p:nvSpPr>
        <p:spPr>
          <a:xfrm>
            <a:off x="3333750" y="2066923"/>
            <a:ext cx="2667000" cy="1270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score_breakdown.overall / static_score</a:t>
            </a:r>
          </a:p>
        </p:txBody>
      </p:sp>
      <p:sp>
        <p:nvSpPr>
          <p:cNvPr id="1457" name="矩形">
            <a:extLst>
              <a:ext uri="{FF2B5EF4-FFF2-40B4-BE49-F238E27FC236}">
                <a16:creationId xmlns:a16="http://schemas.microsoft.com/office/drawing/2014/main" id="{8AD3C40F-7BDA-4907-8D2A-FC339CC9BED1}"/>
              </a:ext>
            </a:extLst>
          </p:cNvPr>
          <p:cNvSpPr>
            <a:spLocks noGrp="1"/>
          </p:cNvSpPr>
          <p:nvPr/>
        </p:nvSpPr>
        <p:spPr>
          <a:xfrm>
            <a:off x="6381750" y="2066924"/>
            <a:ext cx="4953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58" name="建立执行前候选排序">
            <a:extLst>
              <a:ext uri="{FF2B5EF4-FFF2-40B4-BE49-F238E27FC236}">
                <a16:creationId xmlns:a16="http://schemas.microsoft.com/office/drawing/2014/main" id="{071EF19D-65C3-481B-9A4A-4B149A8BE1F3}"/>
              </a:ext>
            </a:extLst>
          </p:cNvPr>
          <p:cNvSpPr>
            <a:spLocks noGrp="1"/>
          </p:cNvSpPr>
          <p:nvPr/>
        </p:nvSpPr>
        <p:spPr>
          <a:xfrm>
            <a:off x="6381750" y="2066923"/>
            <a:ext cx="4953000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建立执行前候选排序</a:t>
            </a:r>
          </a:p>
        </p:txBody>
      </p:sp>
      <p:sp>
        <p:nvSpPr>
          <p:cNvPr id="1459" name="矩形 997">
            <a:extLst>
              <a:ext uri="{FF2B5EF4-FFF2-40B4-BE49-F238E27FC236}">
                <a16:creationId xmlns:a16="http://schemas.microsoft.com/office/drawing/2014/main" id="{ACEE6CA6-5C25-451D-87A1-3E4AA89700E2}"/>
              </a:ext>
            </a:extLst>
          </p:cNvPr>
          <p:cNvSpPr>
            <a:spLocks noGrp="1"/>
          </p:cNvSpPr>
          <p:nvPr/>
        </p:nvSpPr>
        <p:spPr>
          <a:xfrm>
            <a:off x="552450" y="2476500"/>
            <a:ext cx="1038225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460" name="矩形">
            <a:extLst>
              <a:ext uri="{FF2B5EF4-FFF2-40B4-BE49-F238E27FC236}">
                <a16:creationId xmlns:a16="http://schemas.microsoft.com/office/drawing/2014/main" id="{F6652845-90B6-430B-B7EA-D32E209CF637}"/>
              </a:ext>
            </a:extLst>
          </p:cNvPr>
          <p:cNvSpPr>
            <a:spLocks noGrp="1"/>
          </p:cNvSpPr>
          <p:nvPr/>
        </p:nvSpPr>
        <p:spPr>
          <a:xfrm>
            <a:off x="666750" y="2590799"/>
            <a:ext cx="23812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61" name="后验目标 G_post">
            <a:extLst>
              <a:ext uri="{FF2B5EF4-FFF2-40B4-BE49-F238E27FC236}">
                <a16:creationId xmlns:a16="http://schemas.microsoft.com/office/drawing/2014/main" id="{29386B65-25A1-41D9-AFA7-A102CBE05E3E}"/>
              </a:ext>
            </a:extLst>
          </p:cNvPr>
          <p:cNvSpPr>
            <a:spLocks noGrp="1"/>
          </p:cNvSpPr>
          <p:nvPr/>
        </p:nvSpPr>
        <p:spPr>
          <a:xfrm>
            <a:off x="666750" y="2590798"/>
            <a:ext cx="238125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后验目标 G_post</a:t>
            </a:r>
          </a:p>
        </p:txBody>
      </p:sp>
      <p:sp>
        <p:nvSpPr>
          <p:cNvPr id="1462" name="矩形">
            <a:extLst>
              <a:ext uri="{FF2B5EF4-FFF2-40B4-BE49-F238E27FC236}">
                <a16:creationId xmlns:a16="http://schemas.microsoft.com/office/drawing/2014/main" id="{568C4658-7A6F-4876-8B5C-4CDD305C0A9C}"/>
              </a:ext>
            </a:extLst>
          </p:cNvPr>
          <p:cNvSpPr>
            <a:spLocks noGrp="1"/>
          </p:cNvSpPr>
          <p:nvPr/>
        </p:nvSpPr>
        <p:spPr>
          <a:xfrm>
            <a:off x="3333750" y="2590799"/>
            <a:ext cx="2667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463" name="posterior_objective">
            <a:extLst>
              <a:ext uri="{FF2B5EF4-FFF2-40B4-BE49-F238E27FC236}">
                <a16:creationId xmlns:a16="http://schemas.microsoft.com/office/drawing/2014/main" id="{D099497F-320C-4849-AB97-C7D139546721}"/>
              </a:ext>
            </a:extLst>
          </p:cNvPr>
          <p:cNvSpPr>
            <a:spLocks noGrp="1"/>
          </p:cNvSpPr>
          <p:nvPr/>
        </p:nvSpPr>
        <p:spPr>
          <a:xfrm>
            <a:off x="3333750" y="2590798"/>
            <a:ext cx="2667000" cy="1270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posterior_objective</a:t>
            </a:r>
          </a:p>
        </p:txBody>
      </p:sp>
      <p:sp>
        <p:nvSpPr>
          <p:cNvPr id="1464" name="矩形">
            <a:extLst>
              <a:ext uri="{FF2B5EF4-FFF2-40B4-BE49-F238E27FC236}">
                <a16:creationId xmlns:a16="http://schemas.microsoft.com/office/drawing/2014/main" id="{ABC3E8C6-2DD0-4849-AC04-354F7F3734E0}"/>
              </a:ext>
            </a:extLst>
          </p:cNvPr>
          <p:cNvSpPr>
            <a:spLocks noGrp="1"/>
          </p:cNvSpPr>
          <p:nvPr/>
        </p:nvSpPr>
        <p:spPr>
          <a:xfrm>
            <a:off x="6381750" y="2590799"/>
            <a:ext cx="4953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65" name="用计算证据更新目标匹配项">
            <a:extLst>
              <a:ext uri="{FF2B5EF4-FFF2-40B4-BE49-F238E27FC236}">
                <a16:creationId xmlns:a16="http://schemas.microsoft.com/office/drawing/2014/main" id="{11EA7AD5-7D72-4748-A338-DA2C1B1B882B}"/>
              </a:ext>
            </a:extLst>
          </p:cNvPr>
          <p:cNvSpPr>
            <a:spLocks noGrp="1"/>
          </p:cNvSpPr>
          <p:nvPr/>
        </p:nvSpPr>
        <p:spPr>
          <a:xfrm>
            <a:off x="6381750" y="2590798"/>
            <a:ext cx="4953000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用计算证据更新目标匹配项</a:t>
            </a:r>
          </a:p>
        </p:txBody>
      </p:sp>
      <p:sp>
        <p:nvSpPr>
          <p:cNvPr id="1466" name="矩形 1001">
            <a:extLst>
              <a:ext uri="{FF2B5EF4-FFF2-40B4-BE49-F238E27FC236}">
                <a16:creationId xmlns:a16="http://schemas.microsoft.com/office/drawing/2014/main" id="{18811DA2-BC91-40B8-98CA-E6E3DF862968}"/>
              </a:ext>
            </a:extLst>
          </p:cNvPr>
          <p:cNvSpPr>
            <a:spLocks noGrp="1"/>
          </p:cNvSpPr>
          <p:nvPr/>
        </p:nvSpPr>
        <p:spPr>
          <a:xfrm>
            <a:off x="552450" y="3000375"/>
            <a:ext cx="10382250" cy="45720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467" name="矩形">
            <a:extLst>
              <a:ext uri="{FF2B5EF4-FFF2-40B4-BE49-F238E27FC236}">
                <a16:creationId xmlns:a16="http://schemas.microsoft.com/office/drawing/2014/main" id="{E560EF09-E959-402C-852F-F76CAF81C466}"/>
              </a:ext>
            </a:extLst>
          </p:cNvPr>
          <p:cNvSpPr>
            <a:spLocks noGrp="1"/>
          </p:cNvSpPr>
          <p:nvPr/>
        </p:nvSpPr>
        <p:spPr>
          <a:xfrm>
            <a:off x="666750" y="3114674"/>
            <a:ext cx="23812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68" name="Lite belief-state x_t">
            <a:extLst>
              <a:ext uri="{FF2B5EF4-FFF2-40B4-BE49-F238E27FC236}">
                <a16:creationId xmlns:a16="http://schemas.microsoft.com/office/drawing/2014/main" id="{E63D2B8D-80B4-45A7-8DBD-57476915241E}"/>
              </a:ext>
            </a:extLst>
          </p:cNvPr>
          <p:cNvSpPr>
            <a:spLocks noGrp="1"/>
          </p:cNvSpPr>
          <p:nvPr/>
        </p:nvSpPr>
        <p:spPr>
          <a:xfrm>
            <a:off x="666750" y="3114673"/>
            <a:ext cx="2381250" cy="152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Lite belief-state x_t</a:t>
            </a:r>
          </a:p>
        </p:txBody>
      </p:sp>
      <p:sp>
        <p:nvSpPr>
          <p:cNvPr id="1469" name="矩形">
            <a:extLst>
              <a:ext uri="{FF2B5EF4-FFF2-40B4-BE49-F238E27FC236}">
                <a16:creationId xmlns:a16="http://schemas.microsoft.com/office/drawing/2014/main" id="{00FEE214-9699-43B1-A3FB-DD1332D52899}"/>
              </a:ext>
            </a:extLst>
          </p:cNvPr>
          <p:cNvSpPr>
            <a:spLocks noGrp="1"/>
          </p:cNvSpPr>
          <p:nvPr/>
        </p:nvSpPr>
        <p:spPr>
          <a:xfrm>
            <a:off x="3333750" y="3114674"/>
            <a:ext cx="2667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470" name="RuntimeState / belief_state.py">
            <a:extLst>
              <a:ext uri="{FF2B5EF4-FFF2-40B4-BE49-F238E27FC236}">
                <a16:creationId xmlns:a16="http://schemas.microsoft.com/office/drawing/2014/main" id="{7FEE2727-B35C-49D8-91C2-468E49FF3729}"/>
              </a:ext>
            </a:extLst>
          </p:cNvPr>
          <p:cNvSpPr>
            <a:spLocks noGrp="1"/>
          </p:cNvSpPr>
          <p:nvPr/>
        </p:nvSpPr>
        <p:spPr>
          <a:xfrm>
            <a:off x="3333750" y="3114673"/>
            <a:ext cx="2667000" cy="1270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RuntimeState / belief_state.py</a:t>
            </a:r>
          </a:p>
        </p:txBody>
      </p:sp>
      <p:sp>
        <p:nvSpPr>
          <p:cNvPr id="1471" name="矩形">
            <a:extLst>
              <a:ext uri="{FF2B5EF4-FFF2-40B4-BE49-F238E27FC236}">
                <a16:creationId xmlns:a16="http://schemas.microsoft.com/office/drawing/2014/main" id="{4B855528-9E57-4B80-B1B1-53CC33015DAF}"/>
              </a:ext>
            </a:extLst>
          </p:cNvPr>
          <p:cNvSpPr>
            <a:spLocks noGrp="1"/>
          </p:cNvSpPr>
          <p:nvPr/>
        </p:nvSpPr>
        <p:spPr>
          <a:xfrm>
            <a:off x="6381750" y="3114674"/>
            <a:ext cx="4953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72" name="保存运行时五维状态">
            <a:extLst>
              <a:ext uri="{FF2B5EF4-FFF2-40B4-BE49-F238E27FC236}">
                <a16:creationId xmlns:a16="http://schemas.microsoft.com/office/drawing/2014/main" id="{11F33D85-7D1C-483A-BB9D-C0C1093BC69E}"/>
              </a:ext>
            </a:extLst>
          </p:cNvPr>
          <p:cNvSpPr>
            <a:spLocks noGrp="1"/>
          </p:cNvSpPr>
          <p:nvPr/>
        </p:nvSpPr>
        <p:spPr>
          <a:xfrm>
            <a:off x="6381750" y="3114673"/>
            <a:ext cx="4953000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保存运行时五维状态</a:t>
            </a:r>
          </a:p>
        </p:txBody>
      </p:sp>
      <p:sp>
        <p:nvSpPr>
          <p:cNvPr id="1473" name="矩形 1005">
            <a:extLst>
              <a:ext uri="{FF2B5EF4-FFF2-40B4-BE49-F238E27FC236}">
                <a16:creationId xmlns:a16="http://schemas.microsoft.com/office/drawing/2014/main" id="{345577F6-ABB5-40B7-AEAC-29FF04D68A10}"/>
              </a:ext>
            </a:extLst>
          </p:cNvPr>
          <p:cNvSpPr>
            <a:spLocks noGrp="1"/>
          </p:cNvSpPr>
          <p:nvPr/>
        </p:nvSpPr>
        <p:spPr>
          <a:xfrm>
            <a:off x="552450" y="3524250"/>
            <a:ext cx="1038225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474" name="矩形">
            <a:extLst>
              <a:ext uri="{FF2B5EF4-FFF2-40B4-BE49-F238E27FC236}">
                <a16:creationId xmlns:a16="http://schemas.microsoft.com/office/drawing/2014/main" id="{CD9EEB02-649C-4D21-BB14-BB7CDC8B742D}"/>
              </a:ext>
            </a:extLst>
          </p:cNvPr>
          <p:cNvSpPr>
            <a:spLocks noGrp="1"/>
          </p:cNvSpPr>
          <p:nvPr/>
        </p:nvSpPr>
        <p:spPr>
          <a:xfrm>
            <a:off x="666750" y="3638548"/>
            <a:ext cx="23812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75" name="运行时修正 Delta">
            <a:extLst>
              <a:ext uri="{FF2B5EF4-FFF2-40B4-BE49-F238E27FC236}">
                <a16:creationId xmlns:a16="http://schemas.microsoft.com/office/drawing/2014/main" id="{8B778498-2AED-472C-9AD2-339269BC02C7}"/>
              </a:ext>
            </a:extLst>
          </p:cNvPr>
          <p:cNvSpPr>
            <a:spLocks noGrp="1"/>
          </p:cNvSpPr>
          <p:nvPr/>
        </p:nvSpPr>
        <p:spPr>
          <a:xfrm>
            <a:off x="666750" y="3638548"/>
            <a:ext cx="238125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运行时修正 Delta</a:t>
            </a:r>
          </a:p>
        </p:txBody>
      </p:sp>
      <p:sp>
        <p:nvSpPr>
          <p:cNvPr id="1476" name="矩形">
            <a:extLst>
              <a:ext uri="{FF2B5EF4-FFF2-40B4-BE49-F238E27FC236}">
                <a16:creationId xmlns:a16="http://schemas.microsoft.com/office/drawing/2014/main" id="{4DDD7A3F-F8F4-47FB-84D1-A7FAE9FB3ACA}"/>
              </a:ext>
            </a:extLst>
          </p:cNvPr>
          <p:cNvSpPr>
            <a:spLocks noGrp="1"/>
          </p:cNvSpPr>
          <p:nvPr/>
        </p:nvSpPr>
        <p:spPr>
          <a:xfrm>
            <a:off x="3333750" y="3638548"/>
            <a:ext cx="2667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477" name="runtime_adjustment / RuntimeEvaluator">
            <a:extLst>
              <a:ext uri="{FF2B5EF4-FFF2-40B4-BE49-F238E27FC236}">
                <a16:creationId xmlns:a16="http://schemas.microsoft.com/office/drawing/2014/main" id="{5A3EC65E-2328-4034-A52F-C31D4A6EB80D}"/>
              </a:ext>
            </a:extLst>
          </p:cNvPr>
          <p:cNvSpPr>
            <a:spLocks noGrp="1"/>
          </p:cNvSpPr>
          <p:nvPr/>
        </p:nvSpPr>
        <p:spPr>
          <a:xfrm>
            <a:off x="3333750" y="3638548"/>
            <a:ext cx="2667000" cy="1270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runtime_adjustment / RuntimeEvaluator</a:t>
            </a:r>
          </a:p>
        </p:txBody>
      </p:sp>
      <p:sp>
        <p:nvSpPr>
          <p:cNvPr id="1478" name="矩形">
            <a:extLst>
              <a:ext uri="{FF2B5EF4-FFF2-40B4-BE49-F238E27FC236}">
                <a16:creationId xmlns:a16="http://schemas.microsoft.com/office/drawing/2014/main" id="{1B1C7DE6-2C72-4DFD-A30C-BAC00AD343F5}"/>
              </a:ext>
            </a:extLst>
          </p:cNvPr>
          <p:cNvSpPr>
            <a:spLocks noGrp="1"/>
          </p:cNvSpPr>
          <p:nvPr/>
        </p:nvSpPr>
        <p:spPr>
          <a:xfrm>
            <a:off x="6381750" y="3638548"/>
            <a:ext cx="4953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79" name="对合法候选做有界重排">
            <a:extLst>
              <a:ext uri="{FF2B5EF4-FFF2-40B4-BE49-F238E27FC236}">
                <a16:creationId xmlns:a16="http://schemas.microsoft.com/office/drawing/2014/main" id="{0010365F-33AC-4A89-9A9E-CF14F228F2FF}"/>
              </a:ext>
            </a:extLst>
          </p:cNvPr>
          <p:cNvSpPr>
            <a:spLocks noGrp="1"/>
          </p:cNvSpPr>
          <p:nvPr/>
        </p:nvSpPr>
        <p:spPr>
          <a:xfrm>
            <a:off x="6381750" y="3638548"/>
            <a:ext cx="4953000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对合法候选做有界重排</a:t>
            </a:r>
          </a:p>
        </p:txBody>
      </p:sp>
      <p:sp>
        <p:nvSpPr>
          <p:cNvPr id="1480" name="矩形 1009">
            <a:extLst>
              <a:ext uri="{FF2B5EF4-FFF2-40B4-BE49-F238E27FC236}">
                <a16:creationId xmlns:a16="http://schemas.microsoft.com/office/drawing/2014/main" id="{863F3981-B73F-44CB-978A-03D9AFF732F9}"/>
              </a:ext>
            </a:extLst>
          </p:cNvPr>
          <p:cNvSpPr>
            <a:spLocks noGrp="1"/>
          </p:cNvSpPr>
          <p:nvPr/>
        </p:nvSpPr>
        <p:spPr>
          <a:xfrm>
            <a:off x="552450" y="4048125"/>
            <a:ext cx="10382250" cy="45720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481" name="矩形">
            <a:extLst>
              <a:ext uri="{FF2B5EF4-FFF2-40B4-BE49-F238E27FC236}">
                <a16:creationId xmlns:a16="http://schemas.microsoft.com/office/drawing/2014/main" id="{B828F01C-8640-4D61-9826-C6802DBE1D10}"/>
              </a:ext>
            </a:extLst>
          </p:cNvPr>
          <p:cNvSpPr>
            <a:spLocks noGrp="1"/>
          </p:cNvSpPr>
          <p:nvPr/>
        </p:nvSpPr>
        <p:spPr>
          <a:xfrm>
            <a:off x="666750" y="4162423"/>
            <a:ext cx="23812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82" name="动作效用 U_a">
            <a:extLst>
              <a:ext uri="{FF2B5EF4-FFF2-40B4-BE49-F238E27FC236}">
                <a16:creationId xmlns:a16="http://schemas.microsoft.com/office/drawing/2014/main" id="{DD5FA544-AB90-4CF5-9C17-E70BD444C34F}"/>
              </a:ext>
            </a:extLst>
          </p:cNvPr>
          <p:cNvSpPr>
            <a:spLocks noGrp="1"/>
          </p:cNvSpPr>
          <p:nvPr/>
        </p:nvSpPr>
        <p:spPr>
          <a:xfrm>
            <a:off x="666750" y="4162423"/>
            <a:ext cx="238125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动作效用 U_a</a:t>
            </a:r>
          </a:p>
        </p:txBody>
      </p:sp>
      <p:sp>
        <p:nvSpPr>
          <p:cNvPr id="1483" name="矩形">
            <a:extLst>
              <a:ext uri="{FF2B5EF4-FFF2-40B4-BE49-F238E27FC236}">
                <a16:creationId xmlns:a16="http://schemas.microsoft.com/office/drawing/2014/main" id="{0B2B94EF-7ECD-426F-B243-814694BBC269}"/>
              </a:ext>
            </a:extLst>
          </p:cNvPr>
          <p:cNvSpPr>
            <a:spLocks noGrp="1"/>
          </p:cNvSpPr>
          <p:nvPr/>
        </p:nvSpPr>
        <p:spPr>
          <a:xfrm>
            <a:off x="3333750" y="4162423"/>
            <a:ext cx="2667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484" name="ActionUtility">
            <a:extLst>
              <a:ext uri="{FF2B5EF4-FFF2-40B4-BE49-F238E27FC236}">
                <a16:creationId xmlns:a16="http://schemas.microsoft.com/office/drawing/2014/main" id="{50C8D8ED-AB50-4AC5-8B6C-41F50ACB5689}"/>
              </a:ext>
            </a:extLst>
          </p:cNvPr>
          <p:cNvSpPr>
            <a:spLocks noGrp="1"/>
          </p:cNvSpPr>
          <p:nvPr/>
        </p:nvSpPr>
        <p:spPr>
          <a:xfrm>
            <a:off x="3333750" y="4162423"/>
            <a:ext cx="2667000" cy="1270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ActionUtility</a:t>
            </a:r>
          </a:p>
        </p:txBody>
      </p:sp>
      <p:sp>
        <p:nvSpPr>
          <p:cNvPr id="1485" name="矩形">
            <a:extLst>
              <a:ext uri="{FF2B5EF4-FFF2-40B4-BE49-F238E27FC236}">
                <a16:creationId xmlns:a16="http://schemas.microsoft.com/office/drawing/2014/main" id="{2D78972B-E70E-4B1A-8329-2F796FC89EB0}"/>
              </a:ext>
            </a:extLst>
          </p:cNvPr>
          <p:cNvSpPr>
            <a:spLocks noGrp="1"/>
          </p:cNvSpPr>
          <p:nvPr/>
        </p:nvSpPr>
        <p:spPr>
          <a:xfrm>
            <a:off x="6381750" y="4162423"/>
            <a:ext cx="4953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86" name="选择 continue / patch / replan / stop">
            <a:extLst>
              <a:ext uri="{FF2B5EF4-FFF2-40B4-BE49-F238E27FC236}">
                <a16:creationId xmlns:a16="http://schemas.microsoft.com/office/drawing/2014/main" id="{A8F45FB3-4A25-4702-8783-0C4E070F87D3}"/>
              </a:ext>
            </a:extLst>
          </p:cNvPr>
          <p:cNvSpPr>
            <a:spLocks noGrp="1"/>
          </p:cNvSpPr>
          <p:nvPr/>
        </p:nvSpPr>
        <p:spPr>
          <a:xfrm>
            <a:off x="6381750" y="4162423"/>
            <a:ext cx="4953000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选择 continue / patch / replan / stop</a:t>
            </a:r>
          </a:p>
        </p:txBody>
      </p:sp>
      <p:sp>
        <p:nvSpPr>
          <p:cNvPr id="1487" name="矩形 1013">
            <a:extLst>
              <a:ext uri="{FF2B5EF4-FFF2-40B4-BE49-F238E27FC236}">
                <a16:creationId xmlns:a16="http://schemas.microsoft.com/office/drawing/2014/main" id="{B377AFD1-0109-4549-B275-97EC1F8F9A93}"/>
              </a:ext>
            </a:extLst>
          </p:cNvPr>
          <p:cNvSpPr>
            <a:spLocks noGrp="1"/>
          </p:cNvSpPr>
          <p:nvPr/>
        </p:nvSpPr>
        <p:spPr>
          <a:xfrm>
            <a:off x="552450" y="4572000"/>
            <a:ext cx="1038225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488" name="矩形">
            <a:extLst>
              <a:ext uri="{FF2B5EF4-FFF2-40B4-BE49-F238E27FC236}">
                <a16:creationId xmlns:a16="http://schemas.microsoft.com/office/drawing/2014/main" id="{0E70A4E4-32D9-4A73-BC98-725BE4605406}"/>
              </a:ext>
            </a:extLst>
          </p:cNvPr>
          <p:cNvSpPr>
            <a:spLocks noGrp="1"/>
          </p:cNvSpPr>
          <p:nvPr/>
        </p:nvSpPr>
        <p:spPr>
          <a:xfrm>
            <a:off x="666750" y="4686298"/>
            <a:ext cx="23812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89" name="审计与恢复">
            <a:extLst>
              <a:ext uri="{FF2B5EF4-FFF2-40B4-BE49-F238E27FC236}">
                <a16:creationId xmlns:a16="http://schemas.microsoft.com/office/drawing/2014/main" id="{24EBB4D3-1E26-492D-BA45-B121A4C8A9F1}"/>
              </a:ext>
            </a:extLst>
          </p:cNvPr>
          <p:cNvSpPr>
            <a:spLocks noGrp="1"/>
          </p:cNvSpPr>
          <p:nvPr/>
        </p:nvSpPr>
        <p:spPr>
          <a:xfrm>
            <a:off x="666750" y="4686298"/>
            <a:ext cx="238125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审计与恢复</a:t>
            </a:r>
          </a:p>
        </p:txBody>
      </p:sp>
      <p:sp>
        <p:nvSpPr>
          <p:cNvPr id="1490" name="矩形">
            <a:extLst>
              <a:ext uri="{FF2B5EF4-FFF2-40B4-BE49-F238E27FC236}">
                <a16:creationId xmlns:a16="http://schemas.microsoft.com/office/drawing/2014/main" id="{ADA63BA7-BEBD-4FF3-9928-6F701392A1AC}"/>
              </a:ext>
            </a:extLst>
          </p:cNvPr>
          <p:cNvSpPr>
            <a:spLocks noGrp="1"/>
          </p:cNvSpPr>
          <p:nvPr/>
        </p:nvSpPr>
        <p:spPr>
          <a:xfrm>
            <a:off x="3333750" y="4686298"/>
            <a:ext cx="2667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491" name="PendingAction / Decision / EventLog / Snapshot">
            <a:extLst>
              <a:ext uri="{FF2B5EF4-FFF2-40B4-BE49-F238E27FC236}">
                <a16:creationId xmlns:a16="http://schemas.microsoft.com/office/drawing/2014/main" id="{02E9C547-1899-40E1-BEEA-3C804DAE894B}"/>
              </a:ext>
            </a:extLst>
          </p:cNvPr>
          <p:cNvSpPr>
            <a:spLocks noGrp="1"/>
          </p:cNvSpPr>
          <p:nvPr/>
        </p:nvSpPr>
        <p:spPr>
          <a:xfrm>
            <a:off x="3333750" y="4686298"/>
            <a:ext cx="2667000" cy="1270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PendingAction / Decision / EventLog / Snapshot</a:t>
            </a:r>
          </a:p>
        </p:txBody>
      </p:sp>
      <p:sp>
        <p:nvSpPr>
          <p:cNvPr id="1492" name="矩形">
            <a:extLst>
              <a:ext uri="{FF2B5EF4-FFF2-40B4-BE49-F238E27FC236}">
                <a16:creationId xmlns:a16="http://schemas.microsoft.com/office/drawing/2014/main" id="{269755F4-A3C9-4E17-A62D-ED526FEF8937}"/>
              </a:ext>
            </a:extLst>
          </p:cNvPr>
          <p:cNvSpPr>
            <a:spLocks noGrp="1"/>
          </p:cNvSpPr>
          <p:nvPr/>
        </p:nvSpPr>
        <p:spPr>
          <a:xfrm>
            <a:off x="6381750" y="4686298"/>
            <a:ext cx="4953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93" name="动作可确认、可追溯、可恢复">
            <a:extLst>
              <a:ext uri="{FF2B5EF4-FFF2-40B4-BE49-F238E27FC236}">
                <a16:creationId xmlns:a16="http://schemas.microsoft.com/office/drawing/2014/main" id="{E6477F25-50A9-4994-A2B5-ED06A98F023A}"/>
              </a:ext>
            </a:extLst>
          </p:cNvPr>
          <p:cNvSpPr>
            <a:spLocks noGrp="1"/>
          </p:cNvSpPr>
          <p:nvPr/>
        </p:nvSpPr>
        <p:spPr>
          <a:xfrm>
            <a:off x="6381750" y="4686298"/>
            <a:ext cx="4953000" cy="1651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动作可确认、可追溯、可恢复</a:t>
            </a:r>
          </a:p>
        </p:txBody>
      </p:sp>
      <p:sp>
        <p:nvSpPr>
          <p:cNvPr id="1494" name="矩形">
            <a:extLst>
              <a:ext uri="{FF2B5EF4-FFF2-40B4-BE49-F238E27FC236}">
                <a16:creationId xmlns:a16="http://schemas.microsoft.com/office/drawing/2014/main" id="{0BB56BDA-8753-437B-A9C9-BDE1046994E4}"/>
              </a:ext>
            </a:extLst>
          </p:cNvPr>
          <p:cNvSpPr>
            <a:spLocks noGrp="1"/>
          </p:cNvSpPr>
          <p:nvPr/>
        </p:nvSpPr>
        <p:spPr>
          <a:xfrm>
            <a:off x="1381125" y="5333998"/>
            <a:ext cx="9429750" cy="2857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495" name="实现重点：算法结果最终进入 PendingAction、Decision、EventLog 和 Snapshot，而不是绕过系统状态直接执行。">
            <a:extLst>
              <a:ext uri="{FF2B5EF4-FFF2-40B4-BE49-F238E27FC236}">
                <a16:creationId xmlns:a16="http://schemas.microsoft.com/office/drawing/2014/main" id="{EE7D0564-9176-4A2D-A7A9-4FB7F0C3CBFD}"/>
              </a:ext>
            </a:extLst>
          </p:cNvPr>
          <p:cNvSpPr>
            <a:spLocks noGrp="1"/>
          </p:cNvSpPr>
          <p:nvPr/>
        </p:nvSpPr>
        <p:spPr>
          <a:xfrm>
            <a:off x="1381125" y="5333998"/>
            <a:ext cx="9429750" cy="2286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实现重点：算法结果最终进入 PendingAction、Decision、EventLog 和 Snapshot，而不是绕过系统状态直接执行。</a:t>
            </a:r>
          </a:p>
        </p:txBody>
      </p:sp>
      <p:sp>
        <p:nvSpPr>
          <p:cNvPr id="1501" name="矩形 1500">
            <a:extLst>
              <a:ext uri="{FF2B5EF4-FFF2-40B4-BE49-F238E27FC236}">
                <a16:creationId xmlns:a16="http://schemas.microsoft.com/office/drawing/2014/main" id="{89573E2D-8B94-4627-846B-F4CAA783264B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33303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矩形">
            <a:extLst>
              <a:ext uri="{FF2B5EF4-FFF2-40B4-BE49-F238E27FC236}">
                <a16:creationId xmlns:a16="http://schemas.microsoft.com/office/drawing/2014/main" id="{D71FB356-1A6E-4264-88FF-9D8D78467E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501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1502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1503" name="矩形">
            <a:extLst>
              <a:ext uri="{FF2B5EF4-FFF2-40B4-BE49-F238E27FC236}">
                <a16:creationId xmlns:a16="http://schemas.microsoft.com/office/drawing/2014/main" id="{6F89F8DF-07C4-4638-8ECC-1EB3AF2FC4A3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04" name="矩形">
            <a:extLst>
              <a:ext uri="{FF2B5EF4-FFF2-40B4-BE49-F238E27FC236}">
                <a16:creationId xmlns:a16="http://schemas.microsoft.com/office/drawing/2014/main" id="{99D702BF-919E-491E-AF5B-600825A24465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05" name="矩形">
            <a:extLst>
              <a:ext uri="{FF2B5EF4-FFF2-40B4-BE49-F238E27FC236}">
                <a16:creationId xmlns:a16="http://schemas.microsoft.com/office/drawing/2014/main" id="{BB578C93-553B-4409-9714-AFA7367856F9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06" name="矩形">
            <a:extLst>
              <a:ext uri="{FF2B5EF4-FFF2-40B4-BE49-F238E27FC236}">
                <a16:creationId xmlns:a16="http://schemas.microsoft.com/office/drawing/2014/main" id="{9A636849-7188-475C-88A9-86EF12F1DAF5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07" name="矩形">
            <a:extLst>
              <a:ext uri="{FF2B5EF4-FFF2-40B4-BE49-F238E27FC236}">
                <a16:creationId xmlns:a16="http://schemas.microsoft.com/office/drawing/2014/main" id="{DBD37F18-B801-48F0-852F-50A7285C2ABC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08" name="矩形">
            <a:extLst>
              <a:ext uri="{FF2B5EF4-FFF2-40B4-BE49-F238E27FC236}">
                <a16:creationId xmlns:a16="http://schemas.microsoft.com/office/drawing/2014/main" id="{3406892A-DBF4-4762-A601-9DEA9258EAA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09" name="矩形">
            <a:extLst>
              <a:ext uri="{FF2B5EF4-FFF2-40B4-BE49-F238E27FC236}">
                <a16:creationId xmlns:a16="http://schemas.microsoft.com/office/drawing/2014/main" id="{5E5F4651-BD9F-4B1C-9CC7-DDDAEFEF1A48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10" name="矩形">
            <a:extLst>
              <a:ext uri="{FF2B5EF4-FFF2-40B4-BE49-F238E27FC236}">
                <a16:creationId xmlns:a16="http://schemas.microsoft.com/office/drawing/2014/main" id="{1AE9B192-A942-4CEC-A51F-12E3FCC833EA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11" name="矩形">
            <a:extLst>
              <a:ext uri="{FF2B5EF4-FFF2-40B4-BE49-F238E27FC236}">
                <a16:creationId xmlns:a16="http://schemas.microsoft.com/office/drawing/2014/main" id="{0A64CB58-F4F5-478F-9908-8A18D068CCA6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12" name="矩形">
            <a:extLst>
              <a:ext uri="{FF2B5EF4-FFF2-40B4-BE49-F238E27FC236}">
                <a16:creationId xmlns:a16="http://schemas.microsoft.com/office/drawing/2014/main" id="{7CCD8D46-2D9D-4D0F-8FEB-AEE48D099AC2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13" name="矩形">
            <a:extLst>
              <a:ext uri="{FF2B5EF4-FFF2-40B4-BE49-F238E27FC236}">
                <a16:creationId xmlns:a16="http://schemas.microsoft.com/office/drawing/2014/main" id="{B32697F4-CA94-4CA5-8A9F-300853191181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14" name="矩形">
            <a:extLst>
              <a:ext uri="{FF2B5EF4-FFF2-40B4-BE49-F238E27FC236}">
                <a16:creationId xmlns:a16="http://schemas.microsoft.com/office/drawing/2014/main" id="{28C0EB68-448E-4B8F-A3E2-D4E9AAB5485C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15" name="矩形">
            <a:extLst>
              <a:ext uri="{FF2B5EF4-FFF2-40B4-BE49-F238E27FC236}">
                <a16:creationId xmlns:a16="http://schemas.microsoft.com/office/drawing/2014/main" id="{0B112EF9-C8BB-42FD-93FC-AF75D24CC553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16" name="矩形">
            <a:extLst>
              <a:ext uri="{FF2B5EF4-FFF2-40B4-BE49-F238E27FC236}">
                <a16:creationId xmlns:a16="http://schemas.microsoft.com/office/drawing/2014/main" id="{2A86FB70-719B-429E-92F7-7A3BC9A398A1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17" name="矩形">
            <a:extLst>
              <a:ext uri="{FF2B5EF4-FFF2-40B4-BE49-F238E27FC236}">
                <a16:creationId xmlns:a16="http://schemas.microsoft.com/office/drawing/2014/main" id="{77C35462-ABCA-406F-9A0E-33172AE51F99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18" name="矩形">
            <a:extLst>
              <a:ext uri="{FF2B5EF4-FFF2-40B4-BE49-F238E27FC236}">
                <a16:creationId xmlns:a16="http://schemas.microsoft.com/office/drawing/2014/main" id="{3E4A84EE-4A3C-4055-B7FA-C3A2FC43BECA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19" name="矩形">
            <a:extLst>
              <a:ext uri="{FF2B5EF4-FFF2-40B4-BE49-F238E27FC236}">
                <a16:creationId xmlns:a16="http://schemas.microsoft.com/office/drawing/2014/main" id="{C91A3CBA-58C7-44D6-BFD2-B0A687D52854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20" name="矩形">
            <a:extLst>
              <a:ext uri="{FF2B5EF4-FFF2-40B4-BE49-F238E27FC236}">
                <a16:creationId xmlns:a16="http://schemas.microsoft.com/office/drawing/2014/main" id="{9FF51EC9-8012-4C39-ABCC-2485673F5650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21" name="矩形">
            <a:extLst>
              <a:ext uri="{FF2B5EF4-FFF2-40B4-BE49-F238E27FC236}">
                <a16:creationId xmlns:a16="http://schemas.microsoft.com/office/drawing/2014/main" id="{98C522F6-9E20-4F37-9400-91AD1DF16C7E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22" name="矩形">
            <a:extLst>
              <a:ext uri="{FF2B5EF4-FFF2-40B4-BE49-F238E27FC236}">
                <a16:creationId xmlns:a16="http://schemas.microsoft.com/office/drawing/2014/main" id="{27118ED5-BEFD-4512-AFD6-DAD90837E7D2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23" name="矩形">
            <a:extLst>
              <a:ext uri="{FF2B5EF4-FFF2-40B4-BE49-F238E27FC236}">
                <a16:creationId xmlns:a16="http://schemas.microsoft.com/office/drawing/2014/main" id="{6013D998-E3F1-4674-898F-79C13542EE62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24" name="矩形">
            <a:extLst>
              <a:ext uri="{FF2B5EF4-FFF2-40B4-BE49-F238E27FC236}">
                <a16:creationId xmlns:a16="http://schemas.microsoft.com/office/drawing/2014/main" id="{B02C6813-01E0-4B92-9C0A-736AF726A3BE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25" name="矩形">
            <a:extLst>
              <a:ext uri="{FF2B5EF4-FFF2-40B4-BE49-F238E27FC236}">
                <a16:creationId xmlns:a16="http://schemas.microsoft.com/office/drawing/2014/main" id="{72814B72-F592-469E-BAB1-1A566EC5D1D1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26" name="矩形">
            <a:extLst>
              <a:ext uri="{FF2B5EF4-FFF2-40B4-BE49-F238E27FC236}">
                <a16:creationId xmlns:a16="http://schemas.microsoft.com/office/drawing/2014/main" id="{8F5F09CA-8B5C-4DAF-9178-C56679A97967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27" name="矩形">
            <a:extLst>
              <a:ext uri="{FF2B5EF4-FFF2-40B4-BE49-F238E27FC236}">
                <a16:creationId xmlns:a16="http://schemas.microsoft.com/office/drawing/2014/main" id="{DF6162EB-DFFA-483A-A6AA-800D483AF4A5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28" name="矩形">
            <a:extLst>
              <a:ext uri="{FF2B5EF4-FFF2-40B4-BE49-F238E27FC236}">
                <a16:creationId xmlns:a16="http://schemas.microsoft.com/office/drawing/2014/main" id="{1FC55B69-93AC-4D60-ABF2-74ED27632475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29" name="矩形">
            <a:extLst>
              <a:ext uri="{FF2B5EF4-FFF2-40B4-BE49-F238E27FC236}">
                <a16:creationId xmlns:a16="http://schemas.microsoft.com/office/drawing/2014/main" id="{339BA150-7D9E-452B-A01C-D60D7C76F80F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30" name="矩形">
            <a:extLst>
              <a:ext uri="{FF2B5EF4-FFF2-40B4-BE49-F238E27FC236}">
                <a16:creationId xmlns:a16="http://schemas.microsoft.com/office/drawing/2014/main" id="{612C08DB-5E65-49C0-914B-F2D3BA665BAA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31" name="矩形">
            <a:extLst>
              <a:ext uri="{FF2B5EF4-FFF2-40B4-BE49-F238E27FC236}">
                <a16:creationId xmlns:a16="http://schemas.microsoft.com/office/drawing/2014/main" id="{CFE97D4E-C1CC-4E3D-88FA-6789DE75F7DA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32" name="矩形">
            <a:extLst>
              <a:ext uri="{FF2B5EF4-FFF2-40B4-BE49-F238E27FC236}">
                <a16:creationId xmlns:a16="http://schemas.microsoft.com/office/drawing/2014/main" id="{9936D7B4-DA75-4563-B25F-566A3FE8690B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33" name="矩形">
            <a:extLst>
              <a:ext uri="{FF2B5EF4-FFF2-40B4-BE49-F238E27FC236}">
                <a16:creationId xmlns:a16="http://schemas.microsoft.com/office/drawing/2014/main" id="{52D61BF0-787B-42A8-96F4-7AC582FB815F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34" name="矩形">
            <a:extLst>
              <a:ext uri="{FF2B5EF4-FFF2-40B4-BE49-F238E27FC236}">
                <a16:creationId xmlns:a16="http://schemas.microsoft.com/office/drawing/2014/main" id="{3F30C85D-034A-4A76-A31B-2CCF45073683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35" name="矩形">
            <a:extLst>
              <a:ext uri="{FF2B5EF4-FFF2-40B4-BE49-F238E27FC236}">
                <a16:creationId xmlns:a16="http://schemas.microsoft.com/office/drawing/2014/main" id="{3D78F620-B244-41DF-9A15-329F26D71383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36" name="矩形">
            <a:extLst>
              <a:ext uri="{FF2B5EF4-FFF2-40B4-BE49-F238E27FC236}">
                <a16:creationId xmlns:a16="http://schemas.microsoft.com/office/drawing/2014/main" id="{B93F2811-47D3-4EBA-A5DC-ABFD5A8AABB1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37" name="矩形">
            <a:extLst>
              <a:ext uri="{FF2B5EF4-FFF2-40B4-BE49-F238E27FC236}">
                <a16:creationId xmlns:a16="http://schemas.microsoft.com/office/drawing/2014/main" id="{7823B7DE-4442-4969-A9CF-E43C69E8F392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38" name="矩形">
            <a:extLst>
              <a:ext uri="{FF2B5EF4-FFF2-40B4-BE49-F238E27FC236}">
                <a16:creationId xmlns:a16="http://schemas.microsoft.com/office/drawing/2014/main" id="{FDB438A0-510A-4B0C-A70F-312E60CEE845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39" name="矩形">
            <a:extLst>
              <a:ext uri="{FF2B5EF4-FFF2-40B4-BE49-F238E27FC236}">
                <a16:creationId xmlns:a16="http://schemas.microsoft.com/office/drawing/2014/main" id="{E7378DBB-84AE-4B99-8296-14888DA98FE7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40" name="矩形">
            <a:extLst>
              <a:ext uri="{FF2B5EF4-FFF2-40B4-BE49-F238E27FC236}">
                <a16:creationId xmlns:a16="http://schemas.microsoft.com/office/drawing/2014/main" id="{50600C48-16AD-434C-8293-D861963286BE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41" name="矩形">
            <a:extLst>
              <a:ext uri="{FF2B5EF4-FFF2-40B4-BE49-F238E27FC236}">
                <a16:creationId xmlns:a16="http://schemas.microsoft.com/office/drawing/2014/main" id="{14FFD6D0-753C-418D-BBFD-728E337BA75C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42" name="矩形">
            <a:extLst>
              <a:ext uri="{FF2B5EF4-FFF2-40B4-BE49-F238E27FC236}">
                <a16:creationId xmlns:a16="http://schemas.microsoft.com/office/drawing/2014/main" id="{EF0AD6E2-622F-4AB9-AFAA-1BA2643F351F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43" name="矩形">
            <a:extLst>
              <a:ext uri="{FF2B5EF4-FFF2-40B4-BE49-F238E27FC236}">
                <a16:creationId xmlns:a16="http://schemas.microsoft.com/office/drawing/2014/main" id="{6226ACD6-7636-444C-8075-8C00A5800CEB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44" name="矩形">
            <a:extLst>
              <a:ext uri="{FF2B5EF4-FFF2-40B4-BE49-F238E27FC236}">
                <a16:creationId xmlns:a16="http://schemas.microsoft.com/office/drawing/2014/main" id="{17EE24A2-2CBF-45AA-868B-3E6F16707B09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45" name="矩形">
            <a:extLst>
              <a:ext uri="{FF2B5EF4-FFF2-40B4-BE49-F238E27FC236}">
                <a16:creationId xmlns:a16="http://schemas.microsoft.com/office/drawing/2014/main" id="{F54D0397-3B45-42B3-AC24-57F320A04038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46" name="矩形">
            <a:extLst>
              <a:ext uri="{FF2B5EF4-FFF2-40B4-BE49-F238E27FC236}">
                <a16:creationId xmlns:a16="http://schemas.microsoft.com/office/drawing/2014/main" id="{4EC75EA2-A62D-43A6-9F7E-04F73610A91A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47" name="矩形">
            <a:extLst>
              <a:ext uri="{FF2B5EF4-FFF2-40B4-BE49-F238E27FC236}">
                <a16:creationId xmlns:a16="http://schemas.microsoft.com/office/drawing/2014/main" id="{FC252B2F-C804-41FA-861D-B8BDB57853A1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48" name="矩形">
            <a:extLst>
              <a:ext uri="{FF2B5EF4-FFF2-40B4-BE49-F238E27FC236}">
                <a16:creationId xmlns:a16="http://schemas.microsoft.com/office/drawing/2014/main" id="{EDB6C6B9-36A9-4631-99C1-92A50D3B58B9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49" name="矩形">
            <a:extLst>
              <a:ext uri="{FF2B5EF4-FFF2-40B4-BE49-F238E27FC236}">
                <a16:creationId xmlns:a16="http://schemas.microsoft.com/office/drawing/2014/main" id="{DD1D33BA-3B24-4F4D-9CFA-98FDCB66B5DE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50" name="矩形">
            <a:extLst>
              <a:ext uri="{FF2B5EF4-FFF2-40B4-BE49-F238E27FC236}">
                <a16:creationId xmlns:a16="http://schemas.microsoft.com/office/drawing/2014/main" id="{4E0C4D03-B642-48F4-89A8-BFF5836FF97E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51" name="矩形">
            <a:extLst>
              <a:ext uri="{FF2B5EF4-FFF2-40B4-BE49-F238E27FC236}">
                <a16:creationId xmlns:a16="http://schemas.microsoft.com/office/drawing/2014/main" id="{5A8395D5-B9DE-47E6-9D31-0B2F9035C06E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52" name="矩形">
            <a:extLst>
              <a:ext uri="{FF2B5EF4-FFF2-40B4-BE49-F238E27FC236}">
                <a16:creationId xmlns:a16="http://schemas.microsoft.com/office/drawing/2014/main" id="{7DA23007-894D-4138-9951-155E303CAE55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53" name="矩形">
            <a:extLst>
              <a:ext uri="{FF2B5EF4-FFF2-40B4-BE49-F238E27FC236}">
                <a16:creationId xmlns:a16="http://schemas.microsoft.com/office/drawing/2014/main" id="{9CBDBCB6-7781-4550-A728-FD9886296973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54" name="矩形">
            <a:extLst>
              <a:ext uri="{FF2B5EF4-FFF2-40B4-BE49-F238E27FC236}">
                <a16:creationId xmlns:a16="http://schemas.microsoft.com/office/drawing/2014/main" id="{823D29C7-0D9A-4271-8558-6D73824F2BF8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55" name="矩形">
            <a:extLst>
              <a:ext uri="{FF2B5EF4-FFF2-40B4-BE49-F238E27FC236}">
                <a16:creationId xmlns:a16="http://schemas.microsoft.com/office/drawing/2014/main" id="{87E0D0D7-BDCF-45C9-BB4C-3731FA5972C0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56" name="矩形">
            <a:extLst>
              <a:ext uri="{FF2B5EF4-FFF2-40B4-BE49-F238E27FC236}">
                <a16:creationId xmlns:a16="http://schemas.microsoft.com/office/drawing/2014/main" id="{ECB5FFB0-285A-4A0F-BC34-5BF82CE0DD93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57" name="矩形">
            <a:extLst>
              <a:ext uri="{FF2B5EF4-FFF2-40B4-BE49-F238E27FC236}">
                <a16:creationId xmlns:a16="http://schemas.microsoft.com/office/drawing/2014/main" id="{DD654B10-6361-4D48-831F-BE3FCAA0242F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58" name="矩形">
            <a:extLst>
              <a:ext uri="{FF2B5EF4-FFF2-40B4-BE49-F238E27FC236}">
                <a16:creationId xmlns:a16="http://schemas.microsoft.com/office/drawing/2014/main" id="{DF1AA88D-7460-4524-AC8A-66FCC351C4FD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59" name="矩形">
            <a:extLst>
              <a:ext uri="{FF2B5EF4-FFF2-40B4-BE49-F238E27FC236}">
                <a16:creationId xmlns:a16="http://schemas.microsoft.com/office/drawing/2014/main" id="{93E7434E-964A-411F-BBF1-7D68383FF374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60" name="矩形">
            <a:extLst>
              <a:ext uri="{FF2B5EF4-FFF2-40B4-BE49-F238E27FC236}">
                <a16:creationId xmlns:a16="http://schemas.microsoft.com/office/drawing/2014/main" id="{648A65BC-A2AD-42F9-A1D8-2E713B5E2EAE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61" name="矩形">
            <a:extLst>
              <a:ext uri="{FF2B5EF4-FFF2-40B4-BE49-F238E27FC236}">
                <a16:creationId xmlns:a16="http://schemas.microsoft.com/office/drawing/2014/main" id="{41F39CB4-F30C-4DFE-8630-08F30700E5BD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62" name="矩形">
            <a:extLst>
              <a:ext uri="{FF2B5EF4-FFF2-40B4-BE49-F238E27FC236}">
                <a16:creationId xmlns:a16="http://schemas.microsoft.com/office/drawing/2014/main" id="{3458807B-A076-439F-B941-0664D1693DD3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63" name="矩形">
            <a:extLst>
              <a:ext uri="{FF2B5EF4-FFF2-40B4-BE49-F238E27FC236}">
                <a16:creationId xmlns:a16="http://schemas.microsoft.com/office/drawing/2014/main" id="{30CAD042-295C-49F1-9649-8DB8EFF8C3E2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64" name="矩形">
            <a:extLst>
              <a:ext uri="{FF2B5EF4-FFF2-40B4-BE49-F238E27FC236}">
                <a16:creationId xmlns:a16="http://schemas.microsoft.com/office/drawing/2014/main" id="{E1F016EC-783A-4970-B4A0-ECC58C77A883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65" name="矩形">
            <a:extLst>
              <a:ext uri="{FF2B5EF4-FFF2-40B4-BE49-F238E27FC236}">
                <a16:creationId xmlns:a16="http://schemas.microsoft.com/office/drawing/2014/main" id="{D9809D69-600D-4ED0-9D3A-77A45377ECA1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66" name="矩形">
            <a:extLst>
              <a:ext uri="{FF2B5EF4-FFF2-40B4-BE49-F238E27FC236}">
                <a16:creationId xmlns:a16="http://schemas.microsoft.com/office/drawing/2014/main" id="{827EBDA2-8DE1-4CB9-B0E0-1F942F170531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67" name="矩形">
            <a:extLst>
              <a:ext uri="{FF2B5EF4-FFF2-40B4-BE49-F238E27FC236}">
                <a16:creationId xmlns:a16="http://schemas.microsoft.com/office/drawing/2014/main" id="{93860795-54D0-426B-91B7-C653D408FD9E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68" name="矩形">
            <a:extLst>
              <a:ext uri="{FF2B5EF4-FFF2-40B4-BE49-F238E27FC236}">
                <a16:creationId xmlns:a16="http://schemas.microsoft.com/office/drawing/2014/main" id="{0CD187E1-666E-4A05-8BC7-B7075CD68697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69" name="矩形">
            <a:extLst>
              <a:ext uri="{FF2B5EF4-FFF2-40B4-BE49-F238E27FC236}">
                <a16:creationId xmlns:a16="http://schemas.microsoft.com/office/drawing/2014/main" id="{E4EF4D3D-16A6-43F3-8267-1C2065BD45AA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70" name="矩形">
            <a:extLst>
              <a:ext uri="{FF2B5EF4-FFF2-40B4-BE49-F238E27FC236}">
                <a16:creationId xmlns:a16="http://schemas.microsoft.com/office/drawing/2014/main" id="{C9F267C8-4EB3-4167-B33A-23F79504E4C5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571" name="矩形">
            <a:extLst>
              <a:ext uri="{FF2B5EF4-FFF2-40B4-BE49-F238E27FC236}">
                <a16:creationId xmlns:a16="http://schemas.microsoft.com/office/drawing/2014/main" id="{D3E45F3B-4F28-4AF7-AF1A-CCC68A5B130C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572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1573" name="矩形">
            <a:extLst>
              <a:ext uri="{FF2B5EF4-FFF2-40B4-BE49-F238E27FC236}">
                <a16:creationId xmlns:a16="http://schemas.microsoft.com/office/drawing/2014/main" id="{EA8BB40E-8E5D-4EB4-A356-FD0FC78289D0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574" name="验证一：系统测试覆盖关键路径">
            <a:extLst>
              <a:ext uri="{FF2B5EF4-FFF2-40B4-BE49-F238E27FC236}">
                <a16:creationId xmlns:a16="http://schemas.microsoft.com/office/drawing/2014/main" id="{C89C0D6E-E4C4-4291-ACBD-DC3E6E11FFD8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验证一：系统测试覆盖关键路径</a:t>
            </a:r>
          </a:p>
        </p:txBody>
      </p:sp>
      <p:sp>
        <p:nvSpPr>
          <p:cNvPr id="1575" name="矩形">
            <a:extLst>
              <a:ext uri="{FF2B5EF4-FFF2-40B4-BE49-F238E27FC236}">
                <a16:creationId xmlns:a16="http://schemas.microsoft.com/office/drawing/2014/main" id="{F10931F6-C18A-446F-8308-74F1228AE56E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576" name="VALIDATION">
            <a:extLst>
              <a:ext uri="{FF2B5EF4-FFF2-40B4-BE49-F238E27FC236}">
                <a16:creationId xmlns:a16="http://schemas.microsoft.com/office/drawing/2014/main" id="{BB3D56E7-ED37-41B7-B903-D9B2CA548AEB}"/>
              </a:ext>
            </a:extLst>
          </p:cNvPr>
          <p:cNvSpPr>
            <a:spLocks noGrp="1"/>
          </p:cNvSpPr>
          <p:nvPr/>
        </p:nvSpPr>
        <p:spPr>
          <a:xfrm>
            <a:off x="8667750" y="269874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VALIDATION</a:t>
            </a:r>
          </a:p>
        </p:txBody>
      </p:sp>
      <p:sp>
        <p:nvSpPr>
          <p:cNvPr id="1578" name="圆角矩形">
            <a:extLst>
              <a:ext uri="{FF2B5EF4-FFF2-40B4-BE49-F238E27FC236}">
                <a16:creationId xmlns:a16="http://schemas.microsoft.com/office/drawing/2014/main" id="{99DC9552-C128-46E6-9CF1-EAD0244FD251}"/>
              </a:ext>
            </a:extLst>
          </p:cNvPr>
          <p:cNvSpPr>
            <a:spLocks noGrp="1"/>
          </p:cNvSpPr>
          <p:nvPr/>
        </p:nvSpPr>
        <p:spPr>
          <a:xfrm>
            <a:off x="857250" y="1143000"/>
            <a:ext cx="1428750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E3EDF8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579" name="矩形">
            <a:extLst>
              <a:ext uri="{FF2B5EF4-FFF2-40B4-BE49-F238E27FC236}">
                <a16:creationId xmlns:a16="http://schemas.microsoft.com/office/drawing/2014/main" id="{256938F4-8FF5-479F-880F-6760B0ABB506}"/>
              </a:ext>
            </a:extLst>
          </p:cNvPr>
          <p:cNvSpPr>
            <a:spLocks noGrp="1"/>
          </p:cNvSpPr>
          <p:nvPr/>
        </p:nvSpPr>
        <p:spPr>
          <a:xfrm>
            <a:off x="857250" y="1247775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2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580" name="13">
            <a:extLst>
              <a:ext uri="{FF2B5EF4-FFF2-40B4-BE49-F238E27FC236}">
                <a16:creationId xmlns:a16="http://schemas.microsoft.com/office/drawing/2014/main" id="{CF795D37-1B7B-48C8-9324-56F13B73A8F2}"/>
              </a:ext>
            </a:extLst>
          </p:cNvPr>
          <p:cNvSpPr>
            <a:spLocks noGrp="1"/>
          </p:cNvSpPr>
          <p:nvPr/>
        </p:nvSpPr>
        <p:spPr>
          <a:xfrm>
            <a:off x="857250" y="1247775"/>
            <a:ext cx="1428750" cy="296075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2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13</a:t>
            </a:r>
          </a:p>
        </p:txBody>
      </p:sp>
      <p:sp>
        <p:nvSpPr>
          <p:cNvPr id="1581" name="矩形">
            <a:extLst>
              <a:ext uri="{FF2B5EF4-FFF2-40B4-BE49-F238E27FC236}">
                <a16:creationId xmlns:a16="http://schemas.microsoft.com/office/drawing/2014/main" id="{3434569C-E43A-404C-9841-E2B4CF5B2441}"/>
              </a:ext>
            </a:extLst>
          </p:cNvPr>
          <p:cNvSpPr>
            <a:spLocks noGrp="1"/>
          </p:cNvSpPr>
          <p:nvPr/>
        </p:nvSpPr>
        <p:spPr>
          <a:xfrm>
            <a:off x="933450" y="1638300"/>
            <a:ext cx="12763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582" name="测试用例">
            <a:extLst>
              <a:ext uri="{FF2B5EF4-FFF2-40B4-BE49-F238E27FC236}">
                <a16:creationId xmlns:a16="http://schemas.microsoft.com/office/drawing/2014/main" id="{CA0B9E8B-B092-47F7-84CB-D7D9BF8E23B0}"/>
              </a:ext>
            </a:extLst>
          </p:cNvPr>
          <p:cNvSpPr>
            <a:spLocks noGrp="1"/>
          </p:cNvSpPr>
          <p:nvPr/>
        </p:nvSpPr>
        <p:spPr>
          <a:xfrm>
            <a:off x="933450" y="1638300"/>
            <a:ext cx="1276350" cy="1651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测试用例</a:t>
            </a:r>
          </a:p>
        </p:txBody>
      </p:sp>
      <p:sp>
        <p:nvSpPr>
          <p:cNvPr id="1583" name="圆角矩形">
            <a:extLst>
              <a:ext uri="{FF2B5EF4-FFF2-40B4-BE49-F238E27FC236}">
                <a16:creationId xmlns:a16="http://schemas.microsoft.com/office/drawing/2014/main" id="{2DC5BAD6-ACC1-403B-950C-0E24DFDE8041}"/>
              </a:ext>
            </a:extLst>
          </p:cNvPr>
          <p:cNvSpPr>
            <a:spLocks noGrp="1"/>
          </p:cNvSpPr>
          <p:nvPr/>
        </p:nvSpPr>
        <p:spPr>
          <a:xfrm>
            <a:off x="2571750" y="1143000"/>
            <a:ext cx="1428750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E3EDF8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584" name="矩形">
            <a:extLst>
              <a:ext uri="{FF2B5EF4-FFF2-40B4-BE49-F238E27FC236}">
                <a16:creationId xmlns:a16="http://schemas.microsoft.com/office/drawing/2014/main" id="{D8999500-CB4F-4FF6-8AFF-F573AA57DB78}"/>
              </a:ext>
            </a:extLst>
          </p:cNvPr>
          <p:cNvSpPr>
            <a:spLocks noGrp="1"/>
          </p:cNvSpPr>
          <p:nvPr/>
        </p:nvSpPr>
        <p:spPr>
          <a:xfrm>
            <a:off x="2571750" y="1247775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21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585" name="12">
            <a:extLst>
              <a:ext uri="{FF2B5EF4-FFF2-40B4-BE49-F238E27FC236}">
                <a16:creationId xmlns:a16="http://schemas.microsoft.com/office/drawing/2014/main" id="{4EC5A7F5-26FA-41C5-8FD3-B2E5EDDC3691}"/>
              </a:ext>
            </a:extLst>
          </p:cNvPr>
          <p:cNvSpPr>
            <a:spLocks noGrp="1"/>
          </p:cNvSpPr>
          <p:nvPr/>
        </p:nvSpPr>
        <p:spPr>
          <a:xfrm>
            <a:off x="2571750" y="1247775"/>
            <a:ext cx="1428750" cy="296075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21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12</a:t>
            </a:r>
          </a:p>
        </p:txBody>
      </p:sp>
      <p:sp>
        <p:nvSpPr>
          <p:cNvPr id="1586" name="矩形">
            <a:extLst>
              <a:ext uri="{FF2B5EF4-FFF2-40B4-BE49-F238E27FC236}">
                <a16:creationId xmlns:a16="http://schemas.microsoft.com/office/drawing/2014/main" id="{6FA9A236-2704-407A-BBC9-04BD31F3FB76}"/>
              </a:ext>
            </a:extLst>
          </p:cNvPr>
          <p:cNvSpPr>
            <a:spLocks noGrp="1"/>
          </p:cNvSpPr>
          <p:nvPr/>
        </p:nvSpPr>
        <p:spPr>
          <a:xfrm>
            <a:off x="2647950" y="1638300"/>
            <a:ext cx="12763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587" name="通过">
            <a:extLst>
              <a:ext uri="{FF2B5EF4-FFF2-40B4-BE49-F238E27FC236}">
                <a16:creationId xmlns:a16="http://schemas.microsoft.com/office/drawing/2014/main" id="{4D1736B4-A522-42EA-978F-C092C97B87DC}"/>
              </a:ext>
            </a:extLst>
          </p:cNvPr>
          <p:cNvSpPr>
            <a:spLocks noGrp="1"/>
          </p:cNvSpPr>
          <p:nvPr/>
        </p:nvSpPr>
        <p:spPr>
          <a:xfrm>
            <a:off x="2647950" y="1638300"/>
            <a:ext cx="1276350" cy="1651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通过</a:t>
            </a:r>
          </a:p>
        </p:txBody>
      </p:sp>
      <p:sp>
        <p:nvSpPr>
          <p:cNvPr id="1588" name="圆角矩形">
            <a:extLst>
              <a:ext uri="{FF2B5EF4-FFF2-40B4-BE49-F238E27FC236}">
                <a16:creationId xmlns:a16="http://schemas.microsoft.com/office/drawing/2014/main" id="{5C1A0498-1FAB-42DA-AF8C-6F26A86DEA50}"/>
              </a:ext>
            </a:extLst>
          </p:cNvPr>
          <p:cNvSpPr>
            <a:spLocks noGrp="1"/>
          </p:cNvSpPr>
          <p:nvPr/>
        </p:nvSpPr>
        <p:spPr>
          <a:xfrm>
            <a:off x="4286250" y="1143000"/>
            <a:ext cx="1428750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E3EDF8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589" name="矩形">
            <a:extLst>
              <a:ext uri="{FF2B5EF4-FFF2-40B4-BE49-F238E27FC236}">
                <a16:creationId xmlns:a16="http://schemas.microsoft.com/office/drawing/2014/main" id="{25B0F7BB-A601-4048-934D-10DC943EC71B}"/>
              </a:ext>
            </a:extLst>
          </p:cNvPr>
          <p:cNvSpPr>
            <a:spLocks noGrp="1"/>
          </p:cNvSpPr>
          <p:nvPr/>
        </p:nvSpPr>
        <p:spPr>
          <a:xfrm>
            <a:off x="4286250" y="1247775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2100"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590" name="1">
            <a:extLst>
              <a:ext uri="{FF2B5EF4-FFF2-40B4-BE49-F238E27FC236}">
                <a16:creationId xmlns:a16="http://schemas.microsoft.com/office/drawing/2014/main" id="{A23978A1-3532-4516-8CDC-E62EBB3355B7}"/>
              </a:ext>
            </a:extLst>
          </p:cNvPr>
          <p:cNvSpPr>
            <a:spLocks noGrp="1"/>
          </p:cNvSpPr>
          <p:nvPr/>
        </p:nvSpPr>
        <p:spPr>
          <a:xfrm>
            <a:off x="4286250" y="1247775"/>
            <a:ext cx="1428750" cy="296075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2100"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1</a:t>
            </a:r>
          </a:p>
        </p:txBody>
      </p:sp>
      <p:sp>
        <p:nvSpPr>
          <p:cNvPr id="1591" name="矩形">
            <a:extLst>
              <a:ext uri="{FF2B5EF4-FFF2-40B4-BE49-F238E27FC236}">
                <a16:creationId xmlns:a16="http://schemas.microsoft.com/office/drawing/2014/main" id="{16452669-9FB8-47D8-84B7-29651DED017C}"/>
              </a:ext>
            </a:extLst>
          </p:cNvPr>
          <p:cNvSpPr>
            <a:spLocks noGrp="1"/>
          </p:cNvSpPr>
          <p:nvPr/>
        </p:nvSpPr>
        <p:spPr>
          <a:xfrm>
            <a:off x="4362450" y="1638300"/>
            <a:ext cx="12763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592" name="CLI 部分通过">
            <a:extLst>
              <a:ext uri="{FF2B5EF4-FFF2-40B4-BE49-F238E27FC236}">
                <a16:creationId xmlns:a16="http://schemas.microsoft.com/office/drawing/2014/main" id="{7E8FC0C8-09C8-4CB7-8911-818B3ADEDF1C}"/>
              </a:ext>
            </a:extLst>
          </p:cNvPr>
          <p:cNvSpPr>
            <a:spLocks noGrp="1"/>
          </p:cNvSpPr>
          <p:nvPr/>
        </p:nvSpPr>
        <p:spPr>
          <a:xfrm>
            <a:off x="4362450" y="1638300"/>
            <a:ext cx="1276350" cy="1651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CLI 部分通过</a:t>
            </a:r>
          </a:p>
        </p:txBody>
      </p:sp>
      <p:sp>
        <p:nvSpPr>
          <p:cNvPr id="1593" name="圆角矩形">
            <a:extLst>
              <a:ext uri="{FF2B5EF4-FFF2-40B4-BE49-F238E27FC236}">
                <a16:creationId xmlns:a16="http://schemas.microsoft.com/office/drawing/2014/main" id="{34B8DA7C-93EB-40DD-9560-C8EF1CA96285}"/>
              </a:ext>
            </a:extLst>
          </p:cNvPr>
          <p:cNvSpPr>
            <a:spLocks noGrp="1"/>
          </p:cNvSpPr>
          <p:nvPr/>
        </p:nvSpPr>
        <p:spPr>
          <a:xfrm>
            <a:off x="6667500" y="1143000"/>
            <a:ext cx="1428750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E3EDF8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594" name="矩形">
            <a:extLst>
              <a:ext uri="{FF2B5EF4-FFF2-40B4-BE49-F238E27FC236}">
                <a16:creationId xmlns:a16="http://schemas.microsoft.com/office/drawing/2014/main" id="{663E23F7-5C8D-4B41-91CF-98FB09268778}"/>
              </a:ext>
            </a:extLst>
          </p:cNvPr>
          <p:cNvSpPr>
            <a:spLocks noGrp="1"/>
          </p:cNvSpPr>
          <p:nvPr/>
        </p:nvSpPr>
        <p:spPr>
          <a:xfrm>
            <a:off x="6667500" y="1247775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2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595" name="5">
            <a:extLst>
              <a:ext uri="{FF2B5EF4-FFF2-40B4-BE49-F238E27FC236}">
                <a16:creationId xmlns:a16="http://schemas.microsoft.com/office/drawing/2014/main" id="{D875417A-69C0-49C0-A7D2-00D7DFBC801C}"/>
              </a:ext>
            </a:extLst>
          </p:cNvPr>
          <p:cNvSpPr>
            <a:spLocks noGrp="1"/>
          </p:cNvSpPr>
          <p:nvPr/>
        </p:nvSpPr>
        <p:spPr>
          <a:xfrm>
            <a:off x="6667500" y="1247775"/>
            <a:ext cx="1428750" cy="296075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2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5</a:t>
            </a:r>
          </a:p>
        </p:txBody>
      </p:sp>
      <p:sp>
        <p:nvSpPr>
          <p:cNvPr id="1596" name="矩形">
            <a:extLst>
              <a:ext uri="{FF2B5EF4-FFF2-40B4-BE49-F238E27FC236}">
                <a16:creationId xmlns:a16="http://schemas.microsoft.com/office/drawing/2014/main" id="{9AB9B5BD-EE7E-49F1-B63B-8B44C434FB23}"/>
              </a:ext>
            </a:extLst>
          </p:cNvPr>
          <p:cNvSpPr>
            <a:spLocks noGrp="1"/>
          </p:cNvSpPr>
          <p:nvPr/>
        </p:nvSpPr>
        <p:spPr>
          <a:xfrm>
            <a:off x="6743700" y="1638300"/>
            <a:ext cx="12763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597" name="覆盖族">
            <a:extLst>
              <a:ext uri="{FF2B5EF4-FFF2-40B4-BE49-F238E27FC236}">
                <a16:creationId xmlns:a16="http://schemas.microsoft.com/office/drawing/2014/main" id="{7D8AA2BD-A742-4CB0-BE2B-22D5CE17788A}"/>
              </a:ext>
            </a:extLst>
          </p:cNvPr>
          <p:cNvSpPr>
            <a:spLocks noGrp="1"/>
          </p:cNvSpPr>
          <p:nvPr/>
        </p:nvSpPr>
        <p:spPr>
          <a:xfrm>
            <a:off x="6743700" y="1638300"/>
            <a:ext cx="1276350" cy="1651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覆盖族</a:t>
            </a:r>
          </a:p>
        </p:txBody>
      </p:sp>
      <p:sp>
        <p:nvSpPr>
          <p:cNvPr id="1598" name="圆角矩形">
            <a:extLst>
              <a:ext uri="{FF2B5EF4-FFF2-40B4-BE49-F238E27FC236}">
                <a16:creationId xmlns:a16="http://schemas.microsoft.com/office/drawing/2014/main" id="{583F2D79-ABC1-4F5E-973F-51CAE3D58436}"/>
              </a:ext>
            </a:extLst>
          </p:cNvPr>
          <p:cNvSpPr>
            <a:spLocks noGrp="1"/>
          </p:cNvSpPr>
          <p:nvPr/>
        </p:nvSpPr>
        <p:spPr>
          <a:xfrm>
            <a:off x="8382000" y="1143000"/>
            <a:ext cx="1428750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E3EDF8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599" name="矩形">
            <a:extLst>
              <a:ext uri="{FF2B5EF4-FFF2-40B4-BE49-F238E27FC236}">
                <a16:creationId xmlns:a16="http://schemas.microsoft.com/office/drawing/2014/main" id="{E8F2972E-58CF-433D-99F3-FEA913B69DA4}"/>
              </a:ext>
            </a:extLst>
          </p:cNvPr>
          <p:cNvSpPr>
            <a:spLocks noGrp="1"/>
          </p:cNvSpPr>
          <p:nvPr/>
        </p:nvSpPr>
        <p:spPr>
          <a:xfrm>
            <a:off x="8382000" y="1247775"/>
            <a:ext cx="1428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21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600" name="0">
            <a:extLst>
              <a:ext uri="{FF2B5EF4-FFF2-40B4-BE49-F238E27FC236}">
                <a16:creationId xmlns:a16="http://schemas.microsoft.com/office/drawing/2014/main" id="{5658372D-0413-4EEA-8CF6-2A20D1CF97B7}"/>
              </a:ext>
            </a:extLst>
          </p:cNvPr>
          <p:cNvSpPr>
            <a:spLocks noGrp="1"/>
          </p:cNvSpPr>
          <p:nvPr/>
        </p:nvSpPr>
        <p:spPr>
          <a:xfrm>
            <a:off x="8382000" y="1247775"/>
            <a:ext cx="1428750" cy="296075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21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0</a:t>
            </a:r>
          </a:p>
        </p:txBody>
      </p:sp>
      <p:sp>
        <p:nvSpPr>
          <p:cNvPr id="1601" name="矩形">
            <a:extLst>
              <a:ext uri="{FF2B5EF4-FFF2-40B4-BE49-F238E27FC236}">
                <a16:creationId xmlns:a16="http://schemas.microsoft.com/office/drawing/2014/main" id="{EE81862B-226A-4679-BACA-4521A0752DF4}"/>
              </a:ext>
            </a:extLst>
          </p:cNvPr>
          <p:cNvSpPr>
            <a:spLocks noGrp="1"/>
          </p:cNvSpPr>
          <p:nvPr/>
        </p:nvSpPr>
        <p:spPr>
          <a:xfrm>
            <a:off x="8458200" y="1638300"/>
            <a:ext cx="12763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602" name="静默崩溃">
            <a:extLst>
              <a:ext uri="{FF2B5EF4-FFF2-40B4-BE49-F238E27FC236}">
                <a16:creationId xmlns:a16="http://schemas.microsoft.com/office/drawing/2014/main" id="{E376CBEE-3FEA-4BA1-A17E-089AC64E8CF1}"/>
              </a:ext>
            </a:extLst>
          </p:cNvPr>
          <p:cNvSpPr>
            <a:spLocks noGrp="1"/>
          </p:cNvSpPr>
          <p:nvPr/>
        </p:nvSpPr>
        <p:spPr>
          <a:xfrm>
            <a:off x="8458200" y="1638300"/>
            <a:ext cx="1276350" cy="1651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静默崩溃</a:t>
            </a:r>
          </a:p>
        </p:txBody>
      </p:sp>
      <p:sp>
        <p:nvSpPr>
          <p:cNvPr id="1603" name="圆角矩形">
            <a:extLst>
              <a:ext uri="{FF2B5EF4-FFF2-40B4-BE49-F238E27FC236}">
                <a16:creationId xmlns:a16="http://schemas.microsoft.com/office/drawing/2014/main" id="{15E87FEB-4BE6-4F92-9A5C-B94517CDC5E8}"/>
              </a:ext>
            </a:extLst>
          </p:cNvPr>
          <p:cNvSpPr>
            <a:spLocks noGrp="1"/>
          </p:cNvSpPr>
          <p:nvPr/>
        </p:nvSpPr>
        <p:spPr>
          <a:xfrm>
            <a:off x="857250" y="2476500"/>
            <a:ext cx="3000375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604" name="矩形">
            <a:extLst>
              <a:ext uri="{FF2B5EF4-FFF2-40B4-BE49-F238E27FC236}">
                <a16:creationId xmlns:a16="http://schemas.microsoft.com/office/drawing/2014/main" id="{B9F81E55-BE2E-45FA-AC2D-BE420E48BB99}"/>
              </a:ext>
            </a:extLst>
          </p:cNvPr>
          <p:cNvSpPr>
            <a:spLocks noGrp="1"/>
          </p:cNvSpPr>
          <p:nvPr/>
        </p:nvSpPr>
        <p:spPr>
          <a:xfrm>
            <a:off x="857250" y="2476500"/>
            <a:ext cx="57150" cy="8191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605" name="矩形">
            <a:extLst>
              <a:ext uri="{FF2B5EF4-FFF2-40B4-BE49-F238E27FC236}">
                <a16:creationId xmlns:a16="http://schemas.microsoft.com/office/drawing/2014/main" id="{5ED3DD82-6702-46AF-9C23-8F5D1FF9CFDB}"/>
              </a:ext>
            </a:extLst>
          </p:cNvPr>
          <p:cNvSpPr>
            <a:spLocks noGrp="1"/>
          </p:cNvSpPr>
          <p:nvPr/>
        </p:nvSpPr>
        <p:spPr>
          <a:xfrm>
            <a:off x="1028700" y="2609850"/>
            <a:ext cx="26574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606" name="API / 任务录入">
            <a:extLst>
              <a:ext uri="{FF2B5EF4-FFF2-40B4-BE49-F238E27FC236}">
                <a16:creationId xmlns:a16="http://schemas.microsoft.com/office/drawing/2014/main" id="{543EB86D-34DE-4787-ADC1-3D80FDE92DA7}"/>
              </a:ext>
            </a:extLst>
          </p:cNvPr>
          <p:cNvSpPr>
            <a:spLocks noGrp="1"/>
          </p:cNvSpPr>
          <p:nvPr/>
        </p:nvSpPr>
        <p:spPr>
          <a:xfrm>
            <a:off x="1028700" y="2609850"/>
            <a:ext cx="2657475" cy="2159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API / 任务录入</a:t>
            </a:r>
          </a:p>
        </p:txBody>
      </p:sp>
      <p:sp>
        <p:nvSpPr>
          <p:cNvPr id="1607" name="矩形">
            <a:extLst>
              <a:ext uri="{FF2B5EF4-FFF2-40B4-BE49-F238E27FC236}">
                <a16:creationId xmlns:a16="http://schemas.microsoft.com/office/drawing/2014/main" id="{F31C98B9-32F9-4A03-8EC5-C1A7E1225480}"/>
              </a:ext>
            </a:extLst>
          </p:cNvPr>
          <p:cNvSpPr>
            <a:spLocks noGrp="1"/>
          </p:cNvSpPr>
          <p:nvPr/>
        </p:nvSpPr>
        <p:spPr>
          <a:xfrm>
            <a:off x="1028700" y="2895600"/>
            <a:ext cx="26574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608" name="健康检查、任务创建、任务详情、报告接口">
            <a:extLst>
              <a:ext uri="{FF2B5EF4-FFF2-40B4-BE49-F238E27FC236}">
                <a16:creationId xmlns:a16="http://schemas.microsoft.com/office/drawing/2014/main" id="{DB0011C1-60DE-4707-843D-A4D3E2C9B5F5}"/>
              </a:ext>
            </a:extLst>
          </p:cNvPr>
          <p:cNvSpPr>
            <a:spLocks noGrp="1"/>
          </p:cNvSpPr>
          <p:nvPr/>
        </p:nvSpPr>
        <p:spPr>
          <a:xfrm>
            <a:off x="1028700" y="2895600"/>
            <a:ext cx="2657475" cy="1651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健康检查、任务创建、任务详情、报告接口</a:t>
            </a:r>
          </a:p>
        </p:txBody>
      </p:sp>
      <p:sp>
        <p:nvSpPr>
          <p:cNvPr id="1609" name="圆角矩形">
            <a:extLst>
              <a:ext uri="{FF2B5EF4-FFF2-40B4-BE49-F238E27FC236}">
                <a16:creationId xmlns:a16="http://schemas.microsoft.com/office/drawing/2014/main" id="{F5BEC68E-D163-400B-914E-19CB70670BB1}"/>
              </a:ext>
            </a:extLst>
          </p:cNvPr>
          <p:cNvSpPr>
            <a:spLocks noGrp="1"/>
          </p:cNvSpPr>
          <p:nvPr/>
        </p:nvSpPr>
        <p:spPr>
          <a:xfrm>
            <a:off x="4286250" y="2476500"/>
            <a:ext cx="3000375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2F9D68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610" name="矩形">
            <a:extLst>
              <a:ext uri="{FF2B5EF4-FFF2-40B4-BE49-F238E27FC236}">
                <a16:creationId xmlns:a16="http://schemas.microsoft.com/office/drawing/2014/main" id="{2679D3EC-8766-428A-95DB-FE43FF7AFCB7}"/>
              </a:ext>
            </a:extLst>
          </p:cNvPr>
          <p:cNvSpPr>
            <a:spLocks noGrp="1"/>
          </p:cNvSpPr>
          <p:nvPr/>
        </p:nvSpPr>
        <p:spPr>
          <a:xfrm>
            <a:off x="4286250" y="2476500"/>
            <a:ext cx="57150" cy="819150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611" name="矩形">
            <a:extLst>
              <a:ext uri="{FF2B5EF4-FFF2-40B4-BE49-F238E27FC236}">
                <a16:creationId xmlns:a16="http://schemas.microsoft.com/office/drawing/2014/main" id="{B3BE65E0-EFBD-4C75-8164-1B7A5E1F793C}"/>
              </a:ext>
            </a:extLst>
          </p:cNvPr>
          <p:cNvSpPr>
            <a:spLocks noGrp="1"/>
          </p:cNvSpPr>
          <p:nvPr/>
        </p:nvSpPr>
        <p:spPr>
          <a:xfrm>
            <a:off x="4457700" y="2609850"/>
            <a:ext cx="26574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612" name="FSM / HITL / 快照">
            <a:extLst>
              <a:ext uri="{FF2B5EF4-FFF2-40B4-BE49-F238E27FC236}">
                <a16:creationId xmlns:a16="http://schemas.microsoft.com/office/drawing/2014/main" id="{EB09BAFF-C08A-46FD-80A4-6B48DF895C76}"/>
              </a:ext>
            </a:extLst>
          </p:cNvPr>
          <p:cNvSpPr>
            <a:spLocks noGrp="1"/>
          </p:cNvSpPr>
          <p:nvPr/>
        </p:nvSpPr>
        <p:spPr>
          <a:xfrm>
            <a:off x="4457700" y="2609850"/>
            <a:ext cx="2657475" cy="2159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FSM / HITL / 快照</a:t>
            </a:r>
          </a:p>
        </p:txBody>
      </p:sp>
      <p:sp>
        <p:nvSpPr>
          <p:cNvPr id="1613" name="矩形">
            <a:extLst>
              <a:ext uri="{FF2B5EF4-FFF2-40B4-BE49-F238E27FC236}">
                <a16:creationId xmlns:a16="http://schemas.microsoft.com/office/drawing/2014/main" id="{39F6CC48-E87B-4327-AF5B-8D10666D92D5}"/>
              </a:ext>
            </a:extLst>
          </p:cNvPr>
          <p:cNvSpPr>
            <a:spLocks noGrp="1"/>
          </p:cNvSpPr>
          <p:nvPr/>
        </p:nvSpPr>
        <p:spPr>
          <a:xfrm>
            <a:off x="4457700" y="2895600"/>
            <a:ext cx="26574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614" name="等待态、人工决策、状态迁移与快照恢复">
            <a:extLst>
              <a:ext uri="{FF2B5EF4-FFF2-40B4-BE49-F238E27FC236}">
                <a16:creationId xmlns:a16="http://schemas.microsoft.com/office/drawing/2014/main" id="{8379AD89-72B2-47CC-A145-04FD108F2AE7}"/>
              </a:ext>
            </a:extLst>
          </p:cNvPr>
          <p:cNvSpPr>
            <a:spLocks noGrp="1"/>
          </p:cNvSpPr>
          <p:nvPr/>
        </p:nvSpPr>
        <p:spPr>
          <a:xfrm>
            <a:off x="4457700" y="2895600"/>
            <a:ext cx="2657475" cy="1651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等待态、人工决策、状态迁移与快照恢复</a:t>
            </a:r>
          </a:p>
        </p:txBody>
      </p:sp>
      <p:sp>
        <p:nvSpPr>
          <p:cNvPr id="1615" name="圆角矩形">
            <a:extLst>
              <a:ext uri="{FF2B5EF4-FFF2-40B4-BE49-F238E27FC236}">
                <a16:creationId xmlns:a16="http://schemas.microsoft.com/office/drawing/2014/main" id="{94B12B7A-6B3C-48B8-B7F8-B0C39D03C4E1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3000375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>
            <a:solidFill>
              <a:srgbClr val="D9A12A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616" name="矩形">
            <a:extLst>
              <a:ext uri="{FF2B5EF4-FFF2-40B4-BE49-F238E27FC236}">
                <a16:creationId xmlns:a16="http://schemas.microsoft.com/office/drawing/2014/main" id="{8DB7CBAF-2380-4792-B38D-A5849C5182E1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57150" cy="819150"/>
          </a:xfrm>
          <a:prstGeom prst="rect">
            <a:avLst/>
          </a:prstGeom>
          <a:solidFill>
            <a:srgbClr val="D9A12A"/>
          </a:solidFill>
          <a:ln w="3175">
            <a:solidFill>
              <a:srgbClr val="D9A12A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617" name="矩形">
            <a:extLst>
              <a:ext uri="{FF2B5EF4-FFF2-40B4-BE49-F238E27FC236}">
                <a16:creationId xmlns:a16="http://schemas.microsoft.com/office/drawing/2014/main" id="{8F36B47B-4E2C-4BDC-AF01-74702FFBC277}"/>
              </a:ext>
            </a:extLst>
          </p:cNvPr>
          <p:cNvSpPr>
            <a:spLocks noGrp="1"/>
          </p:cNvSpPr>
          <p:nvPr/>
        </p:nvSpPr>
        <p:spPr>
          <a:xfrm>
            <a:off x="7886700" y="2609850"/>
            <a:ext cx="26574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618" name="Web / CLI">
            <a:extLst>
              <a:ext uri="{FF2B5EF4-FFF2-40B4-BE49-F238E27FC236}">
                <a16:creationId xmlns:a16="http://schemas.microsoft.com/office/drawing/2014/main" id="{E8DE1B4B-7F4D-47AE-A69D-D2EDB30D8EF8}"/>
              </a:ext>
            </a:extLst>
          </p:cNvPr>
          <p:cNvSpPr>
            <a:spLocks noGrp="1"/>
          </p:cNvSpPr>
          <p:nvPr/>
        </p:nvSpPr>
        <p:spPr>
          <a:xfrm>
            <a:off x="7886700" y="2609850"/>
            <a:ext cx="2657475" cy="1778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Web / CLI</a:t>
            </a:r>
          </a:p>
        </p:txBody>
      </p:sp>
      <p:sp>
        <p:nvSpPr>
          <p:cNvPr id="1619" name="矩形">
            <a:extLst>
              <a:ext uri="{FF2B5EF4-FFF2-40B4-BE49-F238E27FC236}">
                <a16:creationId xmlns:a16="http://schemas.microsoft.com/office/drawing/2014/main" id="{4E8FE020-C866-4B8E-A5F9-B182A9131859}"/>
              </a:ext>
            </a:extLst>
          </p:cNvPr>
          <p:cNvSpPr>
            <a:spLocks noGrp="1"/>
          </p:cNvSpPr>
          <p:nvPr/>
        </p:nvSpPr>
        <p:spPr>
          <a:xfrm>
            <a:off x="7886700" y="2895600"/>
            <a:ext cx="265747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620" name="工作台展示、事件时间线、命令行路径">
            <a:extLst>
              <a:ext uri="{FF2B5EF4-FFF2-40B4-BE49-F238E27FC236}">
                <a16:creationId xmlns:a16="http://schemas.microsoft.com/office/drawing/2014/main" id="{66C1B652-E832-4A3F-86CA-744099959359}"/>
              </a:ext>
            </a:extLst>
          </p:cNvPr>
          <p:cNvSpPr>
            <a:spLocks noGrp="1"/>
          </p:cNvSpPr>
          <p:nvPr/>
        </p:nvSpPr>
        <p:spPr>
          <a:xfrm>
            <a:off x="7886700" y="2895600"/>
            <a:ext cx="2657475" cy="1651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工作台展示、事件时间线、命令行路径</a:t>
            </a:r>
          </a:p>
        </p:txBody>
      </p:sp>
      <p:sp>
        <p:nvSpPr>
          <p:cNvPr id="1621" name="圆角矩形">
            <a:extLst>
              <a:ext uri="{FF2B5EF4-FFF2-40B4-BE49-F238E27FC236}">
                <a16:creationId xmlns:a16="http://schemas.microsoft.com/office/drawing/2014/main" id="{48D9A284-A686-4520-8905-E7EA850C2DE8}"/>
              </a:ext>
            </a:extLst>
          </p:cNvPr>
          <p:cNvSpPr>
            <a:spLocks noGrp="1"/>
          </p:cNvSpPr>
          <p:nvPr/>
        </p:nvSpPr>
        <p:spPr>
          <a:xfrm>
            <a:off x="1619250" y="3571875"/>
            <a:ext cx="4572000" cy="819150"/>
          </a:xfrm>
          <a:prstGeom prst="roundRect">
            <a:avLst>
              <a:gd name="adj" fmla="val 9302"/>
            </a:avLst>
          </a:prstGeom>
          <a:solidFill>
            <a:srgbClr val="F5F9FE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622" name="矩形">
            <a:extLst>
              <a:ext uri="{FF2B5EF4-FFF2-40B4-BE49-F238E27FC236}">
                <a16:creationId xmlns:a16="http://schemas.microsoft.com/office/drawing/2014/main" id="{EAE78596-6F5B-49EA-8C43-1B53F18F8953}"/>
              </a:ext>
            </a:extLst>
          </p:cNvPr>
          <p:cNvSpPr>
            <a:spLocks noGrp="1"/>
          </p:cNvSpPr>
          <p:nvPr/>
        </p:nvSpPr>
        <p:spPr>
          <a:xfrm>
            <a:off x="1619250" y="3571875"/>
            <a:ext cx="57150" cy="81915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623" name="矩形">
            <a:extLst>
              <a:ext uri="{FF2B5EF4-FFF2-40B4-BE49-F238E27FC236}">
                <a16:creationId xmlns:a16="http://schemas.microsoft.com/office/drawing/2014/main" id="{EEF8ED65-BA11-40FA-A33C-A0FE17F45A63}"/>
              </a:ext>
            </a:extLst>
          </p:cNvPr>
          <p:cNvSpPr>
            <a:spLocks noGrp="1"/>
          </p:cNvSpPr>
          <p:nvPr/>
        </p:nvSpPr>
        <p:spPr>
          <a:xfrm>
            <a:off x="1790700" y="3705225"/>
            <a:ext cx="4229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624" name="端到端 / 工具链">
            <a:extLst>
              <a:ext uri="{FF2B5EF4-FFF2-40B4-BE49-F238E27FC236}">
                <a16:creationId xmlns:a16="http://schemas.microsoft.com/office/drawing/2014/main" id="{0381BA85-FE2E-4AB4-BC82-61F485C3D13C}"/>
              </a:ext>
            </a:extLst>
          </p:cNvPr>
          <p:cNvSpPr>
            <a:spLocks noGrp="1"/>
          </p:cNvSpPr>
          <p:nvPr/>
        </p:nvSpPr>
        <p:spPr>
          <a:xfrm>
            <a:off x="1790700" y="3705225"/>
            <a:ext cx="4229100" cy="2159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端到端 / 工具链</a:t>
            </a:r>
          </a:p>
        </p:txBody>
      </p:sp>
      <p:sp>
        <p:nvSpPr>
          <p:cNvPr id="1625" name="矩形">
            <a:extLst>
              <a:ext uri="{FF2B5EF4-FFF2-40B4-BE49-F238E27FC236}">
                <a16:creationId xmlns:a16="http://schemas.microsoft.com/office/drawing/2014/main" id="{B039F899-86AF-4949-BC97-7DADAB101C85}"/>
              </a:ext>
            </a:extLst>
          </p:cNvPr>
          <p:cNvSpPr>
            <a:spLocks noGrp="1"/>
          </p:cNvSpPr>
          <p:nvPr/>
        </p:nvSpPr>
        <p:spPr>
          <a:xfrm>
            <a:off x="1790700" y="3990975"/>
            <a:ext cx="4229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626" name="计划生成、工具执行、结果汇总链路">
            <a:extLst>
              <a:ext uri="{FF2B5EF4-FFF2-40B4-BE49-F238E27FC236}">
                <a16:creationId xmlns:a16="http://schemas.microsoft.com/office/drawing/2014/main" id="{DB99D456-121F-46EE-B20F-08E1F03C883F}"/>
              </a:ext>
            </a:extLst>
          </p:cNvPr>
          <p:cNvSpPr>
            <a:spLocks noGrp="1"/>
          </p:cNvSpPr>
          <p:nvPr/>
        </p:nvSpPr>
        <p:spPr>
          <a:xfrm>
            <a:off x="1790700" y="3990975"/>
            <a:ext cx="4229100" cy="1651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计划生成、工具执行、结果汇总链路</a:t>
            </a:r>
          </a:p>
        </p:txBody>
      </p:sp>
      <p:sp>
        <p:nvSpPr>
          <p:cNvPr id="1627" name="圆角矩形">
            <a:extLst>
              <a:ext uri="{FF2B5EF4-FFF2-40B4-BE49-F238E27FC236}">
                <a16:creationId xmlns:a16="http://schemas.microsoft.com/office/drawing/2014/main" id="{C6472D40-4398-40C1-B5DB-F432F14111F3}"/>
              </a:ext>
            </a:extLst>
          </p:cNvPr>
          <p:cNvSpPr>
            <a:spLocks noGrp="1"/>
          </p:cNvSpPr>
          <p:nvPr/>
        </p:nvSpPr>
        <p:spPr>
          <a:xfrm>
            <a:off x="6572250" y="3571875"/>
            <a:ext cx="457200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>
            <a:solidFill>
              <a:srgbClr val="C94C4C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628" name="矩形">
            <a:extLst>
              <a:ext uri="{FF2B5EF4-FFF2-40B4-BE49-F238E27FC236}">
                <a16:creationId xmlns:a16="http://schemas.microsoft.com/office/drawing/2014/main" id="{CE7EF09E-9DD6-45F1-919E-5A760062F02F}"/>
              </a:ext>
            </a:extLst>
          </p:cNvPr>
          <p:cNvSpPr>
            <a:spLocks noGrp="1"/>
          </p:cNvSpPr>
          <p:nvPr/>
        </p:nvSpPr>
        <p:spPr>
          <a:xfrm>
            <a:off x="6572250" y="3571875"/>
            <a:ext cx="57150" cy="819150"/>
          </a:xfrm>
          <a:prstGeom prst="rect">
            <a:avLst/>
          </a:prstGeom>
          <a:solidFill>
            <a:srgbClr val="C94C4C"/>
          </a:solidFill>
          <a:ln w="3175">
            <a:solidFill>
              <a:srgbClr val="C94C4C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629" name="矩形">
            <a:extLst>
              <a:ext uri="{FF2B5EF4-FFF2-40B4-BE49-F238E27FC236}">
                <a16:creationId xmlns:a16="http://schemas.microsoft.com/office/drawing/2014/main" id="{99AE5234-66CE-443D-9F28-7ADF5AE05BCF}"/>
              </a:ext>
            </a:extLst>
          </p:cNvPr>
          <p:cNvSpPr>
            <a:spLocks noGrp="1"/>
          </p:cNvSpPr>
          <p:nvPr/>
        </p:nvSpPr>
        <p:spPr>
          <a:xfrm>
            <a:off x="6743700" y="3705225"/>
            <a:ext cx="4229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C94C4C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630" name="异常 / 安全 / 恢复">
            <a:extLst>
              <a:ext uri="{FF2B5EF4-FFF2-40B4-BE49-F238E27FC236}">
                <a16:creationId xmlns:a16="http://schemas.microsoft.com/office/drawing/2014/main" id="{84AF2112-D47B-4AC4-8CEF-E3A8E4E61399}"/>
              </a:ext>
            </a:extLst>
          </p:cNvPr>
          <p:cNvSpPr>
            <a:spLocks noGrp="1"/>
          </p:cNvSpPr>
          <p:nvPr/>
        </p:nvSpPr>
        <p:spPr>
          <a:xfrm>
            <a:off x="6743700" y="3705225"/>
            <a:ext cx="4229100" cy="2159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C94C4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异常 / 安全 / 恢复</a:t>
            </a:r>
          </a:p>
        </p:txBody>
      </p:sp>
      <p:sp>
        <p:nvSpPr>
          <p:cNvPr id="1631" name="矩形">
            <a:extLst>
              <a:ext uri="{FF2B5EF4-FFF2-40B4-BE49-F238E27FC236}">
                <a16:creationId xmlns:a16="http://schemas.microsoft.com/office/drawing/2014/main" id="{184DADBC-18A9-4476-B622-3CD3BE2081CD}"/>
              </a:ext>
            </a:extLst>
          </p:cNvPr>
          <p:cNvSpPr>
            <a:spLocks noGrp="1"/>
          </p:cNvSpPr>
          <p:nvPr/>
        </p:nvSpPr>
        <p:spPr>
          <a:xfrm>
            <a:off x="6743700" y="3990975"/>
            <a:ext cx="4229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632" name="失败恢复、安全阻断、边界输入">
            <a:extLst>
              <a:ext uri="{FF2B5EF4-FFF2-40B4-BE49-F238E27FC236}">
                <a16:creationId xmlns:a16="http://schemas.microsoft.com/office/drawing/2014/main" id="{1824F222-BB81-40A5-9959-3B5C404D8131}"/>
              </a:ext>
            </a:extLst>
          </p:cNvPr>
          <p:cNvSpPr>
            <a:spLocks noGrp="1"/>
          </p:cNvSpPr>
          <p:nvPr/>
        </p:nvSpPr>
        <p:spPr>
          <a:xfrm>
            <a:off x="6743700" y="3990975"/>
            <a:ext cx="4229100" cy="1651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失败恢复、安全阻断、边界输入</a:t>
            </a:r>
          </a:p>
        </p:txBody>
      </p:sp>
      <p:sp>
        <p:nvSpPr>
          <p:cNvPr id="1633" name="圆角矩形">
            <a:extLst>
              <a:ext uri="{FF2B5EF4-FFF2-40B4-BE49-F238E27FC236}">
                <a16:creationId xmlns:a16="http://schemas.microsoft.com/office/drawing/2014/main" id="{505AB2EE-3FEB-4B4C-A869-DF0B8993625B}"/>
              </a:ext>
            </a:extLst>
          </p:cNvPr>
          <p:cNvSpPr>
            <a:spLocks noGrp="1"/>
          </p:cNvSpPr>
          <p:nvPr/>
        </p:nvSpPr>
        <p:spPr>
          <a:xfrm>
            <a:off x="1476375" y="4953000"/>
            <a:ext cx="9239250" cy="552450"/>
          </a:xfrm>
          <a:prstGeom prst="roundRect">
            <a:avLst>
              <a:gd name="adj" fmla="val 13793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634" name="矩形">
            <a:extLst>
              <a:ext uri="{FF2B5EF4-FFF2-40B4-BE49-F238E27FC236}">
                <a16:creationId xmlns:a16="http://schemas.microsoft.com/office/drawing/2014/main" id="{5B686F19-4FEA-416F-BD93-CFC65E7AB283}"/>
              </a:ext>
            </a:extLst>
          </p:cNvPr>
          <p:cNvSpPr>
            <a:spLocks noGrp="1"/>
          </p:cNvSpPr>
          <p:nvPr/>
        </p:nvSpPr>
        <p:spPr>
          <a:xfrm>
            <a:off x="1647825" y="5086350"/>
            <a:ext cx="8896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635" name="工程验证结论">
            <a:extLst>
              <a:ext uri="{FF2B5EF4-FFF2-40B4-BE49-F238E27FC236}">
                <a16:creationId xmlns:a16="http://schemas.microsoft.com/office/drawing/2014/main" id="{54AF48BF-CDC9-4652-AAA0-6861A714E86D}"/>
              </a:ext>
            </a:extLst>
          </p:cNvPr>
          <p:cNvSpPr>
            <a:spLocks noGrp="1"/>
          </p:cNvSpPr>
          <p:nvPr/>
        </p:nvSpPr>
        <p:spPr>
          <a:xfrm>
            <a:off x="1647825" y="5086350"/>
            <a:ext cx="8896350" cy="2159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工程验证结论</a:t>
            </a:r>
          </a:p>
        </p:txBody>
      </p:sp>
      <p:sp>
        <p:nvSpPr>
          <p:cNvPr id="1636" name="矩形">
            <a:extLst>
              <a:ext uri="{FF2B5EF4-FFF2-40B4-BE49-F238E27FC236}">
                <a16:creationId xmlns:a16="http://schemas.microsoft.com/office/drawing/2014/main" id="{639D9005-17CA-41E4-AC73-C0046C7D587A}"/>
              </a:ext>
            </a:extLst>
          </p:cNvPr>
          <p:cNvSpPr>
            <a:spLocks noGrp="1"/>
          </p:cNvSpPr>
          <p:nvPr/>
        </p:nvSpPr>
        <p:spPr>
          <a:xfrm>
            <a:off x="1647825" y="5276850"/>
            <a:ext cx="88963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637" name="系统测试回答“能不能稳定运行”：任务接入、状态控制、人在环决策、快照恢复和异常路径均有覆盖。">
            <a:extLst>
              <a:ext uri="{FF2B5EF4-FFF2-40B4-BE49-F238E27FC236}">
                <a16:creationId xmlns:a16="http://schemas.microsoft.com/office/drawing/2014/main" id="{EEEA70E0-1CEE-46F7-B449-81E192B4E86B}"/>
              </a:ext>
            </a:extLst>
          </p:cNvPr>
          <p:cNvSpPr>
            <a:spLocks noGrp="1"/>
          </p:cNvSpPr>
          <p:nvPr/>
        </p:nvSpPr>
        <p:spPr>
          <a:xfrm>
            <a:off x="1647825" y="5276850"/>
            <a:ext cx="8896350" cy="2032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系统测试回答“能不能稳定运行”：任务接入、状态控制、人在环决策、快照恢复和异常路径均有覆盖。</a:t>
            </a:r>
          </a:p>
        </p:txBody>
      </p:sp>
      <p:sp>
        <p:nvSpPr>
          <p:cNvPr id="1643" name="矩形 1642">
            <a:extLst>
              <a:ext uri="{FF2B5EF4-FFF2-40B4-BE49-F238E27FC236}">
                <a16:creationId xmlns:a16="http://schemas.microsoft.com/office/drawing/2014/main" id="{64F964FB-6A48-4955-9DEB-534D0F1018DA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41937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2" name="矩形">
            <a:extLst>
              <a:ext uri="{FF2B5EF4-FFF2-40B4-BE49-F238E27FC236}">
                <a16:creationId xmlns:a16="http://schemas.microsoft.com/office/drawing/2014/main" id="{50694ED1-DB56-4075-B2D4-CAF1421188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643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1644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1645" name="矩形">
            <a:extLst>
              <a:ext uri="{FF2B5EF4-FFF2-40B4-BE49-F238E27FC236}">
                <a16:creationId xmlns:a16="http://schemas.microsoft.com/office/drawing/2014/main" id="{91B3679C-A4BA-4DE3-93C2-6EC441EF0068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46" name="矩形">
            <a:extLst>
              <a:ext uri="{FF2B5EF4-FFF2-40B4-BE49-F238E27FC236}">
                <a16:creationId xmlns:a16="http://schemas.microsoft.com/office/drawing/2014/main" id="{A53D8780-17E0-459F-AA98-432241686465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47" name="矩形">
            <a:extLst>
              <a:ext uri="{FF2B5EF4-FFF2-40B4-BE49-F238E27FC236}">
                <a16:creationId xmlns:a16="http://schemas.microsoft.com/office/drawing/2014/main" id="{35B6484F-5E61-4F79-8B6E-EDB59D9D74A2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48" name="矩形">
            <a:extLst>
              <a:ext uri="{FF2B5EF4-FFF2-40B4-BE49-F238E27FC236}">
                <a16:creationId xmlns:a16="http://schemas.microsoft.com/office/drawing/2014/main" id="{DFBE641E-A23D-4AD1-A55D-61EC23E423B6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49" name="矩形">
            <a:extLst>
              <a:ext uri="{FF2B5EF4-FFF2-40B4-BE49-F238E27FC236}">
                <a16:creationId xmlns:a16="http://schemas.microsoft.com/office/drawing/2014/main" id="{19EABB28-7C61-4EED-B4B0-A39331A99374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50" name="矩形">
            <a:extLst>
              <a:ext uri="{FF2B5EF4-FFF2-40B4-BE49-F238E27FC236}">
                <a16:creationId xmlns:a16="http://schemas.microsoft.com/office/drawing/2014/main" id="{1775B840-956C-47BC-BDF8-7F71AFF5083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51" name="矩形">
            <a:extLst>
              <a:ext uri="{FF2B5EF4-FFF2-40B4-BE49-F238E27FC236}">
                <a16:creationId xmlns:a16="http://schemas.microsoft.com/office/drawing/2014/main" id="{B497BD75-0B99-4BAE-97CB-0C28F2D85B32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52" name="矩形">
            <a:extLst>
              <a:ext uri="{FF2B5EF4-FFF2-40B4-BE49-F238E27FC236}">
                <a16:creationId xmlns:a16="http://schemas.microsoft.com/office/drawing/2014/main" id="{C9BB4264-2275-41AD-A667-3B123A63E865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53" name="矩形">
            <a:extLst>
              <a:ext uri="{FF2B5EF4-FFF2-40B4-BE49-F238E27FC236}">
                <a16:creationId xmlns:a16="http://schemas.microsoft.com/office/drawing/2014/main" id="{CB303E6E-8B22-44D9-A72D-742828E718C0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54" name="矩形">
            <a:extLst>
              <a:ext uri="{FF2B5EF4-FFF2-40B4-BE49-F238E27FC236}">
                <a16:creationId xmlns:a16="http://schemas.microsoft.com/office/drawing/2014/main" id="{92E9DA52-DE16-49FA-91FF-8EF096FEE1BF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55" name="矩形">
            <a:extLst>
              <a:ext uri="{FF2B5EF4-FFF2-40B4-BE49-F238E27FC236}">
                <a16:creationId xmlns:a16="http://schemas.microsoft.com/office/drawing/2014/main" id="{A6619FDF-E8D7-4F18-80AA-D015A2C995F6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56" name="矩形">
            <a:extLst>
              <a:ext uri="{FF2B5EF4-FFF2-40B4-BE49-F238E27FC236}">
                <a16:creationId xmlns:a16="http://schemas.microsoft.com/office/drawing/2014/main" id="{A7318E36-9ADE-48AD-8C11-F68C880BCFAD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57" name="矩形">
            <a:extLst>
              <a:ext uri="{FF2B5EF4-FFF2-40B4-BE49-F238E27FC236}">
                <a16:creationId xmlns:a16="http://schemas.microsoft.com/office/drawing/2014/main" id="{8CA50A8B-32F2-42C5-B0F2-4D2C593D705F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58" name="矩形">
            <a:extLst>
              <a:ext uri="{FF2B5EF4-FFF2-40B4-BE49-F238E27FC236}">
                <a16:creationId xmlns:a16="http://schemas.microsoft.com/office/drawing/2014/main" id="{9A1461C3-2F0B-40C8-A210-A2FE18F6D319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59" name="矩形">
            <a:extLst>
              <a:ext uri="{FF2B5EF4-FFF2-40B4-BE49-F238E27FC236}">
                <a16:creationId xmlns:a16="http://schemas.microsoft.com/office/drawing/2014/main" id="{ADCEE2AA-A20E-4987-AF54-DC58072CE93E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60" name="矩形">
            <a:extLst>
              <a:ext uri="{FF2B5EF4-FFF2-40B4-BE49-F238E27FC236}">
                <a16:creationId xmlns:a16="http://schemas.microsoft.com/office/drawing/2014/main" id="{610EC909-697F-4C5D-9CD8-700637329100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61" name="矩形">
            <a:extLst>
              <a:ext uri="{FF2B5EF4-FFF2-40B4-BE49-F238E27FC236}">
                <a16:creationId xmlns:a16="http://schemas.microsoft.com/office/drawing/2014/main" id="{F9703604-76CD-4198-9BAA-A6734381B806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62" name="矩形">
            <a:extLst>
              <a:ext uri="{FF2B5EF4-FFF2-40B4-BE49-F238E27FC236}">
                <a16:creationId xmlns:a16="http://schemas.microsoft.com/office/drawing/2014/main" id="{E6F28F90-39C7-461D-88F9-32BD2CB34D0B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63" name="矩形">
            <a:extLst>
              <a:ext uri="{FF2B5EF4-FFF2-40B4-BE49-F238E27FC236}">
                <a16:creationId xmlns:a16="http://schemas.microsoft.com/office/drawing/2014/main" id="{56AE9502-21A9-4C64-98AB-FBA50E1C7E45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64" name="矩形">
            <a:extLst>
              <a:ext uri="{FF2B5EF4-FFF2-40B4-BE49-F238E27FC236}">
                <a16:creationId xmlns:a16="http://schemas.microsoft.com/office/drawing/2014/main" id="{199B0190-B1ED-4F79-AE96-EF5F6C8602C2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65" name="矩形">
            <a:extLst>
              <a:ext uri="{FF2B5EF4-FFF2-40B4-BE49-F238E27FC236}">
                <a16:creationId xmlns:a16="http://schemas.microsoft.com/office/drawing/2014/main" id="{5145D724-CAF6-46B4-821F-0254B257EB30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66" name="矩形">
            <a:extLst>
              <a:ext uri="{FF2B5EF4-FFF2-40B4-BE49-F238E27FC236}">
                <a16:creationId xmlns:a16="http://schemas.microsoft.com/office/drawing/2014/main" id="{1B4FC8E9-43DE-4E05-BB42-549B6129E662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67" name="矩形">
            <a:extLst>
              <a:ext uri="{FF2B5EF4-FFF2-40B4-BE49-F238E27FC236}">
                <a16:creationId xmlns:a16="http://schemas.microsoft.com/office/drawing/2014/main" id="{62032F19-26F6-4116-A9D0-B8884291C437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68" name="矩形">
            <a:extLst>
              <a:ext uri="{FF2B5EF4-FFF2-40B4-BE49-F238E27FC236}">
                <a16:creationId xmlns:a16="http://schemas.microsoft.com/office/drawing/2014/main" id="{D0260ABC-7D56-48B1-ABBB-CA6F2C0EEBC0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69" name="矩形">
            <a:extLst>
              <a:ext uri="{FF2B5EF4-FFF2-40B4-BE49-F238E27FC236}">
                <a16:creationId xmlns:a16="http://schemas.microsoft.com/office/drawing/2014/main" id="{1E58C205-D0E5-4157-9FBD-7E1510EBB0F0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70" name="矩形">
            <a:extLst>
              <a:ext uri="{FF2B5EF4-FFF2-40B4-BE49-F238E27FC236}">
                <a16:creationId xmlns:a16="http://schemas.microsoft.com/office/drawing/2014/main" id="{69BDB14E-AE22-42DF-A4B1-57E3013E4873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71" name="矩形">
            <a:extLst>
              <a:ext uri="{FF2B5EF4-FFF2-40B4-BE49-F238E27FC236}">
                <a16:creationId xmlns:a16="http://schemas.microsoft.com/office/drawing/2014/main" id="{E299527D-6A4D-485A-81C8-E46A787C97BE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72" name="矩形">
            <a:extLst>
              <a:ext uri="{FF2B5EF4-FFF2-40B4-BE49-F238E27FC236}">
                <a16:creationId xmlns:a16="http://schemas.microsoft.com/office/drawing/2014/main" id="{09CAE28F-2E31-4F7D-A69D-74A86645D42C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73" name="矩形">
            <a:extLst>
              <a:ext uri="{FF2B5EF4-FFF2-40B4-BE49-F238E27FC236}">
                <a16:creationId xmlns:a16="http://schemas.microsoft.com/office/drawing/2014/main" id="{10C5E1E8-0088-4DEE-B8FE-B4DBD62DAAD4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74" name="矩形">
            <a:extLst>
              <a:ext uri="{FF2B5EF4-FFF2-40B4-BE49-F238E27FC236}">
                <a16:creationId xmlns:a16="http://schemas.microsoft.com/office/drawing/2014/main" id="{CC27D3FA-0B8B-4018-98F4-DB462E80A933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75" name="矩形">
            <a:extLst>
              <a:ext uri="{FF2B5EF4-FFF2-40B4-BE49-F238E27FC236}">
                <a16:creationId xmlns:a16="http://schemas.microsoft.com/office/drawing/2014/main" id="{D8720BFE-EF9A-4A6D-AEAB-A681E550D1CB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76" name="矩形">
            <a:extLst>
              <a:ext uri="{FF2B5EF4-FFF2-40B4-BE49-F238E27FC236}">
                <a16:creationId xmlns:a16="http://schemas.microsoft.com/office/drawing/2014/main" id="{7C15E1CE-EB23-47A4-9459-231520C2EAED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77" name="矩形">
            <a:extLst>
              <a:ext uri="{FF2B5EF4-FFF2-40B4-BE49-F238E27FC236}">
                <a16:creationId xmlns:a16="http://schemas.microsoft.com/office/drawing/2014/main" id="{5D739DDD-7BC7-4473-AF9A-914B583E0F29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78" name="矩形">
            <a:extLst>
              <a:ext uri="{FF2B5EF4-FFF2-40B4-BE49-F238E27FC236}">
                <a16:creationId xmlns:a16="http://schemas.microsoft.com/office/drawing/2014/main" id="{2BEAEEE5-C54E-4BCE-ACE2-6891C23B0A3D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79" name="矩形">
            <a:extLst>
              <a:ext uri="{FF2B5EF4-FFF2-40B4-BE49-F238E27FC236}">
                <a16:creationId xmlns:a16="http://schemas.microsoft.com/office/drawing/2014/main" id="{565F0A42-E647-4FFE-B147-F9A3A2468AA3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80" name="矩形">
            <a:extLst>
              <a:ext uri="{FF2B5EF4-FFF2-40B4-BE49-F238E27FC236}">
                <a16:creationId xmlns:a16="http://schemas.microsoft.com/office/drawing/2014/main" id="{8CAEF5B1-7BDF-497C-8B74-5C5FB25552E1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81" name="矩形">
            <a:extLst>
              <a:ext uri="{FF2B5EF4-FFF2-40B4-BE49-F238E27FC236}">
                <a16:creationId xmlns:a16="http://schemas.microsoft.com/office/drawing/2014/main" id="{A75ECF79-2DE3-4FEC-8A3D-562FD09231E2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82" name="矩形">
            <a:extLst>
              <a:ext uri="{FF2B5EF4-FFF2-40B4-BE49-F238E27FC236}">
                <a16:creationId xmlns:a16="http://schemas.microsoft.com/office/drawing/2014/main" id="{AD693A24-531E-4F58-985D-A82C4F588A86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83" name="矩形">
            <a:extLst>
              <a:ext uri="{FF2B5EF4-FFF2-40B4-BE49-F238E27FC236}">
                <a16:creationId xmlns:a16="http://schemas.microsoft.com/office/drawing/2014/main" id="{BFFAA1EB-8D3C-479D-B640-0E87EB8E3455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84" name="矩形">
            <a:extLst>
              <a:ext uri="{FF2B5EF4-FFF2-40B4-BE49-F238E27FC236}">
                <a16:creationId xmlns:a16="http://schemas.microsoft.com/office/drawing/2014/main" id="{206FFE3B-ECCA-49C6-9639-2C0094B37523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85" name="矩形">
            <a:extLst>
              <a:ext uri="{FF2B5EF4-FFF2-40B4-BE49-F238E27FC236}">
                <a16:creationId xmlns:a16="http://schemas.microsoft.com/office/drawing/2014/main" id="{6A2B5A94-A815-43B8-816A-A3904B671E43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86" name="矩形">
            <a:extLst>
              <a:ext uri="{FF2B5EF4-FFF2-40B4-BE49-F238E27FC236}">
                <a16:creationId xmlns:a16="http://schemas.microsoft.com/office/drawing/2014/main" id="{8C42EBF6-14F5-4373-BD99-F62C838D66CF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87" name="矩形">
            <a:extLst>
              <a:ext uri="{FF2B5EF4-FFF2-40B4-BE49-F238E27FC236}">
                <a16:creationId xmlns:a16="http://schemas.microsoft.com/office/drawing/2014/main" id="{CBEDF608-FC51-479A-B178-94B97A736EE8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88" name="矩形">
            <a:extLst>
              <a:ext uri="{FF2B5EF4-FFF2-40B4-BE49-F238E27FC236}">
                <a16:creationId xmlns:a16="http://schemas.microsoft.com/office/drawing/2014/main" id="{A8796721-7B76-418E-BCA5-DC8B3FB165B4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89" name="矩形">
            <a:extLst>
              <a:ext uri="{FF2B5EF4-FFF2-40B4-BE49-F238E27FC236}">
                <a16:creationId xmlns:a16="http://schemas.microsoft.com/office/drawing/2014/main" id="{1F362026-7492-4BF4-A01A-2C6B59A9C320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90" name="矩形">
            <a:extLst>
              <a:ext uri="{FF2B5EF4-FFF2-40B4-BE49-F238E27FC236}">
                <a16:creationId xmlns:a16="http://schemas.microsoft.com/office/drawing/2014/main" id="{96832B1F-3ABF-498C-B659-E4170978D56C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91" name="矩形">
            <a:extLst>
              <a:ext uri="{FF2B5EF4-FFF2-40B4-BE49-F238E27FC236}">
                <a16:creationId xmlns:a16="http://schemas.microsoft.com/office/drawing/2014/main" id="{634F776D-268A-4515-B302-1165C16411C9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92" name="矩形">
            <a:extLst>
              <a:ext uri="{FF2B5EF4-FFF2-40B4-BE49-F238E27FC236}">
                <a16:creationId xmlns:a16="http://schemas.microsoft.com/office/drawing/2014/main" id="{C1B1461C-7DC6-4AFB-A074-D13FCD7E70BC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93" name="矩形">
            <a:extLst>
              <a:ext uri="{FF2B5EF4-FFF2-40B4-BE49-F238E27FC236}">
                <a16:creationId xmlns:a16="http://schemas.microsoft.com/office/drawing/2014/main" id="{6CFEE75E-6A70-451A-8948-65C09FD645B3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94" name="矩形">
            <a:extLst>
              <a:ext uri="{FF2B5EF4-FFF2-40B4-BE49-F238E27FC236}">
                <a16:creationId xmlns:a16="http://schemas.microsoft.com/office/drawing/2014/main" id="{B929ECA3-1290-4D94-B59C-E2D7158C7B62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95" name="矩形">
            <a:extLst>
              <a:ext uri="{FF2B5EF4-FFF2-40B4-BE49-F238E27FC236}">
                <a16:creationId xmlns:a16="http://schemas.microsoft.com/office/drawing/2014/main" id="{F61AF40B-F8E5-4B95-9BA7-44D27EF4C596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96" name="矩形">
            <a:extLst>
              <a:ext uri="{FF2B5EF4-FFF2-40B4-BE49-F238E27FC236}">
                <a16:creationId xmlns:a16="http://schemas.microsoft.com/office/drawing/2014/main" id="{84D0261D-D028-4BEC-90AD-4721C319F7B4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97" name="矩形">
            <a:extLst>
              <a:ext uri="{FF2B5EF4-FFF2-40B4-BE49-F238E27FC236}">
                <a16:creationId xmlns:a16="http://schemas.microsoft.com/office/drawing/2014/main" id="{943D43AC-35EC-48D6-9051-ABAAF2FF8DDF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98" name="矩形">
            <a:extLst>
              <a:ext uri="{FF2B5EF4-FFF2-40B4-BE49-F238E27FC236}">
                <a16:creationId xmlns:a16="http://schemas.microsoft.com/office/drawing/2014/main" id="{5089CFC2-65D8-4F25-BB61-4B09DCB1C4E2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699" name="矩形">
            <a:extLst>
              <a:ext uri="{FF2B5EF4-FFF2-40B4-BE49-F238E27FC236}">
                <a16:creationId xmlns:a16="http://schemas.microsoft.com/office/drawing/2014/main" id="{BDDE19D9-D4C7-46AF-914D-1BA95E9AC218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00" name="矩形">
            <a:extLst>
              <a:ext uri="{FF2B5EF4-FFF2-40B4-BE49-F238E27FC236}">
                <a16:creationId xmlns:a16="http://schemas.microsoft.com/office/drawing/2014/main" id="{FFD885A7-8E3E-438F-9181-A02CD4139CF8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01" name="矩形">
            <a:extLst>
              <a:ext uri="{FF2B5EF4-FFF2-40B4-BE49-F238E27FC236}">
                <a16:creationId xmlns:a16="http://schemas.microsoft.com/office/drawing/2014/main" id="{84396CDA-61D5-4E6B-BBAA-460CB818872B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02" name="矩形">
            <a:extLst>
              <a:ext uri="{FF2B5EF4-FFF2-40B4-BE49-F238E27FC236}">
                <a16:creationId xmlns:a16="http://schemas.microsoft.com/office/drawing/2014/main" id="{BD924B40-DB17-4B04-B809-A72511B7055D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03" name="矩形">
            <a:extLst>
              <a:ext uri="{FF2B5EF4-FFF2-40B4-BE49-F238E27FC236}">
                <a16:creationId xmlns:a16="http://schemas.microsoft.com/office/drawing/2014/main" id="{F835C1F6-F155-43ED-86AD-488028D943C1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04" name="矩形">
            <a:extLst>
              <a:ext uri="{FF2B5EF4-FFF2-40B4-BE49-F238E27FC236}">
                <a16:creationId xmlns:a16="http://schemas.microsoft.com/office/drawing/2014/main" id="{36718A4C-2521-4E23-9944-3B30C786B4DC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05" name="矩形">
            <a:extLst>
              <a:ext uri="{FF2B5EF4-FFF2-40B4-BE49-F238E27FC236}">
                <a16:creationId xmlns:a16="http://schemas.microsoft.com/office/drawing/2014/main" id="{F9AC0A51-7450-4551-9B32-0D2CB79D200A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06" name="矩形">
            <a:extLst>
              <a:ext uri="{FF2B5EF4-FFF2-40B4-BE49-F238E27FC236}">
                <a16:creationId xmlns:a16="http://schemas.microsoft.com/office/drawing/2014/main" id="{ED226919-529A-4903-BE02-BE32ABBA7B8D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07" name="矩形">
            <a:extLst>
              <a:ext uri="{FF2B5EF4-FFF2-40B4-BE49-F238E27FC236}">
                <a16:creationId xmlns:a16="http://schemas.microsoft.com/office/drawing/2014/main" id="{EE23413A-DEBB-48CE-8F08-66370786981B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08" name="矩形">
            <a:extLst>
              <a:ext uri="{FF2B5EF4-FFF2-40B4-BE49-F238E27FC236}">
                <a16:creationId xmlns:a16="http://schemas.microsoft.com/office/drawing/2014/main" id="{E754B955-BC71-44F6-8458-22DB8362F3FB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09" name="矩形">
            <a:extLst>
              <a:ext uri="{FF2B5EF4-FFF2-40B4-BE49-F238E27FC236}">
                <a16:creationId xmlns:a16="http://schemas.microsoft.com/office/drawing/2014/main" id="{1845C50F-D2AC-4A90-B76F-364010016B3F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10" name="矩形">
            <a:extLst>
              <a:ext uri="{FF2B5EF4-FFF2-40B4-BE49-F238E27FC236}">
                <a16:creationId xmlns:a16="http://schemas.microsoft.com/office/drawing/2014/main" id="{05FB66E2-4529-4CF2-9B83-A987DB83587C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11" name="矩形">
            <a:extLst>
              <a:ext uri="{FF2B5EF4-FFF2-40B4-BE49-F238E27FC236}">
                <a16:creationId xmlns:a16="http://schemas.microsoft.com/office/drawing/2014/main" id="{A0072449-6F83-4C1A-9C42-D97128CB4F47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12" name="矩形">
            <a:extLst>
              <a:ext uri="{FF2B5EF4-FFF2-40B4-BE49-F238E27FC236}">
                <a16:creationId xmlns:a16="http://schemas.microsoft.com/office/drawing/2014/main" id="{77D0F186-54E5-4255-9B1B-1D3F7BA443FE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713" name="矩形">
            <a:extLst>
              <a:ext uri="{FF2B5EF4-FFF2-40B4-BE49-F238E27FC236}">
                <a16:creationId xmlns:a16="http://schemas.microsoft.com/office/drawing/2014/main" id="{CB368C81-3DDD-45C6-AE40-738987016472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714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1715" name="矩形">
            <a:extLst>
              <a:ext uri="{FF2B5EF4-FFF2-40B4-BE49-F238E27FC236}">
                <a16:creationId xmlns:a16="http://schemas.microsoft.com/office/drawing/2014/main" id="{517E34A3-956C-484E-B80B-6B5FEC52195F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16" name="验证二：84 次运行消融实验">
            <a:extLst>
              <a:ext uri="{FF2B5EF4-FFF2-40B4-BE49-F238E27FC236}">
                <a16:creationId xmlns:a16="http://schemas.microsoft.com/office/drawing/2014/main" id="{95BB6DEB-C683-4B7B-99FE-2CB0B63BEC71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验证二：84 次运行消融实验</a:t>
            </a:r>
          </a:p>
        </p:txBody>
      </p:sp>
      <p:sp>
        <p:nvSpPr>
          <p:cNvPr id="1717" name="矩形">
            <a:extLst>
              <a:ext uri="{FF2B5EF4-FFF2-40B4-BE49-F238E27FC236}">
                <a16:creationId xmlns:a16="http://schemas.microsoft.com/office/drawing/2014/main" id="{D66A73D9-E4FD-49C2-907E-32C927ADCB52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18" name="EXPERIMENT">
            <a:extLst>
              <a:ext uri="{FF2B5EF4-FFF2-40B4-BE49-F238E27FC236}">
                <a16:creationId xmlns:a16="http://schemas.microsoft.com/office/drawing/2014/main" id="{EADDA5DE-D422-46E8-8234-9D387529CD8B}"/>
              </a:ext>
            </a:extLst>
          </p:cNvPr>
          <p:cNvSpPr>
            <a:spLocks noGrp="1"/>
          </p:cNvSpPr>
          <p:nvPr/>
        </p:nvSpPr>
        <p:spPr>
          <a:xfrm>
            <a:off x="8667750" y="269874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EXPERIMENT</a:t>
            </a:r>
          </a:p>
        </p:txBody>
      </p:sp>
      <p:sp>
        <p:nvSpPr>
          <p:cNvPr id="1720" name="矩形">
            <a:extLst>
              <a:ext uri="{FF2B5EF4-FFF2-40B4-BE49-F238E27FC236}">
                <a16:creationId xmlns:a16="http://schemas.microsoft.com/office/drawing/2014/main" id="{068F523A-AF23-44E7-B0DA-230CEC3B1F7D}"/>
              </a:ext>
            </a:extLst>
          </p:cNvPr>
          <p:cNvSpPr>
            <a:spLocks noGrp="1"/>
          </p:cNvSpPr>
          <p:nvPr/>
        </p:nvSpPr>
        <p:spPr>
          <a:xfrm>
            <a:off x="904875" y="952500"/>
            <a:ext cx="895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21" name="4 组策略 × 每组 21 次运行 = 84 次运行；任务集覆盖 12 个 task_key、8 类场景。">
            <a:extLst>
              <a:ext uri="{FF2B5EF4-FFF2-40B4-BE49-F238E27FC236}">
                <a16:creationId xmlns:a16="http://schemas.microsoft.com/office/drawing/2014/main" id="{789BFF76-DFDF-41B4-A840-C4B558A301DF}"/>
              </a:ext>
            </a:extLst>
          </p:cNvPr>
          <p:cNvSpPr>
            <a:spLocks noGrp="1"/>
          </p:cNvSpPr>
          <p:nvPr/>
        </p:nvSpPr>
        <p:spPr>
          <a:xfrm>
            <a:off x="904875" y="952500"/>
            <a:ext cx="8953500" cy="2159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4 组策略 × 每组 21 次运行 = 84 次运行；任务集覆盖 12 个 task_key、8 类场景。</a:t>
            </a:r>
          </a:p>
        </p:txBody>
      </p:sp>
      <p:sp>
        <p:nvSpPr>
          <p:cNvPr id="1722" name="圆角矩形">
            <a:extLst>
              <a:ext uri="{FF2B5EF4-FFF2-40B4-BE49-F238E27FC236}">
                <a16:creationId xmlns:a16="http://schemas.microsoft.com/office/drawing/2014/main" id="{0889CC15-F401-4385-ADD3-886672125A9A}"/>
              </a:ext>
            </a:extLst>
          </p:cNvPr>
          <p:cNvSpPr>
            <a:spLocks noGrp="1"/>
          </p:cNvSpPr>
          <p:nvPr/>
        </p:nvSpPr>
        <p:spPr>
          <a:xfrm>
            <a:off x="9191625" y="914400"/>
            <a:ext cx="2095500" cy="266700"/>
          </a:xfrm>
          <a:prstGeom prst="roundRect">
            <a:avLst>
              <a:gd name="adj" fmla="val 28571"/>
            </a:avLst>
          </a:prstGeom>
          <a:solidFill>
            <a:srgbClr val="EAF3FF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723" name="矩形">
            <a:extLst>
              <a:ext uri="{FF2B5EF4-FFF2-40B4-BE49-F238E27FC236}">
                <a16:creationId xmlns:a16="http://schemas.microsoft.com/office/drawing/2014/main" id="{4886CA09-39B5-4DCA-B933-10B4950F1048}"/>
              </a:ext>
            </a:extLst>
          </p:cNvPr>
          <p:cNvSpPr>
            <a:spLocks noGrp="1"/>
          </p:cNvSpPr>
          <p:nvPr/>
        </p:nvSpPr>
        <p:spPr>
          <a:xfrm>
            <a:off x="9248775" y="971550"/>
            <a:ext cx="1981200" cy="14287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8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24" name="总结果：81 DONE / 3 FAILED">
            <a:extLst>
              <a:ext uri="{FF2B5EF4-FFF2-40B4-BE49-F238E27FC236}">
                <a16:creationId xmlns:a16="http://schemas.microsoft.com/office/drawing/2014/main" id="{CCCC7711-0F12-4F33-9905-482C227F6651}"/>
              </a:ext>
            </a:extLst>
          </p:cNvPr>
          <p:cNvSpPr>
            <a:spLocks noGrp="1"/>
          </p:cNvSpPr>
          <p:nvPr/>
        </p:nvSpPr>
        <p:spPr>
          <a:xfrm>
            <a:off x="9248775" y="971550"/>
            <a:ext cx="1981200" cy="1397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8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总结果：81 DONE / 3 FAILED</a:t>
            </a:r>
          </a:p>
        </p:txBody>
      </p:sp>
      <p:sp>
        <p:nvSpPr>
          <p:cNvPr id="1725" name="圆角矩形">
            <a:extLst>
              <a:ext uri="{FF2B5EF4-FFF2-40B4-BE49-F238E27FC236}">
                <a16:creationId xmlns:a16="http://schemas.microsoft.com/office/drawing/2014/main" id="{9747FAD5-B72F-4D88-9DDE-68AB45B94E86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2324100" cy="1381125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726" name="矩形">
            <a:extLst>
              <a:ext uri="{FF2B5EF4-FFF2-40B4-BE49-F238E27FC236}">
                <a16:creationId xmlns:a16="http://schemas.microsoft.com/office/drawing/2014/main" id="{C0E04B71-A35D-47A7-9C56-882D976553AC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57150" cy="1381125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727" name="矩形">
            <a:extLst>
              <a:ext uri="{FF2B5EF4-FFF2-40B4-BE49-F238E27FC236}">
                <a16:creationId xmlns:a16="http://schemas.microsoft.com/office/drawing/2014/main" id="{E0C3D1ED-40EB-436B-82C9-356C72FEEC14}"/>
              </a:ext>
            </a:extLst>
          </p:cNvPr>
          <p:cNvSpPr>
            <a:spLocks noGrp="1"/>
          </p:cNvSpPr>
          <p:nvPr/>
        </p:nvSpPr>
        <p:spPr>
          <a:xfrm>
            <a:off x="857250" y="1562100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28" name="static_top1">
            <a:extLst>
              <a:ext uri="{FF2B5EF4-FFF2-40B4-BE49-F238E27FC236}">
                <a16:creationId xmlns:a16="http://schemas.microsoft.com/office/drawing/2014/main" id="{A19497AE-8FC9-47BC-8415-A5684346ADBF}"/>
              </a:ext>
            </a:extLst>
          </p:cNvPr>
          <p:cNvSpPr>
            <a:spLocks noGrp="1"/>
          </p:cNvSpPr>
          <p:nvPr/>
        </p:nvSpPr>
        <p:spPr>
          <a:xfrm>
            <a:off x="857250" y="1562100"/>
            <a:ext cx="1981200" cy="1524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static_top1</a:t>
            </a:r>
          </a:p>
        </p:txBody>
      </p:sp>
      <p:sp>
        <p:nvSpPr>
          <p:cNvPr id="1729" name="矩形">
            <a:extLst>
              <a:ext uri="{FF2B5EF4-FFF2-40B4-BE49-F238E27FC236}">
                <a16:creationId xmlns:a16="http://schemas.microsoft.com/office/drawing/2014/main" id="{EAB3E5B9-3737-45AB-BF07-A937837281B1}"/>
              </a:ext>
            </a:extLst>
          </p:cNvPr>
          <p:cNvSpPr>
            <a:spLocks noGrp="1"/>
          </p:cNvSpPr>
          <p:nvPr/>
        </p:nvSpPr>
        <p:spPr>
          <a:xfrm>
            <a:off x="857250" y="1790700"/>
            <a:ext cx="1981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30" name="静态最高分单候选">
            <a:extLst>
              <a:ext uri="{FF2B5EF4-FFF2-40B4-BE49-F238E27FC236}">
                <a16:creationId xmlns:a16="http://schemas.microsoft.com/office/drawing/2014/main" id="{3AA1210C-D0A1-4F8A-8024-858B8B61BBE7}"/>
              </a:ext>
            </a:extLst>
          </p:cNvPr>
          <p:cNvSpPr>
            <a:spLocks noGrp="1"/>
          </p:cNvSpPr>
          <p:nvPr/>
        </p:nvSpPr>
        <p:spPr>
          <a:xfrm>
            <a:off x="857250" y="1790700"/>
            <a:ext cx="1981200" cy="1397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静态最高分单候选</a:t>
            </a:r>
          </a:p>
        </p:txBody>
      </p:sp>
      <p:sp>
        <p:nvSpPr>
          <p:cNvPr id="1731" name="矩形">
            <a:extLst>
              <a:ext uri="{FF2B5EF4-FFF2-40B4-BE49-F238E27FC236}">
                <a16:creationId xmlns:a16="http://schemas.microsoft.com/office/drawing/2014/main" id="{B7834C45-89B4-4D10-B683-4B96C773ECAF}"/>
              </a:ext>
            </a:extLst>
          </p:cNvPr>
          <p:cNvSpPr>
            <a:spLocks noGrp="1"/>
          </p:cNvSpPr>
          <p:nvPr/>
        </p:nvSpPr>
        <p:spPr>
          <a:xfrm>
            <a:off x="914400" y="2152650"/>
            <a:ext cx="52387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32" name="DONE">
            <a:extLst>
              <a:ext uri="{FF2B5EF4-FFF2-40B4-BE49-F238E27FC236}">
                <a16:creationId xmlns:a16="http://schemas.microsoft.com/office/drawing/2014/main" id="{24558AC7-FEF6-461A-A97A-8390D00800BC}"/>
              </a:ext>
            </a:extLst>
          </p:cNvPr>
          <p:cNvSpPr>
            <a:spLocks noGrp="1"/>
          </p:cNvSpPr>
          <p:nvPr/>
        </p:nvSpPr>
        <p:spPr>
          <a:xfrm>
            <a:off x="914400" y="2152650"/>
            <a:ext cx="523875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DONE</a:t>
            </a:r>
          </a:p>
        </p:txBody>
      </p:sp>
      <p:sp>
        <p:nvSpPr>
          <p:cNvPr id="1733" name="矩形">
            <a:extLst>
              <a:ext uri="{FF2B5EF4-FFF2-40B4-BE49-F238E27FC236}">
                <a16:creationId xmlns:a16="http://schemas.microsoft.com/office/drawing/2014/main" id="{C879DB87-3323-4984-BDE4-47A7EF99CAEB}"/>
              </a:ext>
            </a:extLst>
          </p:cNvPr>
          <p:cNvSpPr>
            <a:spLocks noGrp="1"/>
          </p:cNvSpPr>
          <p:nvPr/>
        </p:nvSpPr>
        <p:spPr>
          <a:xfrm>
            <a:off x="914400" y="2305050"/>
            <a:ext cx="523875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34" name="21">
            <a:extLst>
              <a:ext uri="{FF2B5EF4-FFF2-40B4-BE49-F238E27FC236}">
                <a16:creationId xmlns:a16="http://schemas.microsoft.com/office/drawing/2014/main" id="{05602095-395A-47FE-AF03-FAD52170AC5A}"/>
              </a:ext>
            </a:extLst>
          </p:cNvPr>
          <p:cNvSpPr>
            <a:spLocks noGrp="1"/>
          </p:cNvSpPr>
          <p:nvPr/>
        </p:nvSpPr>
        <p:spPr>
          <a:xfrm>
            <a:off x="914400" y="2305050"/>
            <a:ext cx="523875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21</a:t>
            </a:r>
          </a:p>
        </p:txBody>
      </p:sp>
      <p:sp>
        <p:nvSpPr>
          <p:cNvPr id="1735" name="矩形">
            <a:extLst>
              <a:ext uri="{FF2B5EF4-FFF2-40B4-BE49-F238E27FC236}">
                <a16:creationId xmlns:a16="http://schemas.microsoft.com/office/drawing/2014/main" id="{78B6B1E2-EF36-407C-9C0D-1CAC00013BE6}"/>
              </a:ext>
            </a:extLst>
          </p:cNvPr>
          <p:cNvSpPr>
            <a:spLocks noGrp="1"/>
          </p:cNvSpPr>
          <p:nvPr/>
        </p:nvSpPr>
        <p:spPr>
          <a:xfrm>
            <a:off x="1600200" y="2152650"/>
            <a:ext cx="571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36" name="FAILED">
            <a:extLst>
              <a:ext uri="{FF2B5EF4-FFF2-40B4-BE49-F238E27FC236}">
                <a16:creationId xmlns:a16="http://schemas.microsoft.com/office/drawing/2014/main" id="{A14F86C4-9861-4950-A4C7-1E653F43987A}"/>
              </a:ext>
            </a:extLst>
          </p:cNvPr>
          <p:cNvSpPr>
            <a:spLocks noGrp="1"/>
          </p:cNvSpPr>
          <p:nvPr/>
        </p:nvSpPr>
        <p:spPr>
          <a:xfrm>
            <a:off x="1600200" y="2152650"/>
            <a:ext cx="5715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FAILED</a:t>
            </a:r>
          </a:p>
        </p:txBody>
      </p:sp>
      <p:sp>
        <p:nvSpPr>
          <p:cNvPr id="1737" name="矩形">
            <a:extLst>
              <a:ext uri="{FF2B5EF4-FFF2-40B4-BE49-F238E27FC236}">
                <a16:creationId xmlns:a16="http://schemas.microsoft.com/office/drawing/2014/main" id="{60159376-52DB-4C2B-82F2-05A7AEF348BC}"/>
              </a:ext>
            </a:extLst>
          </p:cNvPr>
          <p:cNvSpPr>
            <a:spLocks noGrp="1"/>
          </p:cNvSpPr>
          <p:nvPr/>
        </p:nvSpPr>
        <p:spPr>
          <a:xfrm>
            <a:off x="1600200" y="2305050"/>
            <a:ext cx="5715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38" name="0">
            <a:extLst>
              <a:ext uri="{FF2B5EF4-FFF2-40B4-BE49-F238E27FC236}">
                <a16:creationId xmlns:a16="http://schemas.microsoft.com/office/drawing/2014/main" id="{2AD12996-E938-4DE0-B0FE-82BEC60F0FE2}"/>
              </a:ext>
            </a:extLst>
          </p:cNvPr>
          <p:cNvSpPr>
            <a:spLocks noGrp="1"/>
          </p:cNvSpPr>
          <p:nvPr/>
        </p:nvSpPr>
        <p:spPr>
          <a:xfrm>
            <a:off x="1600200" y="2305050"/>
            <a:ext cx="5715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0</a:t>
            </a:r>
          </a:p>
        </p:txBody>
      </p:sp>
      <p:sp>
        <p:nvSpPr>
          <p:cNvPr id="1739" name="矩形">
            <a:extLst>
              <a:ext uri="{FF2B5EF4-FFF2-40B4-BE49-F238E27FC236}">
                <a16:creationId xmlns:a16="http://schemas.microsoft.com/office/drawing/2014/main" id="{A704CE31-A67C-4897-AA40-43938DE50440}"/>
              </a:ext>
            </a:extLst>
          </p:cNvPr>
          <p:cNvSpPr>
            <a:spLocks noGrp="1"/>
          </p:cNvSpPr>
          <p:nvPr/>
        </p:nvSpPr>
        <p:spPr>
          <a:xfrm>
            <a:off x="2324100" y="2152650"/>
            <a:ext cx="5524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40" name="高代价">
            <a:extLst>
              <a:ext uri="{FF2B5EF4-FFF2-40B4-BE49-F238E27FC236}">
                <a16:creationId xmlns:a16="http://schemas.microsoft.com/office/drawing/2014/main" id="{EFE0691B-17F1-4DC0-AA41-28AC9DB18D2A}"/>
              </a:ext>
            </a:extLst>
          </p:cNvPr>
          <p:cNvSpPr>
            <a:spLocks noGrp="1"/>
          </p:cNvSpPr>
          <p:nvPr/>
        </p:nvSpPr>
        <p:spPr>
          <a:xfrm>
            <a:off x="2324100" y="2152650"/>
            <a:ext cx="55245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高代价</a:t>
            </a:r>
          </a:p>
        </p:txBody>
      </p:sp>
      <p:sp>
        <p:nvSpPr>
          <p:cNvPr id="1741" name="矩形">
            <a:extLst>
              <a:ext uri="{FF2B5EF4-FFF2-40B4-BE49-F238E27FC236}">
                <a16:creationId xmlns:a16="http://schemas.microsoft.com/office/drawing/2014/main" id="{F9D4EED7-EA19-44F4-B785-2BD62587A19C}"/>
              </a:ext>
            </a:extLst>
          </p:cNvPr>
          <p:cNvSpPr>
            <a:spLocks noGrp="1"/>
          </p:cNvSpPr>
          <p:nvPr/>
        </p:nvSpPr>
        <p:spPr>
          <a:xfrm>
            <a:off x="2324100" y="2305050"/>
            <a:ext cx="5524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42" name="21">
            <a:extLst>
              <a:ext uri="{FF2B5EF4-FFF2-40B4-BE49-F238E27FC236}">
                <a16:creationId xmlns:a16="http://schemas.microsoft.com/office/drawing/2014/main" id="{17F6471B-C57B-4CA1-AC93-91A4AAF9DCD1}"/>
              </a:ext>
            </a:extLst>
          </p:cNvPr>
          <p:cNvSpPr>
            <a:spLocks noGrp="1"/>
          </p:cNvSpPr>
          <p:nvPr/>
        </p:nvSpPr>
        <p:spPr>
          <a:xfrm>
            <a:off x="2324100" y="2305050"/>
            <a:ext cx="55245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21</a:t>
            </a:r>
          </a:p>
        </p:txBody>
      </p:sp>
      <p:sp>
        <p:nvSpPr>
          <p:cNvPr id="1743" name="矩形">
            <a:extLst>
              <a:ext uri="{FF2B5EF4-FFF2-40B4-BE49-F238E27FC236}">
                <a16:creationId xmlns:a16="http://schemas.microsoft.com/office/drawing/2014/main" id="{E4B0D222-CF90-48A5-9E60-E8037CA4B5D7}"/>
              </a:ext>
            </a:extLst>
          </p:cNvPr>
          <p:cNvSpPr>
            <a:spLocks noGrp="1"/>
          </p:cNvSpPr>
          <p:nvPr/>
        </p:nvSpPr>
        <p:spPr>
          <a:xfrm>
            <a:off x="857250" y="2590800"/>
            <a:ext cx="19812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44" name="无运行时自适应">
            <a:extLst>
              <a:ext uri="{FF2B5EF4-FFF2-40B4-BE49-F238E27FC236}">
                <a16:creationId xmlns:a16="http://schemas.microsoft.com/office/drawing/2014/main" id="{01B0DAD8-3DC1-4E1B-8B10-F7CCE6CB4F9A}"/>
              </a:ext>
            </a:extLst>
          </p:cNvPr>
          <p:cNvSpPr>
            <a:spLocks noGrp="1"/>
          </p:cNvSpPr>
          <p:nvPr/>
        </p:nvSpPr>
        <p:spPr>
          <a:xfrm>
            <a:off x="857250" y="2590800"/>
            <a:ext cx="19812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无运行时自适应</a:t>
            </a:r>
          </a:p>
        </p:txBody>
      </p:sp>
      <p:sp>
        <p:nvSpPr>
          <p:cNvPr id="1745" name="圆角矩形">
            <a:extLst>
              <a:ext uri="{FF2B5EF4-FFF2-40B4-BE49-F238E27FC236}">
                <a16:creationId xmlns:a16="http://schemas.microsoft.com/office/drawing/2014/main" id="{99847D7D-9A23-4977-A6C8-B4557EC29F2F}"/>
              </a:ext>
            </a:extLst>
          </p:cNvPr>
          <p:cNvSpPr>
            <a:spLocks noGrp="1"/>
          </p:cNvSpPr>
          <p:nvPr/>
        </p:nvSpPr>
        <p:spPr>
          <a:xfrm>
            <a:off x="3181350" y="1428750"/>
            <a:ext cx="2324100" cy="1381125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solidFill>
              <a:srgbClr val="D9A12A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746" name="矩形">
            <a:extLst>
              <a:ext uri="{FF2B5EF4-FFF2-40B4-BE49-F238E27FC236}">
                <a16:creationId xmlns:a16="http://schemas.microsoft.com/office/drawing/2014/main" id="{3AF18854-A804-4FCF-8585-D2F45849AE14}"/>
              </a:ext>
            </a:extLst>
          </p:cNvPr>
          <p:cNvSpPr>
            <a:spLocks noGrp="1"/>
          </p:cNvSpPr>
          <p:nvPr/>
        </p:nvSpPr>
        <p:spPr>
          <a:xfrm>
            <a:off x="3181350" y="1428750"/>
            <a:ext cx="57150" cy="1381125"/>
          </a:xfrm>
          <a:prstGeom prst="rect">
            <a:avLst/>
          </a:prstGeom>
          <a:solidFill>
            <a:srgbClr val="D9A12A"/>
          </a:solidFill>
          <a:ln w="3175">
            <a:solidFill>
              <a:srgbClr val="D9A12A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747" name="矩形">
            <a:extLst>
              <a:ext uri="{FF2B5EF4-FFF2-40B4-BE49-F238E27FC236}">
                <a16:creationId xmlns:a16="http://schemas.microsoft.com/office/drawing/2014/main" id="{513FABC0-F547-45C7-BC20-9C5743576112}"/>
              </a:ext>
            </a:extLst>
          </p:cNvPr>
          <p:cNvSpPr>
            <a:spLocks noGrp="1"/>
          </p:cNvSpPr>
          <p:nvPr/>
        </p:nvSpPr>
        <p:spPr>
          <a:xfrm>
            <a:off x="3352800" y="1562100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48" name="fixed_threshold_gate">
            <a:extLst>
              <a:ext uri="{FF2B5EF4-FFF2-40B4-BE49-F238E27FC236}">
                <a16:creationId xmlns:a16="http://schemas.microsoft.com/office/drawing/2014/main" id="{703DF7A1-3C2F-4F8D-B20F-6BB246784EAE}"/>
              </a:ext>
            </a:extLst>
          </p:cNvPr>
          <p:cNvSpPr>
            <a:spLocks noGrp="1"/>
          </p:cNvSpPr>
          <p:nvPr/>
        </p:nvSpPr>
        <p:spPr>
          <a:xfrm>
            <a:off x="3352800" y="1562100"/>
            <a:ext cx="1981200" cy="1524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fixed_threshold_gate</a:t>
            </a:r>
          </a:p>
        </p:txBody>
      </p:sp>
      <p:sp>
        <p:nvSpPr>
          <p:cNvPr id="1749" name="矩形">
            <a:extLst>
              <a:ext uri="{FF2B5EF4-FFF2-40B4-BE49-F238E27FC236}">
                <a16:creationId xmlns:a16="http://schemas.microsoft.com/office/drawing/2014/main" id="{4079514F-056A-4BEE-B539-C22632A31DC7}"/>
              </a:ext>
            </a:extLst>
          </p:cNvPr>
          <p:cNvSpPr>
            <a:spLocks noGrp="1"/>
          </p:cNvSpPr>
          <p:nvPr/>
        </p:nvSpPr>
        <p:spPr>
          <a:xfrm>
            <a:off x="3352800" y="1790700"/>
            <a:ext cx="1981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50" name="固定阈值门控">
            <a:extLst>
              <a:ext uri="{FF2B5EF4-FFF2-40B4-BE49-F238E27FC236}">
                <a16:creationId xmlns:a16="http://schemas.microsoft.com/office/drawing/2014/main" id="{939B789F-FF51-4CDC-BF87-BEAABB700F40}"/>
              </a:ext>
            </a:extLst>
          </p:cNvPr>
          <p:cNvSpPr>
            <a:spLocks noGrp="1"/>
          </p:cNvSpPr>
          <p:nvPr/>
        </p:nvSpPr>
        <p:spPr>
          <a:xfrm>
            <a:off x="3352800" y="1790700"/>
            <a:ext cx="1981200" cy="1397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固定阈值门控</a:t>
            </a:r>
          </a:p>
        </p:txBody>
      </p:sp>
      <p:sp>
        <p:nvSpPr>
          <p:cNvPr id="1751" name="矩形">
            <a:extLst>
              <a:ext uri="{FF2B5EF4-FFF2-40B4-BE49-F238E27FC236}">
                <a16:creationId xmlns:a16="http://schemas.microsoft.com/office/drawing/2014/main" id="{AD81B760-10A0-4226-9F56-C7CDFE37AD91}"/>
              </a:ext>
            </a:extLst>
          </p:cNvPr>
          <p:cNvSpPr>
            <a:spLocks noGrp="1"/>
          </p:cNvSpPr>
          <p:nvPr/>
        </p:nvSpPr>
        <p:spPr>
          <a:xfrm>
            <a:off x="3409950" y="2152650"/>
            <a:ext cx="52387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52" name="DONE">
            <a:extLst>
              <a:ext uri="{FF2B5EF4-FFF2-40B4-BE49-F238E27FC236}">
                <a16:creationId xmlns:a16="http://schemas.microsoft.com/office/drawing/2014/main" id="{537868D7-1059-4385-A51D-18E49C8181A6}"/>
              </a:ext>
            </a:extLst>
          </p:cNvPr>
          <p:cNvSpPr>
            <a:spLocks noGrp="1"/>
          </p:cNvSpPr>
          <p:nvPr/>
        </p:nvSpPr>
        <p:spPr>
          <a:xfrm>
            <a:off x="3409950" y="2152650"/>
            <a:ext cx="523875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DONE</a:t>
            </a:r>
          </a:p>
        </p:txBody>
      </p:sp>
      <p:sp>
        <p:nvSpPr>
          <p:cNvPr id="1753" name="矩形">
            <a:extLst>
              <a:ext uri="{FF2B5EF4-FFF2-40B4-BE49-F238E27FC236}">
                <a16:creationId xmlns:a16="http://schemas.microsoft.com/office/drawing/2014/main" id="{C6CB4921-42BC-4F1B-8195-0FB366E85041}"/>
              </a:ext>
            </a:extLst>
          </p:cNvPr>
          <p:cNvSpPr>
            <a:spLocks noGrp="1"/>
          </p:cNvSpPr>
          <p:nvPr/>
        </p:nvSpPr>
        <p:spPr>
          <a:xfrm>
            <a:off x="3409950" y="2305050"/>
            <a:ext cx="523875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54" name="20">
            <a:extLst>
              <a:ext uri="{FF2B5EF4-FFF2-40B4-BE49-F238E27FC236}">
                <a16:creationId xmlns:a16="http://schemas.microsoft.com/office/drawing/2014/main" id="{0224FF5D-E0D7-4B6F-80FC-39836549B92E}"/>
              </a:ext>
            </a:extLst>
          </p:cNvPr>
          <p:cNvSpPr>
            <a:spLocks noGrp="1"/>
          </p:cNvSpPr>
          <p:nvPr/>
        </p:nvSpPr>
        <p:spPr>
          <a:xfrm>
            <a:off x="3409950" y="2305050"/>
            <a:ext cx="523875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20</a:t>
            </a:r>
          </a:p>
        </p:txBody>
      </p:sp>
      <p:sp>
        <p:nvSpPr>
          <p:cNvPr id="1755" name="矩形">
            <a:extLst>
              <a:ext uri="{FF2B5EF4-FFF2-40B4-BE49-F238E27FC236}">
                <a16:creationId xmlns:a16="http://schemas.microsoft.com/office/drawing/2014/main" id="{454E4582-BE63-44C2-9E63-C9C1CCBDB2CF}"/>
              </a:ext>
            </a:extLst>
          </p:cNvPr>
          <p:cNvSpPr>
            <a:spLocks noGrp="1"/>
          </p:cNvSpPr>
          <p:nvPr/>
        </p:nvSpPr>
        <p:spPr>
          <a:xfrm>
            <a:off x="4095750" y="2152650"/>
            <a:ext cx="571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56" name="FAILED">
            <a:extLst>
              <a:ext uri="{FF2B5EF4-FFF2-40B4-BE49-F238E27FC236}">
                <a16:creationId xmlns:a16="http://schemas.microsoft.com/office/drawing/2014/main" id="{A264CD94-DBCE-497F-BDB4-335CD09FC96D}"/>
              </a:ext>
            </a:extLst>
          </p:cNvPr>
          <p:cNvSpPr>
            <a:spLocks noGrp="1"/>
          </p:cNvSpPr>
          <p:nvPr/>
        </p:nvSpPr>
        <p:spPr>
          <a:xfrm>
            <a:off x="4095750" y="2152650"/>
            <a:ext cx="5715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FAILED</a:t>
            </a:r>
          </a:p>
        </p:txBody>
      </p:sp>
      <p:sp>
        <p:nvSpPr>
          <p:cNvPr id="1757" name="矩形">
            <a:extLst>
              <a:ext uri="{FF2B5EF4-FFF2-40B4-BE49-F238E27FC236}">
                <a16:creationId xmlns:a16="http://schemas.microsoft.com/office/drawing/2014/main" id="{837FDDFB-8360-46BF-BDE2-2432F457FE48}"/>
              </a:ext>
            </a:extLst>
          </p:cNvPr>
          <p:cNvSpPr>
            <a:spLocks noGrp="1"/>
          </p:cNvSpPr>
          <p:nvPr/>
        </p:nvSpPr>
        <p:spPr>
          <a:xfrm>
            <a:off x="4095750" y="2305050"/>
            <a:ext cx="5715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58" name="1">
            <a:extLst>
              <a:ext uri="{FF2B5EF4-FFF2-40B4-BE49-F238E27FC236}">
                <a16:creationId xmlns:a16="http://schemas.microsoft.com/office/drawing/2014/main" id="{E259B4D3-026E-495C-904A-54FD25981DEE}"/>
              </a:ext>
            </a:extLst>
          </p:cNvPr>
          <p:cNvSpPr>
            <a:spLocks noGrp="1"/>
          </p:cNvSpPr>
          <p:nvPr/>
        </p:nvSpPr>
        <p:spPr>
          <a:xfrm>
            <a:off x="4095750" y="2305050"/>
            <a:ext cx="5715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1</a:t>
            </a:r>
          </a:p>
        </p:txBody>
      </p:sp>
      <p:sp>
        <p:nvSpPr>
          <p:cNvPr id="1759" name="矩形">
            <a:extLst>
              <a:ext uri="{FF2B5EF4-FFF2-40B4-BE49-F238E27FC236}">
                <a16:creationId xmlns:a16="http://schemas.microsoft.com/office/drawing/2014/main" id="{B32A0BCE-765B-47CC-A8D6-1CD0CA0BC77B}"/>
              </a:ext>
            </a:extLst>
          </p:cNvPr>
          <p:cNvSpPr>
            <a:spLocks noGrp="1"/>
          </p:cNvSpPr>
          <p:nvPr/>
        </p:nvSpPr>
        <p:spPr>
          <a:xfrm>
            <a:off x="4819650" y="2152650"/>
            <a:ext cx="5524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60" name="高代价">
            <a:extLst>
              <a:ext uri="{FF2B5EF4-FFF2-40B4-BE49-F238E27FC236}">
                <a16:creationId xmlns:a16="http://schemas.microsoft.com/office/drawing/2014/main" id="{70A2C3A5-AC09-4423-ADC5-B300BD615481}"/>
              </a:ext>
            </a:extLst>
          </p:cNvPr>
          <p:cNvSpPr>
            <a:spLocks noGrp="1"/>
          </p:cNvSpPr>
          <p:nvPr/>
        </p:nvSpPr>
        <p:spPr>
          <a:xfrm>
            <a:off x="4819650" y="2152650"/>
            <a:ext cx="55245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高代价</a:t>
            </a:r>
          </a:p>
        </p:txBody>
      </p:sp>
      <p:sp>
        <p:nvSpPr>
          <p:cNvPr id="1761" name="矩形">
            <a:extLst>
              <a:ext uri="{FF2B5EF4-FFF2-40B4-BE49-F238E27FC236}">
                <a16:creationId xmlns:a16="http://schemas.microsoft.com/office/drawing/2014/main" id="{05082AE6-145E-4961-85D3-F3F2A82A0C33}"/>
              </a:ext>
            </a:extLst>
          </p:cNvPr>
          <p:cNvSpPr>
            <a:spLocks noGrp="1"/>
          </p:cNvSpPr>
          <p:nvPr/>
        </p:nvSpPr>
        <p:spPr>
          <a:xfrm>
            <a:off x="4819650" y="2305050"/>
            <a:ext cx="5524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62" name="28">
            <a:extLst>
              <a:ext uri="{FF2B5EF4-FFF2-40B4-BE49-F238E27FC236}">
                <a16:creationId xmlns:a16="http://schemas.microsoft.com/office/drawing/2014/main" id="{77C74404-45F3-4C42-A9A9-5BB110098045}"/>
              </a:ext>
            </a:extLst>
          </p:cNvPr>
          <p:cNvSpPr>
            <a:spLocks noGrp="1"/>
          </p:cNvSpPr>
          <p:nvPr/>
        </p:nvSpPr>
        <p:spPr>
          <a:xfrm>
            <a:off x="4819650" y="2305050"/>
            <a:ext cx="55245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28</a:t>
            </a:r>
          </a:p>
        </p:txBody>
      </p:sp>
      <p:sp>
        <p:nvSpPr>
          <p:cNvPr id="1763" name="矩形">
            <a:extLst>
              <a:ext uri="{FF2B5EF4-FFF2-40B4-BE49-F238E27FC236}">
                <a16:creationId xmlns:a16="http://schemas.microsoft.com/office/drawing/2014/main" id="{279633A2-7B09-489D-B673-CBC0CF143C7D}"/>
              </a:ext>
            </a:extLst>
          </p:cNvPr>
          <p:cNvSpPr>
            <a:spLocks noGrp="1"/>
          </p:cNvSpPr>
          <p:nvPr/>
        </p:nvSpPr>
        <p:spPr>
          <a:xfrm>
            <a:off x="3352800" y="2590800"/>
            <a:ext cx="19812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64" name="触发 6 次真实 patch">
            <a:extLst>
              <a:ext uri="{FF2B5EF4-FFF2-40B4-BE49-F238E27FC236}">
                <a16:creationId xmlns:a16="http://schemas.microsoft.com/office/drawing/2014/main" id="{23D69998-8B87-445E-A192-FDBBA3D3CFFE}"/>
              </a:ext>
            </a:extLst>
          </p:cNvPr>
          <p:cNvSpPr>
            <a:spLocks noGrp="1"/>
          </p:cNvSpPr>
          <p:nvPr/>
        </p:nvSpPr>
        <p:spPr>
          <a:xfrm>
            <a:off x="3352800" y="2590800"/>
            <a:ext cx="19812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触发 6 次真实 patch</a:t>
            </a:r>
          </a:p>
        </p:txBody>
      </p:sp>
      <p:sp>
        <p:nvSpPr>
          <p:cNvPr id="1765" name="圆角矩形">
            <a:extLst>
              <a:ext uri="{FF2B5EF4-FFF2-40B4-BE49-F238E27FC236}">
                <a16:creationId xmlns:a16="http://schemas.microsoft.com/office/drawing/2014/main" id="{28FDD8CD-2979-455C-A141-8F8D231BF9BD}"/>
              </a:ext>
            </a:extLst>
          </p:cNvPr>
          <p:cNvSpPr>
            <a:spLocks noGrp="1"/>
          </p:cNvSpPr>
          <p:nvPr/>
        </p:nvSpPr>
        <p:spPr>
          <a:xfrm>
            <a:off x="5676900" y="1428750"/>
            <a:ext cx="2324100" cy="1381125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766" name="矩形">
            <a:extLst>
              <a:ext uri="{FF2B5EF4-FFF2-40B4-BE49-F238E27FC236}">
                <a16:creationId xmlns:a16="http://schemas.microsoft.com/office/drawing/2014/main" id="{19D41AC1-2AE3-4EB6-A8F6-152AAE868E98}"/>
              </a:ext>
            </a:extLst>
          </p:cNvPr>
          <p:cNvSpPr>
            <a:spLocks noGrp="1"/>
          </p:cNvSpPr>
          <p:nvPr/>
        </p:nvSpPr>
        <p:spPr>
          <a:xfrm>
            <a:off x="5676900" y="1428750"/>
            <a:ext cx="57150" cy="1381125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767" name="矩形">
            <a:extLst>
              <a:ext uri="{FF2B5EF4-FFF2-40B4-BE49-F238E27FC236}">
                <a16:creationId xmlns:a16="http://schemas.microsoft.com/office/drawing/2014/main" id="{5C3BD2D9-F1AA-41E8-A55F-AA90BBA41762}"/>
              </a:ext>
            </a:extLst>
          </p:cNvPr>
          <p:cNvSpPr>
            <a:spLocks noGrp="1"/>
          </p:cNvSpPr>
          <p:nvPr/>
        </p:nvSpPr>
        <p:spPr>
          <a:xfrm>
            <a:off x="5848350" y="1562100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68" name="dynamic_no_belief">
            <a:extLst>
              <a:ext uri="{FF2B5EF4-FFF2-40B4-BE49-F238E27FC236}">
                <a16:creationId xmlns:a16="http://schemas.microsoft.com/office/drawing/2014/main" id="{82D78078-62C2-4793-8A13-BAA921CF2243}"/>
              </a:ext>
            </a:extLst>
          </p:cNvPr>
          <p:cNvSpPr>
            <a:spLocks noGrp="1"/>
          </p:cNvSpPr>
          <p:nvPr/>
        </p:nvSpPr>
        <p:spPr>
          <a:xfrm>
            <a:off x="5848350" y="1562100"/>
            <a:ext cx="1981200" cy="1524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dynamic_no_belief</a:t>
            </a:r>
          </a:p>
        </p:txBody>
      </p:sp>
      <p:sp>
        <p:nvSpPr>
          <p:cNvPr id="1769" name="矩形">
            <a:extLst>
              <a:ext uri="{FF2B5EF4-FFF2-40B4-BE49-F238E27FC236}">
                <a16:creationId xmlns:a16="http://schemas.microsoft.com/office/drawing/2014/main" id="{CD789056-8FB5-422A-A83A-E9F11C81C63A}"/>
              </a:ext>
            </a:extLst>
          </p:cNvPr>
          <p:cNvSpPr>
            <a:spLocks noGrp="1"/>
          </p:cNvSpPr>
          <p:nvPr/>
        </p:nvSpPr>
        <p:spPr>
          <a:xfrm>
            <a:off x="5848350" y="1790700"/>
            <a:ext cx="1981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70" name="动态恢复，无显式信念状态">
            <a:extLst>
              <a:ext uri="{FF2B5EF4-FFF2-40B4-BE49-F238E27FC236}">
                <a16:creationId xmlns:a16="http://schemas.microsoft.com/office/drawing/2014/main" id="{C52F59E7-B44A-4F0A-9527-84B56A9B3167}"/>
              </a:ext>
            </a:extLst>
          </p:cNvPr>
          <p:cNvSpPr>
            <a:spLocks noGrp="1"/>
          </p:cNvSpPr>
          <p:nvPr/>
        </p:nvSpPr>
        <p:spPr>
          <a:xfrm>
            <a:off x="5848350" y="1790700"/>
            <a:ext cx="1981200" cy="1397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动态恢复，无显式信念状态</a:t>
            </a:r>
          </a:p>
        </p:txBody>
      </p:sp>
      <p:sp>
        <p:nvSpPr>
          <p:cNvPr id="1771" name="矩形">
            <a:extLst>
              <a:ext uri="{FF2B5EF4-FFF2-40B4-BE49-F238E27FC236}">
                <a16:creationId xmlns:a16="http://schemas.microsoft.com/office/drawing/2014/main" id="{B2C16C93-FB05-44CD-9277-86C548E7B520}"/>
              </a:ext>
            </a:extLst>
          </p:cNvPr>
          <p:cNvSpPr>
            <a:spLocks noGrp="1"/>
          </p:cNvSpPr>
          <p:nvPr/>
        </p:nvSpPr>
        <p:spPr>
          <a:xfrm>
            <a:off x="5905500" y="2152650"/>
            <a:ext cx="52387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72" name="DONE">
            <a:extLst>
              <a:ext uri="{FF2B5EF4-FFF2-40B4-BE49-F238E27FC236}">
                <a16:creationId xmlns:a16="http://schemas.microsoft.com/office/drawing/2014/main" id="{D802E6D9-657D-4CF5-ABE9-1D58EBEFDA3D}"/>
              </a:ext>
            </a:extLst>
          </p:cNvPr>
          <p:cNvSpPr>
            <a:spLocks noGrp="1"/>
          </p:cNvSpPr>
          <p:nvPr/>
        </p:nvSpPr>
        <p:spPr>
          <a:xfrm>
            <a:off x="5905500" y="2152650"/>
            <a:ext cx="523875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DONE</a:t>
            </a:r>
          </a:p>
        </p:txBody>
      </p:sp>
      <p:sp>
        <p:nvSpPr>
          <p:cNvPr id="1773" name="矩形">
            <a:extLst>
              <a:ext uri="{FF2B5EF4-FFF2-40B4-BE49-F238E27FC236}">
                <a16:creationId xmlns:a16="http://schemas.microsoft.com/office/drawing/2014/main" id="{2DDAA38D-684D-40D5-B0FA-7F42E9A1E103}"/>
              </a:ext>
            </a:extLst>
          </p:cNvPr>
          <p:cNvSpPr>
            <a:spLocks noGrp="1"/>
          </p:cNvSpPr>
          <p:nvPr/>
        </p:nvSpPr>
        <p:spPr>
          <a:xfrm>
            <a:off x="5905500" y="2305050"/>
            <a:ext cx="523875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74" name="20">
            <a:extLst>
              <a:ext uri="{FF2B5EF4-FFF2-40B4-BE49-F238E27FC236}">
                <a16:creationId xmlns:a16="http://schemas.microsoft.com/office/drawing/2014/main" id="{FC62E07E-398A-4F70-8797-9A8D260C9527}"/>
              </a:ext>
            </a:extLst>
          </p:cNvPr>
          <p:cNvSpPr>
            <a:spLocks noGrp="1"/>
          </p:cNvSpPr>
          <p:nvPr/>
        </p:nvSpPr>
        <p:spPr>
          <a:xfrm>
            <a:off x="5905500" y="2305050"/>
            <a:ext cx="523875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20</a:t>
            </a:r>
          </a:p>
        </p:txBody>
      </p:sp>
      <p:sp>
        <p:nvSpPr>
          <p:cNvPr id="1775" name="矩形">
            <a:extLst>
              <a:ext uri="{FF2B5EF4-FFF2-40B4-BE49-F238E27FC236}">
                <a16:creationId xmlns:a16="http://schemas.microsoft.com/office/drawing/2014/main" id="{E3EECB6E-24EF-40C7-833F-F7D17B51FDD8}"/>
              </a:ext>
            </a:extLst>
          </p:cNvPr>
          <p:cNvSpPr>
            <a:spLocks noGrp="1"/>
          </p:cNvSpPr>
          <p:nvPr/>
        </p:nvSpPr>
        <p:spPr>
          <a:xfrm>
            <a:off x="6591300" y="2152650"/>
            <a:ext cx="571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76" name="FAILED">
            <a:extLst>
              <a:ext uri="{FF2B5EF4-FFF2-40B4-BE49-F238E27FC236}">
                <a16:creationId xmlns:a16="http://schemas.microsoft.com/office/drawing/2014/main" id="{9E52C0CC-F740-4372-BA4B-F22C80B8289F}"/>
              </a:ext>
            </a:extLst>
          </p:cNvPr>
          <p:cNvSpPr>
            <a:spLocks noGrp="1"/>
          </p:cNvSpPr>
          <p:nvPr/>
        </p:nvSpPr>
        <p:spPr>
          <a:xfrm>
            <a:off x="6591300" y="2152650"/>
            <a:ext cx="5715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FAILED</a:t>
            </a:r>
          </a:p>
        </p:txBody>
      </p:sp>
      <p:sp>
        <p:nvSpPr>
          <p:cNvPr id="1777" name="矩形">
            <a:extLst>
              <a:ext uri="{FF2B5EF4-FFF2-40B4-BE49-F238E27FC236}">
                <a16:creationId xmlns:a16="http://schemas.microsoft.com/office/drawing/2014/main" id="{99CA7390-CE8B-43B4-AE16-90CEA865A88E}"/>
              </a:ext>
            </a:extLst>
          </p:cNvPr>
          <p:cNvSpPr>
            <a:spLocks noGrp="1"/>
          </p:cNvSpPr>
          <p:nvPr/>
        </p:nvSpPr>
        <p:spPr>
          <a:xfrm>
            <a:off x="6591300" y="2305050"/>
            <a:ext cx="5715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78" name="1">
            <a:extLst>
              <a:ext uri="{FF2B5EF4-FFF2-40B4-BE49-F238E27FC236}">
                <a16:creationId xmlns:a16="http://schemas.microsoft.com/office/drawing/2014/main" id="{6C7597C7-69F7-4F8D-B466-30BE65F7D56C}"/>
              </a:ext>
            </a:extLst>
          </p:cNvPr>
          <p:cNvSpPr>
            <a:spLocks noGrp="1"/>
          </p:cNvSpPr>
          <p:nvPr/>
        </p:nvSpPr>
        <p:spPr>
          <a:xfrm>
            <a:off x="6591300" y="2305050"/>
            <a:ext cx="5715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1</a:t>
            </a:r>
          </a:p>
        </p:txBody>
      </p:sp>
      <p:sp>
        <p:nvSpPr>
          <p:cNvPr id="1779" name="矩形">
            <a:extLst>
              <a:ext uri="{FF2B5EF4-FFF2-40B4-BE49-F238E27FC236}">
                <a16:creationId xmlns:a16="http://schemas.microsoft.com/office/drawing/2014/main" id="{D7837DCB-0D03-4F9C-B582-76B9EF4ECF13}"/>
              </a:ext>
            </a:extLst>
          </p:cNvPr>
          <p:cNvSpPr>
            <a:spLocks noGrp="1"/>
          </p:cNvSpPr>
          <p:nvPr/>
        </p:nvSpPr>
        <p:spPr>
          <a:xfrm>
            <a:off x="7315200" y="2152650"/>
            <a:ext cx="5524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80" name="高代价">
            <a:extLst>
              <a:ext uri="{FF2B5EF4-FFF2-40B4-BE49-F238E27FC236}">
                <a16:creationId xmlns:a16="http://schemas.microsoft.com/office/drawing/2014/main" id="{A9F22717-D9D5-4686-BA9C-B05F1CC04E6F}"/>
              </a:ext>
            </a:extLst>
          </p:cNvPr>
          <p:cNvSpPr>
            <a:spLocks noGrp="1"/>
          </p:cNvSpPr>
          <p:nvPr/>
        </p:nvSpPr>
        <p:spPr>
          <a:xfrm>
            <a:off x="7315200" y="2152650"/>
            <a:ext cx="55245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高代价</a:t>
            </a:r>
          </a:p>
        </p:txBody>
      </p:sp>
      <p:sp>
        <p:nvSpPr>
          <p:cNvPr id="1781" name="矩形">
            <a:extLst>
              <a:ext uri="{FF2B5EF4-FFF2-40B4-BE49-F238E27FC236}">
                <a16:creationId xmlns:a16="http://schemas.microsoft.com/office/drawing/2014/main" id="{EFAF7450-02D6-4B18-A22A-FB9F2607C2D1}"/>
              </a:ext>
            </a:extLst>
          </p:cNvPr>
          <p:cNvSpPr>
            <a:spLocks noGrp="1"/>
          </p:cNvSpPr>
          <p:nvPr/>
        </p:nvSpPr>
        <p:spPr>
          <a:xfrm>
            <a:off x="7315200" y="2305050"/>
            <a:ext cx="5524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82" name="20">
            <a:extLst>
              <a:ext uri="{FF2B5EF4-FFF2-40B4-BE49-F238E27FC236}">
                <a16:creationId xmlns:a16="http://schemas.microsoft.com/office/drawing/2014/main" id="{F7D8D7CF-4BD3-4DE7-9F45-E26DAA82CA5C}"/>
              </a:ext>
            </a:extLst>
          </p:cNvPr>
          <p:cNvSpPr>
            <a:spLocks noGrp="1"/>
          </p:cNvSpPr>
          <p:nvPr/>
        </p:nvSpPr>
        <p:spPr>
          <a:xfrm>
            <a:off x="7315200" y="2305050"/>
            <a:ext cx="55245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20</a:t>
            </a:r>
          </a:p>
        </p:txBody>
      </p:sp>
      <p:sp>
        <p:nvSpPr>
          <p:cNvPr id="1783" name="矩形">
            <a:extLst>
              <a:ext uri="{FF2B5EF4-FFF2-40B4-BE49-F238E27FC236}">
                <a16:creationId xmlns:a16="http://schemas.microsoft.com/office/drawing/2014/main" id="{ECE1CE54-03F9-4B90-9E54-882B824FAEA8}"/>
              </a:ext>
            </a:extLst>
          </p:cNvPr>
          <p:cNvSpPr>
            <a:spLocks noGrp="1"/>
          </p:cNvSpPr>
          <p:nvPr/>
        </p:nvSpPr>
        <p:spPr>
          <a:xfrm>
            <a:off x="5848350" y="2590800"/>
            <a:ext cx="19812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84" name="减少高代价调用">
            <a:extLst>
              <a:ext uri="{FF2B5EF4-FFF2-40B4-BE49-F238E27FC236}">
                <a16:creationId xmlns:a16="http://schemas.microsoft.com/office/drawing/2014/main" id="{ED3A041B-9768-41B5-BC47-075B326B117D}"/>
              </a:ext>
            </a:extLst>
          </p:cNvPr>
          <p:cNvSpPr>
            <a:spLocks noGrp="1"/>
          </p:cNvSpPr>
          <p:nvPr/>
        </p:nvSpPr>
        <p:spPr>
          <a:xfrm>
            <a:off x="5848350" y="2590800"/>
            <a:ext cx="19812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减少高代价调用</a:t>
            </a:r>
          </a:p>
        </p:txBody>
      </p:sp>
      <p:sp>
        <p:nvSpPr>
          <p:cNvPr id="1785" name="圆角矩形">
            <a:extLst>
              <a:ext uri="{FF2B5EF4-FFF2-40B4-BE49-F238E27FC236}">
                <a16:creationId xmlns:a16="http://schemas.microsoft.com/office/drawing/2014/main" id="{62641132-61CE-4883-A297-A255194F92CB}"/>
              </a:ext>
            </a:extLst>
          </p:cNvPr>
          <p:cNvSpPr>
            <a:spLocks noGrp="1"/>
          </p:cNvSpPr>
          <p:nvPr/>
        </p:nvSpPr>
        <p:spPr>
          <a:xfrm>
            <a:off x="8172450" y="1428750"/>
            <a:ext cx="2324100" cy="1381125"/>
          </a:xfrm>
          <a:prstGeom prst="roundRect">
            <a:avLst>
              <a:gd name="adj" fmla="val 5517"/>
            </a:avLst>
          </a:prstGeom>
          <a:solidFill>
            <a:srgbClr val="EAF3FF"/>
          </a:solidFill>
          <a:ln>
            <a:solidFill>
              <a:srgbClr val="2F9D68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786" name="矩形">
            <a:extLst>
              <a:ext uri="{FF2B5EF4-FFF2-40B4-BE49-F238E27FC236}">
                <a16:creationId xmlns:a16="http://schemas.microsoft.com/office/drawing/2014/main" id="{A5213BB8-A03B-45F3-B6DF-8A7B38FA8C20}"/>
              </a:ext>
            </a:extLst>
          </p:cNvPr>
          <p:cNvSpPr>
            <a:spLocks noGrp="1"/>
          </p:cNvSpPr>
          <p:nvPr/>
        </p:nvSpPr>
        <p:spPr>
          <a:xfrm>
            <a:off x="8172450" y="1428750"/>
            <a:ext cx="57150" cy="1381125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787" name="矩形">
            <a:extLst>
              <a:ext uri="{FF2B5EF4-FFF2-40B4-BE49-F238E27FC236}">
                <a16:creationId xmlns:a16="http://schemas.microsoft.com/office/drawing/2014/main" id="{9CEBEEAE-7D04-4DD3-8D32-165A618BA3ED}"/>
              </a:ext>
            </a:extLst>
          </p:cNvPr>
          <p:cNvSpPr>
            <a:spLocks noGrp="1"/>
          </p:cNvSpPr>
          <p:nvPr/>
        </p:nvSpPr>
        <p:spPr>
          <a:xfrm>
            <a:off x="8343900" y="1562100"/>
            <a:ext cx="1981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88" name="lite_belief_state">
            <a:extLst>
              <a:ext uri="{FF2B5EF4-FFF2-40B4-BE49-F238E27FC236}">
                <a16:creationId xmlns:a16="http://schemas.microsoft.com/office/drawing/2014/main" id="{E3B56A8A-A2B2-4A83-88C1-E1626C89B3FC}"/>
              </a:ext>
            </a:extLst>
          </p:cNvPr>
          <p:cNvSpPr>
            <a:spLocks noGrp="1"/>
          </p:cNvSpPr>
          <p:nvPr/>
        </p:nvSpPr>
        <p:spPr>
          <a:xfrm>
            <a:off x="8343900" y="1562100"/>
            <a:ext cx="1981200" cy="1524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lite_belief_state</a:t>
            </a:r>
          </a:p>
        </p:txBody>
      </p:sp>
      <p:sp>
        <p:nvSpPr>
          <p:cNvPr id="1789" name="矩形">
            <a:extLst>
              <a:ext uri="{FF2B5EF4-FFF2-40B4-BE49-F238E27FC236}">
                <a16:creationId xmlns:a16="http://schemas.microsoft.com/office/drawing/2014/main" id="{94A2EEF7-930D-486D-B4AB-63473BC295CC}"/>
              </a:ext>
            </a:extLst>
          </p:cNvPr>
          <p:cNvSpPr>
            <a:spLocks noGrp="1"/>
          </p:cNvSpPr>
          <p:nvPr/>
        </p:nvSpPr>
        <p:spPr>
          <a:xfrm>
            <a:off x="8343900" y="1790700"/>
            <a:ext cx="1981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90" name="完整 CEBRA-WP 机制">
            <a:extLst>
              <a:ext uri="{FF2B5EF4-FFF2-40B4-BE49-F238E27FC236}">
                <a16:creationId xmlns:a16="http://schemas.microsoft.com/office/drawing/2014/main" id="{07AC5FF0-4310-4361-947D-82CE2E86A04A}"/>
              </a:ext>
            </a:extLst>
          </p:cNvPr>
          <p:cNvSpPr>
            <a:spLocks noGrp="1"/>
          </p:cNvSpPr>
          <p:nvPr/>
        </p:nvSpPr>
        <p:spPr>
          <a:xfrm>
            <a:off x="8343900" y="1790700"/>
            <a:ext cx="1981200" cy="1397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完整 CEBRA-WP 机制</a:t>
            </a:r>
          </a:p>
        </p:txBody>
      </p:sp>
      <p:sp>
        <p:nvSpPr>
          <p:cNvPr id="1791" name="矩形">
            <a:extLst>
              <a:ext uri="{FF2B5EF4-FFF2-40B4-BE49-F238E27FC236}">
                <a16:creationId xmlns:a16="http://schemas.microsoft.com/office/drawing/2014/main" id="{8953D89E-46F6-42FD-BDA8-711EA636D3A7}"/>
              </a:ext>
            </a:extLst>
          </p:cNvPr>
          <p:cNvSpPr>
            <a:spLocks noGrp="1"/>
          </p:cNvSpPr>
          <p:nvPr/>
        </p:nvSpPr>
        <p:spPr>
          <a:xfrm>
            <a:off x="8401050" y="2152650"/>
            <a:ext cx="52387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92" name="DONE">
            <a:extLst>
              <a:ext uri="{FF2B5EF4-FFF2-40B4-BE49-F238E27FC236}">
                <a16:creationId xmlns:a16="http://schemas.microsoft.com/office/drawing/2014/main" id="{BCDDE076-EDEF-4B90-A904-DC0F16F90B43}"/>
              </a:ext>
            </a:extLst>
          </p:cNvPr>
          <p:cNvSpPr>
            <a:spLocks noGrp="1"/>
          </p:cNvSpPr>
          <p:nvPr/>
        </p:nvSpPr>
        <p:spPr>
          <a:xfrm>
            <a:off x="8401050" y="2152650"/>
            <a:ext cx="523875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DONE</a:t>
            </a:r>
          </a:p>
        </p:txBody>
      </p:sp>
      <p:sp>
        <p:nvSpPr>
          <p:cNvPr id="1793" name="矩形">
            <a:extLst>
              <a:ext uri="{FF2B5EF4-FFF2-40B4-BE49-F238E27FC236}">
                <a16:creationId xmlns:a16="http://schemas.microsoft.com/office/drawing/2014/main" id="{E0AC0FBB-457E-4083-885D-FF2CDDFAE5D0}"/>
              </a:ext>
            </a:extLst>
          </p:cNvPr>
          <p:cNvSpPr>
            <a:spLocks noGrp="1"/>
          </p:cNvSpPr>
          <p:nvPr/>
        </p:nvSpPr>
        <p:spPr>
          <a:xfrm>
            <a:off x="8401050" y="2305050"/>
            <a:ext cx="523875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94" name="20">
            <a:extLst>
              <a:ext uri="{FF2B5EF4-FFF2-40B4-BE49-F238E27FC236}">
                <a16:creationId xmlns:a16="http://schemas.microsoft.com/office/drawing/2014/main" id="{FE83DB95-0209-4DD9-90A1-DBF73BEA5ED5}"/>
              </a:ext>
            </a:extLst>
          </p:cNvPr>
          <p:cNvSpPr>
            <a:spLocks noGrp="1"/>
          </p:cNvSpPr>
          <p:nvPr/>
        </p:nvSpPr>
        <p:spPr>
          <a:xfrm>
            <a:off x="8401050" y="2305050"/>
            <a:ext cx="523875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20</a:t>
            </a:r>
          </a:p>
        </p:txBody>
      </p:sp>
      <p:sp>
        <p:nvSpPr>
          <p:cNvPr id="1795" name="矩形">
            <a:extLst>
              <a:ext uri="{FF2B5EF4-FFF2-40B4-BE49-F238E27FC236}">
                <a16:creationId xmlns:a16="http://schemas.microsoft.com/office/drawing/2014/main" id="{CAB7DB66-144A-4555-805F-C9D0A8AAA47D}"/>
              </a:ext>
            </a:extLst>
          </p:cNvPr>
          <p:cNvSpPr>
            <a:spLocks noGrp="1"/>
          </p:cNvSpPr>
          <p:nvPr/>
        </p:nvSpPr>
        <p:spPr>
          <a:xfrm>
            <a:off x="9086850" y="2152650"/>
            <a:ext cx="5715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96" name="FAILED">
            <a:extLst>
              <a:ext uri="{FF2B5EF4-FFF2-40B4-BE49-F238E27FC236}">
                <a16:creationId xmlns:a16="http://schemas.microsoft.com/office/drawing/2014/main" id="{84FE72C4-20FA-4CD2-861C-B7ECC83849A3}"/>
              </a:ext>
            </a:extLst>
          </p:cNvPr>
          <p:cNvSpPr>
            <a:spLocks noGrp="1"/>
          </p:cNvSpPr>
          <p:nvPr/>
        </p:nvSpPr>
        <p:spPr>
          <a:xfrm>
            <a:off x="9086850" y="2152650"/>
            <a:ext cx="5715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FAILED</a:t>
            </a:r>
          </a:p>
        </p:txBody>
      </p:sp>
      <p:sp>
        <p:nvSpPr>
          <p:cNvPr id="1797" name="矩形">
            <a:extLst>
              <a:ext uri="{FF2B5EF4-FFF2-40B4-BE49-F238E27FC236}">
                <a16:creationId xmlns:a16="http://schemas.microsoft.com/office/drawing/2014/main" id="{FB44104E-7108-4A7B-AE35-9867B1651B44}"/>
              </a:ext>
            </a:extLst>
          </p:cNvPr>
          <p:cNvSpPr>
            <a:spLocks noGrp="1"/>
          </p:cNvSpPr>
          <p:nvPr/>
        </p:nvSpPr>
        <p:spPr>
          <a:xfrm>
            <a:off x="9086850" y="2305050"/>
            <a:ext cx="5715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98" name="1">
            <a:extLst>
              <a:ext uri="{FF2B5EF4-FFF2-40B4-BE49-F238E27FC236}">
                <a16:creationId xmlns:a16="http://schemas.microsoft.com/office/drawing/2014/main" id="{5B5E7D39-E2FC-4295-8A99-B3EE8F7C06E4}"/>
              </a:ext>
            </a:extLst>
          </p:cNvPr>
          <p:cNvSpPr>
            <a:spLocks noGrp="1"/>
          </p:cNvSpPr>
          <p:nvPr/>
        </p:nvSpPr>
        <p:spPr>
          <a:xfrm>
            <a:off x="9086850" y="2305050"/>
            <a:ext cx="57150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1</a:t>
            </a:r>
          </a:p>
        </p:txBody>
      </p:sp>
      <p:sp>
        <p:nvSpPr>
          <p:cNvPr id="1799" name="矩形">
            <a:extLst>
              <a:ext uri="{FF2B5EF4-FFF2-40B4-BE49-F238E27FC236}">
                <a16:creationId xmlns:a16="http://schemas.microsoft.com/office/drawing/2014/main" id="{590751A0-779E-4A2F-B56B-66DD418AB824}"/>
              </a:ext>
            </a:extLst>
          </p:cNvPr>
          <p:cNvSpPr>
            <a:spLocks noGrp="1"/>
          </p:cNvSpPr>
          <p:nvPr/>
        </p:nvSpPr>
        <p:spPr>
          <a:xfrm>
            <a:off x="9810750" y="2152650"/>
            <a:ext cx="5524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800" name="高代价">
            <a:extLst>
              <a:ext uri="{FF2B5EF4-FFF2-40B4-BE49-F238E27FC236}">
                <a16:creationId xmlns:a16="http://schemas.microsoft.com/office/drawing/2014/main" id="{ABB06F8E-5390-4985-A26E-7F4B088C46C5}"/>
              </a:ext>
            </a:extLst>
          </p:cNvPr>
          <p:cNvSpPr>
            <a:spLocks noGrp="1"/>
          </p:cNvSpPr>
          <p:nvPr/>
        </p:nvSpPr>
        <p:spPr>
          <a:xfrm>
            <a:off x="9810750" y="2152650"/>
            <a:ext cx="55245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高代价</a:t>
            </a:r>
          </a:p>
        </p:txBody>
      </p:sp>
      <p:sp>
        <p:nvSpPr>
          <p:cNvPr id="1801" name="矩形">
            <a:extLst>
              <a:ext uri="{FF2B5EF4-FFF2-40B4-BE49-F238E27FC236}">
                <a16:creationId xmlns:a16="http://schemas.microsoft.com/office/drawing/2014/main" id="{FD8C670D-C98A-471F-BF4C-F7D2B826B98E}"/>
              </a:ext>
            </a:extLst>
          </p:cNvPr>
          <p:cNvSpPr>
            <a:spLocks noGrp="1"/>
          </p:cNvSpPr>
          <p:nvPr/>
        </p:nvSpPr>
        <p:spPr>
          <a:xfrm>
            <a:off x="9810750" y="2305050"/>
            <a:ext cx="55245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802" name="20">
            <a:extLst>
              <a:ext uri="{FF2B5EF4-FFF2-40B4-BE49-F238E27FC236}">
                <a16:creationId xmlns:a16="http://schemas.microsoft.com/office/drawing/2014/main" id="{967EDB14-3648-4750-8E3C-2B603B94F84B}"/>
              </a:ext>
            </a:extLst>
          </p:cNvPr>
          <p:cNvSpPr>
            <a:spLocks noGrp="1"/>
          </p:cNvSpPr>
          <p:nvPr/>
        </p:nvSpPr>
        <p:spPr>
          <a:xfrm>
            <a:off x="9810750" y="2305050"/>
            <a:ext cx="552450" cy="221953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20</a:t>
            </a:r>
          </a:p>
        </p:txBody>
      </p:sp>
      <p:sp>
        <p:nvSpPr>
          <p:cNvPr id="1803" name="矩形">
            <a:extLst>
              <a:ext uri="{FF2B5EF4-FFF2-40B4-BE49-F238E27FC236}">
                <a16:creationId xmlns:a16="http://schemas.microsoft.com/office/drawing/2014/main" id="{A244DE8B-C9CD-4BD9-9157-8215B05E4861}"/>
              </a:ext>
            </a:extLst>
          </p:cNvPr>
          <p:cNvSpPr>
            <a:spLocks noGrp="1"/>
          </p:cNvSpPr>
          <p:nvPr/>
        </p:nvSpPr>
        <p:spPr>
          <a:xfrm>
            <a:off x="8343900" y="2590800"/>
            <a:ext cx="19812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804" name="21/21 产生 RuntimeState">
            <a:extLst>
              <a:ext uri="{FF2B5EF4-FFF2-40B4-BE49-F238E27FC236}">
                <a16:creationId xmlns:a16="http://schemas.microsoft.com/office/drawing/2014/main" id="{2CC49CCB-B2D9-4B84-B4E7-ABAA994D6296}"/>
              </a:ext>
            </a:extLst>
          </p:cNvPr>
          <p:cNvSpPr>
            <a:spLocks noGrp="1"/>
          </p:cNvSpPr>
          <p:nvPr/>
        </p:nvSpPr>
        <p:spPr>
          <a:xfrm>
            <a:off x="8343900" y="2590800"/>
            <a:ext cx="19812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21/21 产生 RuntimeState</a:t>
            </a:r>
          </a:p>
        </p:txBody>
      </p:sp>
      <p:sp>
        <p:nvSpPr>
          <p:cNvPr id="1805" name="矩形">
            <a:extLst>
              <a:ext uri="{FF2B5EF4-FFF2-40B4-BE49-F238E27FC236}">
                <a16:creationId xmlns:a16="http://schemas.microsoft.com/office/drawing/2014/main" id="{77DDD858-F59C-4AB4-953F-1ECDE8E3BA4D}"/>
              </a:ext>
            </a:extLst>
          </p:cNvPr>
          <p:cNvSpPr>
            <a:spLocks noGrp="1"/>
          </p:cNvSpPr>
          <p:nvPr/>
        </p:nvSpPr>
        <p:spPr>
          <a:xfrm>
            <a:off x="952500" y="3286125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806" name="高代价调用总数">
            <a:extLst>
              <a:ext uri="{FF2B5EF4-FFF2-40B4-BE49-F238E27FC236}">
                <a16:creationId xmlns:a16="http://schemas.microsoft.com/office/drawing/2014/main" id="{24E5A2D3-A16F-492E-B3AC-41B165211AE1}"/>
              </a:ext>
            </a:extLst>
          </p:cNvPr>
          <p:cNvSpPr>
            <a:spLocks noGrp="1"/>
          </p:cNvSpPr>
          <p:nvPr/>
        </p:nvSpPr>
        <p:spPr>
          <a:xfrm>
            <a:off x="952500" y="3286125"/>
            <a:ext cx="2857500" cy="2159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高代价调用总数</a:t>
            </a:r>
          </a:p>
        </p:txBody>
      </p:sp>
      <p:sp>
        <p:nvSpPr>
          <p:cNvPr id="1807" name="矩形">
            <a:extLst>
              <a:ext uri="{FF2B5EF4-FFF2-40B4-BE49-F238E27FC236}">
                <a16:creationId xmlns:a16="http://schemas.microsoft.com/office/drawing/2014/main" id="{9978927A-9052-4EC0-9093-692396926AE1}"/>
              </a:ext>
            </a:extLst>
          </p:cNvPr>
          <p:cNvSpPr>
            <a:spLocks noGrp="1"/>
          </p:cNvSpPr>
          <p:nvPr/>
        </p:nvSpPr>
        <p:spPr>
          <a:xfrm>
            <a:off x="1000125" y="3733800"/>
            <a:ext cx="838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808" name="static">
            <a:extLst>
              <a:ext uri="{FF2B5EF4-FFF2-40B4-BE49-F238E27FC236}">
                <a16:creationId xmlns:a16="http://schemas.microsoft.com/office/drawing/2014/main" id="{9464DAF9-157A-4C3C-9FB9-B12E0337080C}"/>
              </a:ext>
            </a:extLst>
          </p:cNvPr>
          <p:cNvSpPr>
            <a:spLocks noGrp="1"/>
          </p:cNvSpPr>
          <p:nvPr/>
        </p:nvSpPr>
        <p:spPr>
          <a:xfrm>
            <a:off x="1000125" y="3733800"/>
            <a:ext cx="8382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static</a:t>
            </a:r>
          </a:p>
        </p:txBody>
      </p:sp>
      <p:sp>
        <p:nvSpPr>
          <p:cNvPr id="1809" name="矩形">
            <a:extLst>
              <a:ext uri="{FF2B5EF4-FFF2-40B4-BE49-F238E27FC236}">
                <a16:creationId xmlns:a16="http://schemas.microsoft.com/office/drawing/2014/main" id="{941A9A3F-F698-45EB-BF9F-E177B08B0E6F}"/>
              </a:ext>
            </a:extLst>
          </p:cNvPr>
          <p:cNvSpPr>
            <a:spLocks noGrp="1"/>
          </p:cNvSpPr>
          <p:nvPr/>
        </p:nvSpPr>
        <p:spPr>
          <a:xfrm>
            <a:off x="1952625" y="3695700"/>
            <a:ext cx="3714750" cy="228600"/>
          </a:xfrm>
          <a:prstGeom prst="rect">
            <a:avLst/>
          </a:prstGeom>
          <a:solidFill>
            <a:srgbClr val="EEF4FB"/>
          </a:solidFill>
          <a:ln w="3175">
            <a:solidFill>
              <a:srgbClr val="EEF4FB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810" name="矩形">
            <a:extLst>
              <a:ext uri="{FF2B5EF4-FFF2-40B4-BE49-F238E27FC236}">
                <a16:creationId xmlns:a16="http://schemas.microsoft.com/office/drawing/2014/main" id="{C11E4E96-DC7F-4CB9-B9E9-7066D1A05A00}"/>
              </a:ext>
            </a:extLst>
          </p:cNvPr>
          <p:cNvSpPr>
            <a:spLocks noGrp="1"/>
          </p:cNvSpPr>
          <p:nvPr/>
        </p:nvSpPr>
        <p:spPr>
          <a:xfrm>
            <a:off x="1952625" y="3695700"/>
            <a:ext cx="2790825" cy="22860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811" name="矩形">
            <a:extLst>
              <a:ext uri="{FF2B5EF4-FFF2-40B4-BE49-F238E27FC236}">
                <a16:creationId xmlns:a16="http://schemas.microsoft.com/office/drawing/2014/main" id="{37697F98-86CD-4DA7-AE6A-1D74CB5CE810}"/>
              </a:ext>
            </a:extLst>
          </p:cNvPr>
          <p:cNvSpPr>
            <a:spLocks noGrp="1"/>
          </p:cNvSpPr>
          <p:nvPr/>
        </p:nvSpPr>
        <p:spPr>
          <a:xfrm>
            <a:off x="5810250" y="371475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812" name="21">
            <a:extLst>
              <a:ext uri="{FF2B5EF4-FFF2-40B4-BE49-F238E27FC236}">
                <a16:creationId xmlns:a16="http://schemas.microsoft.com/office/drawing/2014/main" id="{6A326C91-856A-48A3-8301-8A90130E160A}"/>
              </a:ext>
            </a:extLst>
          </p:cNvPr>
          <p:cNvSpPr>
            <a:spLocks noGrp="1"/>
          </p:cNvSpPr>
          <p:nvPr/>
        </p:nvSpPr>
        <p:spPr>
          <a:xfrm>
            <a:off x="5810250" y="3714750"/>
            <a:ext cx="3810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21</a:t>
            </a:r>
          </a:p>
        </p:txBody>
      </p:sp>
      <p:sp>
        <p:nvSpPr>
          <p:cNvPr id="1813" name="矩形">
            <a:extLst>
              <a:ext uri="{FF2B5EF4-FFF2-40B4-BE49-F238E27FC236}">
                <a16:creationId xmlns:a16="http://schemas.microsoft.com/office/drawing/2014/main" id="{68F139F4-ECFB-4656-8200-0913B9066F4F}"/>
              </a:ext>
            </a:extLst>
          </p:cNvPr>
          <p:cNvSpPr>
            <a:spLocks noGrp="1"/>
          </p:cNvSpPr>
          <p:nvPr/>
        </p:nvSpPr>
        <p:spPr>
          <a:xfrm>
            <a:off x="1000125" y="4133850"/>
            <a:ext cx="838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814" name="fixed">
            <a:extLst>
              <a:ext uri="{FF2B5EF4-FFF2-40B4-BE49-F238E27FC236}">
                <a16:creationId xmlns:a16="http://schemas.microsoft.com/office/drawing/2014/main" id="{B8E17DC0-7401-4FE4-912A-1DE84EB485FA}"/>
              </a:ext>
            </a:extLst>
          </p:cNvPr>
          <p:cNvSpPr>
            <a:spLocks noGrp="1"/>
          </p:cNvSpPr>
          <p:nvPr/>
        </p:nvSpPr>
        <p:spPr>
          <a:xfrm>
            <a:off x="1000125" y="4133850"/>
            <a:ext cx="8382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fixed</a:t>
            </a:r>
          </a:p>
        </p:txBody>
      </p:sp>
      <p:sp>
        <p:nvSpPr>
          <p:cNvPr id="1815" name="矩形">
            <a:extLst>
              <a:ext uri="{FF2B5EF4-FFF2-40B4-BE49-F238E27FC236}">
                <a16:creationId xmlns:a16="http://schemas.microsoft.com/office/drawing/2014/main" id="{576DD5DE-72E3-49E2-BB82-2C576578832E}"/>
              </a:ext>
            </a:extLst>
          </p:cNvPr>
          <p:cNvSpPr>
            <a:spLocks noGrp="1"/>
          </p:cNvSpPr>
          <p:nvPr/>
        </p:nvSpPr>
        <p:spPr>
          <a:xfrm>
            <a:off x="1952625" y="4095750"/>
            <a:ext cx="3714750" cy="228600"/>
          </a:xfrm>
          <a:prstGeom prst="rect">
            <a:avLst/>
          </a:prstGeom>
          <a:solidFill>
            <a:srgbClr val="EEF4FB"/>
          </a:solidFill>
          <a:ln w="3175">
            <a:solidFill>
              <a:srgbClr val="EEF4FB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816" name="矩形">
            <a:extLst>
              <a:ext uri="{FF2B5EF4-FFF2-40B4-BE49-F238E27FC236}">
                <a16:creationId xmlns:a16="http://schemas.microsoft.com/office/drawing/2014/main" id="{6EE72049-EEAA-40CE-AABA-CBF5CAB0C2B3}"/>
              </a:ext>
            </a:extLst>
          </p:cNvPr>
          <p:cNvSpPr>
            <a:spLocks noGrp="1"/>
          </p:cNvSpPr>
          <p:nvPr/>
        </p:nvSpPr>
        <p:spPr>
          <a:xfrm>
            <a:off x="1952625" y="4095750"/>
            <a:ext cx="3714750" cy="228600"/>
          </a:xfrm>
          <a:prstGeom prst="rect">
            <a:avLst/>
          </a:prstGeom>
          <a:solidFill>
            <a:srgbClr val="D9A12A"/>
          </a:solidFill>
          <a:ln w="3175">
            <a:solidFill>
              <a:srgbClr val="D9A12A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817" name="矩形">
            <a:extLst>
              <a:ext uri="{FF2B5EF4-FFF2-40B4-BE49-F238E27FC236}">
                <a16:creationId xmlns:a16="http://schemas.microsoft.com/office/drawing/2014/main" id="{8B3900F5-4757-4285-86F4-6DFA5628AD70}"/>
              </a:ext>
            </a:extLst>
          </p:cNvPr>
          <p:cNvSpPr>
            <a:spLocks noGrp="1"/>
          </p:cNvSpPr>
          <p:nvPr/>
        </p:nvSpPr>
        <p:spPr>
          <a:xfrm>
            <a:off x="5810250" y="41148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818" name="28">
            <a:extLst>
              <a:ext uri="{FF2B5EF4-FFF2-40B4-BE49-F238E27FC236}">
                <a16:creationId xmlns:a16="http://schemas.microsoft.com/office/drawing/2014/main" id="{04E55093-A7AD-4F8A-945B-F26F56A82B17}"/>
              </a:ext>
            </a:extLst>
          </p:cNvPr>
          <p:cNvSpPr>
            <a:spLocks noGrp="1"/>
          </p:cNvSpPr>
          <p:nvPr/>
        </p:nvSpPr>
        <p:spPr>
          <a:xfrm>
            <a:off x="5810250" y="4114800"/>
            <a:ext cx="3810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28</a:t>
            </a:r>
          </a:p>
        </p:txBody>
      </p:sp>
      <p:sp>
        <p:nvSpPr>
          <p:cNvPr id="1819" name="矩形">
            <a:extLst>
              <a:ext uri="{FF2B5EF4-FFF2-40B4-BE49-F238E27FC236}">
                <a16:creationId xmlns:a16="http://schemas.microsoft.com/office/drawing/2014/main" id="{36231DA0-DB0F-43EB-A101-9495AFF2A92E}"/>
              </a:ext>
            </a:extLst>
          </p:cNvPr>
          <p:cNvSpPr>
            <a:spLocks noGrp="1"/>
          </p:cNvSpPr>
          <p:nvPr/>
        </p:nvSpPr>
        <p:spPr>
          <a:xfrm>
            <a:off x="1000125" y="4533900"/>
            <a:ext cx="838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820" name="dynamic">
            <a:extLst>
              <a:ext uri="{FF2B5EF4-FFF2-40B4-BE49-F238E27FC236}">
                <a16:creationId xmlns:a16="http://schemas.microsoft.com/office/drawing/2014/main" id="{146A32F7-B779-4F61-AC7A-8F429E14CA81}"/>
              </a:ext>
            </a:extLst>
          </p:cNvPr>
          <p:cNvSpPr>
            <a:spLocks noGrp="1"/>
          </p:cNvSpPr>
          <p:nvPr/>
        </p:nvSpPr>
        <p:spPr>
          <a:xfrm>
            <a:off x="1000125" y="4533900"/>
            <a:ext cx="8382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dynamic</a:t>
            </a:r>
          </a:p>
        </p:txBody>
      </p:sp>
      <p:sp>
        <p:nvSpPr>
          <p:cNvPr id="1821" name="矩形">
            <a:extLst>
              <a:ext uri="{FF2B5EF4-FFF2-40B4-BE49-F238E27FC236}">
                <a16:creationId xmlns:a16="http://schemas.microsoft.com/office/drawing/2014/main" id="{CA652B1A-6AE1-48B9-BABE-8B03B86CAAD1}"/>
              </a:ext>
            </a:extLst>
          </p:cNvPr>
          <p:cNvSpPr>
            <a:spLocks noGrp="1"/>
          </p:cNvSpPr>
          <p:nvPr/>
        </p:nvSpPr>
        <p:spPr>
          <a:xfrm>
            <a:off x="1952625" y="4495800"/>
            <a:ext cx="3714750" cy="228600"/>
          </a:xfrm>
          <a:prstGeom prst="rect">
            <a:avLst/>
          </a:prstGeom>
          <a:solidFill>
            <a:srgbClr val="EEF4FB"/>
          </a:solidFill>
          <a:ln w="3175">
            <a:solidFill>
              <a:srgbClr val="EEF4FB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822" name="矩形">
            <a:extLst>
              <a:ext uri="{FF2B5EF4-FFF2-40B4-BE49-F238E27FC236}">
                <a16:creationId xmlns:a16="http://schemas.microsoft.com/office/drawing/2014/main" id="{1D0D79CC-9F1B-4842-BD75-DD25E615F462}"/>
              </a:ext>
            </a:extLst>
          </p:cNvPr>
          <p:cNvSpPr>
            <a:spLocks noGrp="1"/>
          </p:cNvSpPr>
          <p:nvPr/>
        </p:nvSpPr>
        <p:spPr>
          <a:xfrm>
            <a:off x="1952625" y="4495800"/>
            <a:ext cx="2657475" cy="228600"/>
          </a:xfrm>
          <a:prstGeom prst="rect">
            <a:avLst/>
          </a:prstGeom>
          <a:solidFill>
            <a:srgbClr val="0052A5"/>
          </a:solidFill>
          <a:ln w="3175">
            <a:solidFill>
              <a:srgbClr val="0052A5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823" name="矩形">
            <a:extLst>
              <a:ext uri="{FF2B5EF4-FFF2-40B4-BE49-F238E27FC236}">
                <a16:creationId xmlns:a16="http://schemas.microsoft.com/office/drawing/2014/main" id="{426298C9-E909-4E00-ACCE-2E0A40301179}"/>
              </a:ext>
            </a:extLst>
          </p:cNvPr>
          <p:cNvSpPr>
            <a:spLocks noGrp="1"/>
          </p:cNvSpPr>
          <p:nvPr/>
        </p:nvSpPr>
        <p:spPr>
          <a:xfrm>
            <a:off x="5810250" y="451485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824" name="20">
            <a:extLst>
              <a:ext uri="{FF2B5EF4-FFF2-40B4-BE49-F238E27FC236}">
                <a16:creationId xmlns:a16="http://schemas.microsoft.com/office/drawing/2014/main" id="{D1C49CCE-3903-461B-BC62-FB28191AC6C3}"/>
              </a:ext>
            </a:extLst>
          </p:cNvPr>
          <p:cNvSpPr>
            <a:spLocks noGrp="1"/>
          </p:cNvSpPr>
          <p:nvPr/>
        </p:nvSpPr>
        <p:spPr>
          <a:xfrm>
            <a:off x="5810250" y="4514850"/>
            <a:ext cx="3810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20</a:t>
            </a:r>
          </a:p>
        </p:txBody>
      </p:sp>
      <p:sp>
        <p:nvSpPr>
          <p:cNvPr id="1825" name="矩形">
            <a:extLst>
              <a:ext uri="{FF2B5EF4-FFF2-40B4-BE49-F238E27FC236}">
                <a16:creationId xmlns:a16="http://schemas.microsoft.com/office/drawing/2014/main" id="{AC8613FE-3D7A-4DE1-8CEB-762307F0B1EA}"/>
              </a:ext>
            </a:extLst>
          </p:cNvPr>
          <p:cNvSpPr>
            <a:spLocks noGrp="1"/>
          </p:cNvSpPr>
          <p:nvPr/>
        </p:nvSpPr>
        <p:spPr>
          <a:xfrm>
            <a:off x="1000125" y="4933950"/>
            <a:ext cx="838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826" name="lite">
            <a:extLst>
              <a:ext uri="{FF2B5EF4-FFF2-40B4-BE49-F238E27FC236}">
                <a16:creationId xmlns:a16="http://schemas.microsoft.com/office/drawing/2014/main" id="{C7FD8ABA-33DC-46BE-98D0-0D3BB20492E6}"/>
              </a:ext>
            </a:extLst>
          </p:cNvPr>
          <p:cNvSpPr>
            <a:spLocks noGrp="1"/>
          </p:cNvSpPr>
          <p:nvPr/>
        </p:nvSpPr>
        <p:spPr>
          <a:xfrm>
            <a:off x="1000125" y="4933950"/>
            <a:ext cx="8382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lite</a:t>
            </a:r>
          </a:p>
        </p:txBody>
      </p:sp>
      <p:sp>
        <p:nvSpPr>
          <p:cNvPr id="1827" name="矩形">
            <a:extLst>
              <a:ext uri="{FF2B5EF4-FFF2-40B4-BE49-F238E27FC236}">
                <a16:creationId xmlns:a16="http://schemas.microsoft.com/office/drawing/2014/main" id="{C0BDBD6A-8EF6-4D48-94B7-202C0320AFA7}"/>
              </a:ext>
            </a:extLst>
          </p:cNvPr>
          <p:cNvSpPr>
            <a:spLocks noGrp="1"/>
          </p:cNvSpPr>
          <p:nvPr/>
        </p:nvSpPr>
        <p:spPr>
          <a:xfrm>
            <a:off x="1952625" y="4895850"/>
            <a:ext cx="3714750" cy="228600"/>
          </a:xfrm>
          <a:prstGeom prst="rect">
            <a:avLst/>
          </a:prstGeom>
          <a:solidFill>
            <a:srgbClr val="EEF4FB"/>
          </a:solidFill>
          <a:ln w="3175">
            <a:solidFill>
              <a:srgbClr val="EEF4FB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828" name="矩形">
            <a:extLst>
              <a:ext uri="{FF2B5EF4-FFF2-40B4-BE49-F238E27FC236}">
                <a16:creationId xmlns:a16="http://schemas.microsoft.com/office/drawing/2014/main" id="{58AD59B8-65E2-4C03-A729-D9AD32C361FA}"/>
              </a:ext>
            </a:extLst>
          </p:cNvPr>
          <p:cNvSpPr>
            <a:spLocks noGrp="1"/>
          </p:cNvSpPr>
          <p:nvPr/>
        </p:nvSpPr>
        <p:spPr>
          <a:xfrm>
            <a:off x="1952625" y="4895850"/>
            <a:ext cx="2657475" cy="228600"/>
          </a:xfrm>
          <a:prstGeom prst="rect">
            <a:avLst/>
          </a:prstGeom>
          <a:solidFill>
            <a:srgbClr val="2F9D68"/>
          </a:solidFill>
          <a:ln w="3175">
            <a:solidFill>
              <a:srgbClr val="2F9D68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829" name="矩形">
            <a:extLst>
              <a:ext uri="{FF2B5EF4-FFF2-40B4-BE49-F238E27FC236}">
                <a16:creationId xmlns:a16="http://schemas.microsoft.com/office/drawing/2014/main" id="{5D766B6A-468D-482C-9E00-BECC34281B5E}"/>
              </a:ext>
            </a:extLst>
          </p:cNvPr>
          <p:cNvSpPr>
            <a:spLocks noGrp="1"/>
          </p:cNvSpPr>
          <p:nvPr/>
        </p:nvSpPr>
        <p:spPr>
          <a:xfrm>
            <a:off x="5810250" y="49149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830" name="20">
            <a:extLst>
              <a:ext uri="{FF2B5EF4-FFF2-40B4-BE49-F238E27FC236}">
                <a16:creationId xmlns:a16="http://schemas.microsoft.com/office/drawing/2014/main" id="{566CF579-8784-4888-9F59-B44FBA856DED}"/>
              </a:ext>
            </a:extLst>
          </p:cNvPr>
          <p:cNvSpPr>
            <a:spLocks noGrp="1"/>
          </p:cNvSpPr>
          <p:nvPr/>
        </p:nvSpPr>
        <p:spPr>
          <a:xfrm>
            <a:off x="5810250" y="4914900"/>
            <a:ext cx="381000" cy="1270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20</a:t>
            </a:r>
          </a:p>
        </p:txBody>
      </p:sp>
      <p:sp>
        <p:nvSpPr>
          <p:cNvPr id="1831" name="矩形">
            <a:extLst>
              <a:ext uri="{FF2B5EF4-FFF2-40B4-BE49-F238E27FC236}">
                <a16:creationId xmlns:a16="http://schemas.microsoft.com/office/drawing/2014/main" id="{B8BED4A8-35FE-4AF4-B303-1F9286A519AD}"/>
              </a:ext>
            </a:extLst>
          </p:cNvPr>
          <p:cNvSpPr>
            <a:spLocks noGrp="1"/>
          </p:cNvSpPr>
          <p:nvPr/>
        </p:nvSpPr>
        <p:spPr>
          <a:xfrm>
            <a:off x="1952625" y="5334000"/>
            <a:ext cx="4286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832" name="dynamic / lite 相比 fixed：20 vs 28，减少 28.6%">
            <a:extLst>
              <a:ext uri="{FF2B5EF4-FFF2-40B4-BE49-F238E27FC236}">
                <a16:creationId xmlns:a16="http://schemas.microsoft.com/office/drawing/2014/main" id="{C7A3C940-0F6B-4176-A50B-74AFEEBB890E}"/>
              </a:ext>
            </a:extLst>
          </p:cNvPr>
          <p:cNvSpPr>
            <a:spLocks noGrp="1"/>
          </p:cNvSpPr>
          <p:nvPr/>
        </p:nvSpPr>
        <p:spPr>
          <a:xfrm>
            <a:off x="1952625" y="5334000"/>
            <a:ext cx="4286250" cy="2032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dynamic / lite 相比 fixed：20 vs 28，减少 28.6%</a:t>
            </a:r>
          </a:p>
        </p:txBody>
      </p:sp>
      <p:sp>
        <p:nvSpPr>
          <p:cNvPr id="1833" name="圆角矩形">
            <a:extLst>
              <a:ext uri="{FF2B5EF4-FFF2-40B4-BE49-F238E27FC236}">
                <a16:creationId xmlns:a16="http://schemas.microsoft.com/office/drawing/2014/main" id="{8ECC35B8-9380-4819-A8E2-BC70B96B3F99}"/>
              </a:ext>
            </a:extLst>
          </p:cNvPr>
          <p:cNvSpPr>
            <a:spLocks noGrp="1"/>
          </p:cNvSpPr>
          <p:nvPr/>
        </p:nvSpPr>
        <p:spPr>
          <a:xfrm>
            <a:off x="6858000" y="3333750"/>
            <a:ext cx="3857625" cy="723900"/>
          </a:xfrm>
          <a:prstGeom prst="roundRect">
            <a:avLst>
              <a:gd name="adj" fmla="val 10526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834" name="矩形">
            <a:extLst>
              <a:ext uri="{FF2B5EF4-FFF2-40B4-BE49-F238E27FC236}">
                <a16:creationId xmlns:a16="http://schemas.microsoft.com/office/drawing/2014/main" id="{46A5D474-BE85-49B4-8373-2B9C1D2A4EC9}"/>
              </a:ext>
            </a:extLst>
          </p:cNvPr>
          <p:cNvSpPr>
            <a:spLocks noGrp="1"/>
          </p:cNvSpPr>
          <p:nvPr/>
        </p:nvSpPr>
        <p:spPr>
          <a:xfrm>
            <a:off x="7029450" y="3467100"/>
            <a:ext cx="3514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835" name="机制证据 1：状态可观测">
            <a:extLst>
              <a:ext uri="{FF2B5EF4-FFF2-40B4-BE49-F238E27FC236}">
                <a16:creationId xmlns:a16="http://schemas.microsoft.com/office/drawing/2014/main" id="{E443FB14-F5C4-491C-A939-44B7303A53A5}"/>
              </a:ext>
            </a:extLst>
          </p:cNvPr>
          <p:cNvSpPr>
            <a:spLocks noGrp="1"/>
          </p:cNvSpPr>
          <p:nvPr/>
        </p:nvSpPr>
        <p:spPr>
          <a:xfrm>
            <a:off x="7029450" y="3467100"/>
            <a:ext cx="3514725" cy="2159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机制证据 1：状态可观测</a:t>
            </a:r>
          </a:p>
        </p:txBody>
      </p:sp>
      <p:sp>
        <p:nvSpPr>
          <p:cNvPr id="1836" name="矩形">
            <a:extLst>
              <a:ext uri="{FF2B5EF4-FFF2-40B4-BE49-F238E27FC236}">
                <a16:creationId xmlns:a16="http://schemas.microsoft.com/office/drawing/2014/main" id="{99BB6665-1F89-43F0-83E3-73559A1E4F42}"/>
              </a:ext>
            </a:extLst>
          </p:cNvPr>
          <p:cNvSpPr>
            <a:spLocks noGrp="1"/>
          </p:cNvSpPr>
          <p:nvPr/>
        </p:nvSpPr>
        <p:spPr>
          <a:xfrm>
            <a:off x="7029450" y="3714750"/>
            <a:ext cx="35147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837" name="lite 组 21/21 产生 RuntimeState；其他三组为 0/21。">
            <a:extLst>
              <a:ext uri="{FF2B5EF4-FFF2-40B4-BE49-F238E27FC236}">
                <a16:creationId xmlns:a16="http://schemas.microsoft.com/office/drawing/2014/main" id="{D938B894-2DC2-4286-B31A-7D264CD1DBE9}"/>
              </a:ext>
            </a:extLst>
          </p:cNvPr>
          <p:cNvSpPr>
            <a:spLocks noGrp="1"/>
          </p:cNvSpPr>
          <p:nvPr/>
        </p:nvSpPr>
        <p:spPr>
          <a:xfrm>
            <a:off x="7029450" y="3714750"/>
            <a:ext cx="3514725" cy="1778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lite 组 21/21 产生 RuntimeState；其他三组为 0/21。</a:t>
            </a:r>
          </a:p>
        </p:txBody>
      </p:sp>
      <p:sp>
        <p:nvSpPr>
          <p:cNvPr id="1838" name="圆角矩形">
            <a:extLst>
              <a:ext uri="{FF2B5EF4-FFF2-40B4-BE49-F238E27FC236}">
                <a16:creationId xmlns:a16="http://schemas.microsoft.com/office/drawing/2014/main" id="{FB46EEF7-F8A4-447F-BCB6-E17D80737EDF}"/>
              </a:ext>
            </a:extLst>
          </p:cNvPr>
          <p:cNvSpPr>
            <a:spLocks noGrp="1"/>
          </p:cNvSpPr>
          <p:nvPr/>
        </p:nvSpPr>
        <p:spPr>
          <a:xfrm>
            <a:off x="6858000" y="4238625"/>
            <a:ext cx="3857625" cy="723900"/>
          </a:xfrm>
          <a:prstGeom prst="roundRect">
            <a:avLst>
              <a:gd name="adj" fmla="val 10526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839" name="矩形">
            <a:extLst>
              <a:ext uri="{FF2B5EF4-FFF2-40B4-BE49-F238E27FC236}">
                <a16:creationId xmlns:a16="http://schemas.microsoft.com/office/drawing/2014/main" id="{34A89178-969A-43B2-BEDB-E4E075C69D34}"/>
              </a:ext>
            </a:extLst>
          </p:cNvPr>
          <p:cNvSpPr>
            <a:spLocks noGrp="1"/>
          </p:cNvSpPr>
          <p:nvPr/>
        </p:nvSpPr>
        <p:spPr>
          <a:xfrm>
            <a:off x="7029450" y="4371975"/>
            <a:ext cx="3514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840" name="机制证据 2：成本控制">
            <a:extLst>
              <a:ext uri="{FF2B5EF4-FFF2-40B4-BE49-F238E27FC236}">
                <a16:creationId xmlns:a16="http://schemas.microsoft.com/office/drawing/2014/main" id="{799625E9-0C35-486C-9246-59A9159573F1}"/>
              </a:ext>
            </a:extLst>
          </p:cNvPr>
          <p:cNvSpPr>
            <a:spLocks noGrp="1"/>
          </p:cNvSpPr>
          <p:nvPr/>
        </p:nvSpPr>
        <p:spPr>
          <a:xfrm>
            <a:off x="7029450" y="4371975"/>
            <a:ext cx="3514725" cy="2159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机制证据 2：成本控制</a:t>
            </a:r>
          </a:p>
        </p:txBody>
      </p:sp>
      <p:sp>
        <p:nvSpPr>
          <p:cNvPr id="1841" name="矩形">
            <a:extLst>
              <a:ext uri="{FF2B5EF4-FFF2-40B4-BE49-F238E27FC236}">
                <a16:creationId xmlns:a16="http://schemas.microsoft.com/office/drawing/2014/main" id="{CA3345D6-AEDF-4ED3-81F1-02A14721396A}"/>
              </a:ext>
            </a:extLst>
          </p:cNvPr>
          <p:cNvSpPr>
            <a:spLocks noGrp="1"/>
          </p:cNvSpPr>
          <p:nvPr/>
        </p:nvSpPr>
        <p:spPr>
          <a:xfrm>
            <a:off x="7029450" y="4619625"/>
            <a:ext cx="351472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842" name="dynamic / lite 高代价调用为 20，fixed 为 28。">
            <a:extLst>
              <a:ext uri="{FF2B5EF4-FFF2-40B4-BE49-F238E27FC236}">
                <a16:creationId xmlns:a16="http://schemas.microsoft.com/office/drawing/2014/main" id="{DE3289E6-2A5C-4913-824E-E88AD8860198}"/>
              </a:ext>
            </a:extLst>
          </p:cNvPr>
          <p:cNvSpPr>
            <a:spLocks noGrp="1"/>
          </p:cNvSpPr>
          <p:nvPr/>
        </p:nvSpPr>
        <p:spPr>
          <a:xfrm>
            <a:off x="7029450" y="4619625"/>
            <a:ext cx="3514725" cy="1778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dynamic / lite 高代价调用为 20，fixed 为 28。</a:t>
            </a:r>
          </a:p>
        </p:txBody>
      </p:sp>
      <p:sp>
        <p:nvSpPr>
          <p:cNvPr id="1843" name="圆角矩形">
            <a:extLst>
              <a:ext uri="{FF2B5EF4-FFF2-40B4-BE49-F238E27FC236}">
                <a16:creationId xmlns:a16="http://schemas.microsoft.com/office/drawing/2014/main" id="{2CEA3DDA-D62A-48CA-8299-5FCB5E7AF08C}"/>
              </a:ext>
            </a:extLst>
          </p:cNvPr>
          <p:cNvSpPr>
            <a:spLocks noGrp="1"/>
          </p:cNvSpPr>
          <p:nvPr/>
        </p:nvSpPr>
        <p:spPr>
          <a:xfrm>
            <a:off x="6858000" y="5143500"/>
            <a:ext cx="3857625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</a:pPr>
            <a:endParaRPr/>
          </a:p>
        </p:txBody>
      </p:sp>
      <p:sp>
        <p:nvSpPr>
          <p:cNvPr id="1844" name="矩形">
            <a:extLst>
              <a:ext uri="{FF2B5EF4-FFF2-40B4-BE49-F238E27FC236}">
                <a16:creationId xmlns:a16="http://schemas.microsoft.com/office/drawing/2014/main" id="{CFA891E2-2348-4666-A13B-B66875D6B8D3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35147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C94C4C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845" name="结论边界">
            <a:extLst>
              <a:ext uri="{FF2B5EF4-FFF2-40B4-BE49-F238E27FC236}">
                <a16:creationId xmlns:a16="http://schemas.microsoft.com/office/drawing/2014/main" id="{A336ACBD-CA52-42C9-BC51-75D917142052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3514725" cy="2159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C94C4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结论边界</a:t>
            </a:r>
          </a:p>
        </p:txBody>
      </p:sp>
      <p:sp>
        <p:nvSpPr>
          <p:cNvPr id="1846" name="矩形">
            <a:extLst>
              <a:ext uri="{FF2B5EF4-FFF2-40B4-BE49-F238E27FC236}">
                <a16:creationId xmlns:a16="http://schemas.microsoft.com/office/drawing/2014/main" id="{63F983F9-0356-436E-BC21-3D75600F0759}"/>
              </a:ext>
            </a:extLst>
          </p:cNvPr>
          <p:cNvSpPr>
            <a:spLocks noGrp="1"/>
          </p:cNvSpPr>
          <p:nvPr/>
        </p:nvSpPr>
        <p:spPr>
          <a:xfrm>
            <a:off x="7029450" y="5429250"/>
            <a:ext cx="35147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847" name="不把成功率提升作为主要结论。">
            <a:extLst>
              <a:ext uri="{FF2B5EF4-FFF2-40B4-BE49-F238E27FC236}">
                <a16:creationId xmlns:a16="http://schemas.microsoft.com/office/drawing/2014/main" id="{6321262B-E8DD-432E-A173-39C076DBA290}"/>
              </a:ext>
            </a:extLst>
          </p:cNvPr>
          <p:cNvSpPr>
            <a:spLocks noGrp="1"/>
          </p:cNvSpPr>
          <p:nvPr/>
        </p:nvSpPr>
        <p:spPr>
          <a:xfrm>
            <a:off x="7029450" y="5429250"/>
            <a:ext cx="3514725" cy="1651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不把成功率提升作为主要结论。</a:t>
            </a:r>
          </a:p>
        </p:txBody>
      </p:sp>
      <p:sp>
        <p:nvSpPr>
          <p:cNvPr id="1853" name="矩形 1852">
            <a:extLst>
              <a:ext uri="{FF2B5EF4-FFF2-40B4-BE49-F238E27FC236}">
                <a16:creationId xmlns:a16="http://schemas.microsoft.com/office/drawing/2014/main" id="{164EAFE8-5E6A-48A4-99EC-6D387524F2D4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26300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2" name="矩形">
            <a:extLst>
              <a:ext uri="{FF2B5EF4-FFF2-40B4-BE49-F238E27FC236}">
                <a16:creationId xmlns:a16="http://schemas.microsoft.com/office/drawing/2014/main" id="{CFA942C3-DF64-43CF-9702-AC361E8060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853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1854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1855" name="矩形">
            <a:extLst>
              <a:ext uri="{FF2B5EF4-FFF2-40B4-BE49-F238E27FC236}">
                <a16:creationId xmlns:a16="http://schemas.microsoft.com/office/drawing/2014/main" id="{AE1719D7-8F75-4235-9263-49D7552F1330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56" name="矩形">
            <a:extLst>
              <a:ext uri="{FF2B5EF4-FFF2-40B4-BE49-F238E27FC236}">
                <a16:creationId xmlns:a16="http://schemas.microsoft.com/office/drawing/2014/main" id="{3B481E2F-1C7D-48B2-A8FD-9EB57033B7BA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57" name="矩形">
            <a:extLst>
              <a:ext uri="{FF2B5EF4-FFF2-40B4-BE49-F238E27FC236}">
                <a16:creationId xmlns:a16="http://schemas.microsoft.com/office/drawing/2014/main" id="{1561C7DA-F719-45FF-88D6-0F85B6C3FC6C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58" name="矩形">
            <a:extLst>
              <a:ext uri="{FF2B5EF4-FFF2-40B4-BE49-F238E27FC236}">
                <a16:creationId xmlns:a16="http://schemas.microsoft.com/office/drawing/2014/main" id="{7BA57430-300C-490F-B0CA-B8165561E580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59" name="矩形">
            <a:extLst>
              <a:ext uri="{FF2B5EF4-FFF2-40B4-BE49-F238E27FC236}">
                <a16:creationId xmlns:a16="http://schemas.microsoft.com/office/drawing/2014/main" id="{5F362B7A-D771-4F83-B554-ECA6F7DBAAAC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0" name="矩形">
            <a:extLst>
              <a:ext uri="{FF2B5EF4-FFF2-40B4-BE49-F238E27FC236}">
                <a16:creationId xmlns:a16="http://schemas.microsoft.com/office/drawing/2014/main" id="{DFDB6E99-1E0B-4363-8F2E-9988E535DFA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1" name="矩形">
            <a:extLst>
              <a:ext uri="{FF2B5EF4-FFF2-40B4-BE49-F238E27FC236}">
                <a16:creationId xmlns:a16="http://schemas.microsoft.com/office/drawing/2014/main" id="{602CBB05-4E54-4DF6-8F3A-D097E8F014F9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2" name="矩形">
            <a:extLst>
              <a:ext uri="{FF2B5EF4-FFF2-40B4-BE49-F238E27FC236}">
                <a16:creationId xmlns:a16="http://schemas.microsoft.com/office/drawing/2014/main" id="{4DDE7D4D-8626-4C22-BC4D-4FF67065E3B2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3" name="矩形">
            <a:extLst>
              <a:ext uri="{FF2B5EF4-FFF2-40B4-BE49-F238E27FC236}">
                <a16:creationId xmlns:a16="http://schemas.microsoft.com/office/drawing/2014/main" id="{8222ED9B-D622-43B5-985D-1A5A02890EDC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4" name="矩形">
            <a:extLst>
              <a:ext uri="{FF2B5EF4-FFF2-40B4-BE49-F238E27FC236}">
                <a16:creationId xmlns:a16="http://schemas.microsoft.com/office/drawing/2014/main" id="{171D1192-BD44-4B6F-8836-4918E88CA518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5" name="矩形">
            <a:extLst>
              <a:ext uri="{FF2B5EF4-FFF2-40B4-BE49-F238E27FC236}">
                <a16:creationId xmlns:a16="http://schemas.microsoft.com/office/drawing/2014/main" id="{15534996-6902-4058-8FC0-CB64E1ED36F3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6" name="矩形">
            <a:extLst>
              <a:ext uri="{FF2B5EF4-FFF2-40B4-BE49-F238E27FC236}">
                <a16:creationId xmlns:a16="http://schemas.microsoft.com/office/drawing/2014/main" id="{20BB4BE7-F32D-4668-ADDF-B7764EDA15D4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7" name="矩形">
            <a:extLst>
              <a:ext uri="{FF2B5EF4-FFF2-40B4-BE49-F238E27FC236}">
                <a16:creationId xmlns:a16="http://schemas.microsoft.com/office/drawing/2014/main" id="{CDA1B15C-E7AD-4392-8E7A-328B3E3053B8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8" name="矩形">
            <a:extLst>
              <a:ext uri="{FF2B5EF4-FFF2-40B4-BE49-F238E27FC236}">
                <a16:creationId xmlns:a16="http://schemas.microsoft.com/office/drawing/2014/main" id="{90914E6B-E395-4202-94B3-A621816765E6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9" name="矩形">
            <a:extLst>
              <a:ext uri="{FF2B5EF4-FFF2-40B4-BE49-F238E27FC236}">
                <a16:creationId xmlns:a16="http://schemas.microsoft.com/office/drawing/2014/main" id="{A0D40F32-C247-4B86-98DC-169EC6F4B390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0" name="矩形">
            <a:extLst>
              <a:ext uri="{FF2B5EF4-FFF2-40B4-BE49-F238E27FC236}">
                <a16:creationId xmlns:a16="http://schemas.microsoft.com/office/drawing/2014/main" id="{D72A424B-62F2-4D61-9236-2AFD86B438D2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1" name="矩形">
            <a:extLst>
              <a:ext uri="{FF2B5EF4-FFF2-40B4-BE49-F238E27FC236}">
                <a16:creationId xmlns:a16="http://schemas.microsoft.com/office/drawing/2014/main" id="{B6E6115C-96D9-4FC3-ACCF-5BFFBD7A5BAC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2" name="矩形">
            <a:extLst>
              <a:ext uri="{FF2B5EF4-FFF2-40B4-BE49-F238E27FC236}">
                <a16:creationId xmlns:a16="http://schemas.microsoft.com/office/drawing/2014/main" id="{03831049-0E61-4219-A242-A199D043BA75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3" name="矩形">
            <a:extLst>
              <a:ext uri="{FF2B5EF4-FFF2-40B4-BE49-F238E27FC236}">
                <a16:creationId xmlns:a16="http://schemas.microsoft.com/office/drawing/2014/main" id="{90DE0439-1836-4BC8-B008-6143670D15C9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4" name="矩形">
            <a:extLst>
              <a:ext uri="{FF2B5EF4-FFF2-40B4-BE49-F238E27FC236}">
                <a16:creationId xmlns:a16="http://schemas.microsoft.com/office/drawing/2014/main" id="{EAB2EF98-BD97-41FE-944B-FE54C5A9118E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5" name="矩形">
            <a:extLst>
              <a:ext uri="{FF2B5EF4-FFF2-40B4-BE49-F238E27FC236}">
                <a16:creationId xmlns:a16="http://schemas.microsoft.com/office/drawing/2014/main" id="{673CB991-7A11-4B95-9FC2-8C758A93E701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6" name="矩形">
            <a:extLst>
              <a:ext uri="{FF2B5EF4-FFF2-40B4-BE49-F238E27FC236}">
                <a16:creationId xmlns:a16="http://schemas.microsoft.com/office/drawing/2014/main" id="{7D50368C-ECAA-450C-8BD6-1895E56E131F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7" name="矩形">
            <a:extLst>
              <a:ext uri="{FF2B5EF4-FFF2-40B4-BE49-F238E27FC236}">
                <a16:creationId xmlns:a16="http://schemas.microsoft.com/office/drawing/2014/main" id="{3BD6B6B2-31CA-42A3-86B3-A49A9F4F61D5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8" name="矩形">
            <a:extLst>
              <a:ext uri="{FF2B5EF4-FFF2-40B4-BE49-F238E27FC236}">
                <a16:creationId xmlns:a16="http://schemas.microsoft.com/office/drawing/2014/main" id="{0CDFED52-321B-476E-B65D-48D865FE6502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9" name="矩形">
            <a:extLst>
              <a:ext uri="{FF2B5EF4-FFF2-40B4-BE49-F238E27FC236}">
                <a16:creationId xmlns:a16="http://schemas.microsoft.com/office/drawing/2014/main" id="{3DE2AA3D-1CC9-4E84-B0E5-E738EC69E1EA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0" name="矩形">
            <a:extLst>
              <a:ext uri="{FF2B5EF4-FFF2-40B4-BE49-F238E27FC236}">
                <a16:creationId xmlns:a16="http://schemas.microsoft.com/office/drawing/2014/main" id="{C7757965-EA62-44A8-8EBE-FF394A52086A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1" name="矩形">
            <a:extLst>
              <a:ext uri="{FF2B5EF4-FFF2-40B4-BE49-F238E27FC236}">
                <a16:creationId xmlns:a16="http://schemas.microsoft.com/office/drawing/2014/main" id="{EC3715B2-D7B0-44DE-83B8-7DAAF616BA02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2" name="矩形">
            <a:extLst>
              <a:ext uri="{FF2B5EF4-FFF2-40B4-BE49-F238E27FC236}">
                <a16:creationId xmlns:a16="http://schemas.microsoft.com/office/drawing/2014/main" id="{1C88BC7E-A20D-428E-894E-05B5BF40E27E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3" name="矩形">
            <a:extLst>
              <a:ext uri="{FF2B5EF4-FFF2-40B4-BE49-F238E27FC236}">
                <a16:creationId xmlns:a16="http://schemas.microsoft.com/office/drawing/2014/main" id="{71590196-0FE6-4547-97ED-7622287F46A5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4" name="矩形">
            <a:extLst>
              <a:ext uri="{FF2B5EF4-FFF2-40B4-BE49-F238E27FC236}">
                <a16:creationId xmlns:a16="http://schemas.microsoft.com/office/drawing/2014/main" id="{26FE3121-22EB-4181-86DE-56880A59F90B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5" name="矩形">
            <a:extLst>
              <a:ext uri="{FF2B5EF4-FFF2-40B4-BE49-F238E27FC236}">
                <a16:creationId xmlns:a16="http://schemas.microsoft.com/office/drawing/2014/main" id="{88A908E8-0795-4CE0-B4B8-B255657A951D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6" name="矩形">
            <a:extLst>
              <a:ext uri="{FF2B5EF4-FFF2-40B4-BE49-F238E27FC236}">
                <a16:creationId xmlns:a16="http://schemas.microsoft.com/office/drawing/2014/main" id="{3018505F-4EBC-4BAB-A8B1-6F2FDCAFA780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7" name="矩形">
            <a:extLst>
              <a:ext uri="{FF2B5EF4-FFF2-40B4-BE49-F238E27FC236}">
                <a16:creationId xmlns:a16="http://schemas.microsoft.com/office/drawing/2014/main" id="{1EC19F2B-E987-4014-9E38-902698256384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8" name="矩形">
            <a:extLst>
              <a:ext uri="{FF2B5EF4-FFF2-40B4-BE49-F238E27FC236}">
                <a16:creationId xmlns:a16="http://schemas.microsoft.com/office/drawing/2014/main" id="{A5269DAD-725C-4DBB-983A-29CD5DADDFBE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9" name="矩形">
            <a:extLst>
              <a:ext uri="{FF2B5EF4-FFF2-40B4-BE49-F238E27FC236}">
                <a16:creationId xmlns:a16="http://schemas.microsoft.com/office/drawing/2014/main" id="{05B1DE54-1AA9-44DD-ACA8-0B538B962778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0" name="矩形">
            <a:extLst>
              <a:ext uri="{FF2B5EF4-FFF2-40B4-BE49-F238E27FC236}">
                <a16:creationId xmlns:a16="http://schemas.microsoft.com/office/drawing/2014/main" id="{597CE30E-BF0B-4AAB-983F-ADDB422C156E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1" name="矩形">
            <a:extLst>
              <a:ext uri="{FF2B5EF4-FFF2-40B4-BE49-F238E27FC236}">
                <a16:creationId xmlns:a16="http://schemas.microsoft.com/office/drawing/2014/main" id="{398D21D2-7E06-4B18-8B46-E41DF12479B8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2" name="矩形">
            <a:extLst>
              <a:ext uri="{FF2B5EF4-FFF2-40B4-BE49-F238E27FC236}">
                <a16:creationId xmlns:a16="http://schemas.microsoft.com/office/drawing/2014/main" id="{3FB5439C-CA5D-4D1D-AA62-B02EE21EB567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3" name="矩形">
            <a:extLst>
              <a:ext uri="{FF2B5EF4-FFF2-40B4-BE49-F238E27FC236}">
                <a16:creationId xmlns:a16="http://schemas.microsoft.com/office/drawing/2014/main" id="{17C07169-8781-42E1-878A-F70C6902AC9C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4" name="矩形">
            <a:extLst>
              <a:ext uri="{FF2B5EF4-FFF2-40B4-BE49-F238E27FC236}">
                <a16:creationId xmlns:a16="http://schemas.microsoft.com/office/drawing/2014/main" id="{E9874DA6-7B09-4D84-912A-138D91ABDA07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5" name="矩形">
            <a:extLst>
              <a:ext uri="{FF2B5EF4-FFF2-40B4-BE49-F238E27FC236}">
                <a16:creationId xmlns:a16="http://schemas.microsoft.com/office/drawing/2014/main" id="{6BC7A33E-F79E-42B6-9DFA-523BF948D815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6" name="矩形">
            <a:extLst>
              <a:ext uri="{FF2B5EF4-FFF2-40B4-BE49-F238E27FC236}">
                <a16:creationId xmlns:a16="http://schemas.microsoft.com/office/drawing/2014/main" id="{143C8E64-CA8F-4BB6-AB96-C93C94B9F3F1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7" name="矩形">
            <a:extLst>
              <a:ext uri="{FF2B5EF4-FFF2-40B4-BE49-F238E27FC236}">
                <a16:creationId xmlns:a16="http://schemas.microsoft.com/office/drawing/2014/main" id="{E493E90C-03F9-46AB-8BC7-D25454E0CBA3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8" name="矩形">
            <a:extLst>
              <a:ext uri="{FF2B5EF4-FFF2-40B4-BE49-F238E27FC236}">
                <a16:creationId xmlns:a16="http://schemas.microsoft.com/office/drawing/2014/main" id="{0151738C-B1D2-41BC-9405-753EDB0F8940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9" name="矩形">
            <a:extLst>
              <a:ext uri="{FF2B5EF4-FFF2-40B4-BE49-F238E27FC236}">
                <a16:creationId xmlns:a16="http://schemas.microsoft.com/office/drawing/2014/main" id="{05ED0C64-76A2-4315-9D9F-99AACA9577E9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0" name="矩形">
            <a:extLst>
              <a:ext uri="{FF2B5EF4-FFF2-40B4-BE49-F238E27FC236}">
                <a16:creationId xmlns:a16="http://schemas.microsoft.com/office/drawing/2014/main" id="{86BCD03C-2E8F-493C-BD62-DEC0EF09D48E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1" name="矩形">
            <a:extLst>
              <a:ext uri="{FF2B5EF4-FFF2-40B4-BE49-F238E27FC236}">
                <a16:creationId xmlns:a16="http://schemas.microsoft.com/office/drawing/2014/main" id="{761F81EA-6103-4ED0-A79E-C467EB5E5FFB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2" name="矩形">
            <a:extLst>
              <a:ext uri="{FF2B5EF4-FFF2-40B4-BE49-F238E27FC236}">
                <a16:creationId xmlns:a16="http://schemas.microsoft.com/office/drawing/2014/main" id="{1E6F10BC-D569-413B-ADDE-A7B9F4DFB16C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3" name="矩形">
            <a:extLst>
              <a:ext uri="{FF2B5EF4-FFF2-40B4-BE49-F238E27FC236}">
                <a16:creationId xmlns:a16="http://schemas.microsoft.com/office/drawing/2014/main" id="{E7B3B279-84E3-4741-916B-1D6BB26BE949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4" name="矩形">
            <a:extLst>
              <a:ext uri="{FF2B5EF4-FFF2-40B4-BE49-F238E27FC236}">
                <a16:creationId xmlns:a16="http://schemas.microsoft.com/office/drawing/2014/main" id="{57BFD555-F95E-42B8-9FF4-7B2BA94FAEFC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5" name="矩形">
            <a:extLst>
              <a:ext uri="{FF2B5EF4-FFF2-40B4-BE49-F238E27FC236}">
                <a16:creationId xmlns:a16="http://schemas.microsoft.com/office/drawing/2014/main" id="{D2ACC66C-60BF-40F1-9570-49284E82DE3D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6" name="矩形">
            <a:extLst>
              <a:ext uri="{FF2B5EF4-FFF2-40B4-BE49-F238E27FC236}">
                <a16:creationId xmlns:a16="http://schemas.microsoft.com/office/drawing/2014/main" id="{B9B7F557-75C1-4949-A6C9-9AF7FED978B3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7" name="矩形">
            <a:extLst>
              <a:ext uri="{FF2B5EF4-FFF2-40B4-BE49-F238E27FC236}">
                <a16:creationId xmlns:a16="http://schemas.microsoft.com/office/drawing/2014/main" id="{32295B50-97BF-4A2F-9F45-93332AED0260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8" name="矩形">
            <a:extLst>
              <a:ext uri="{FF2B5EF4-FFF2-40B4-BE49-F238E27FC236}">
                <a16:creationId xmlns:a16="http://schemas.microsoft.com/office/drawing/2014/main" id="{7DDF554B-471A-4DA6-897C-796A1838A01A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9" name="矩形">
            <a:extLst>
              <a:ext uri="{FF2B5EF4-FFF2-40B4-BE49-F238E27FC236}">
                <a16:creationId xmlns:a16="http://schemas.microsoft.com/office/drawing/2014/main" id="{DC67E7AC-1A34-45FA-954B-7483F800A260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0" name="矩形">
            <a:extLst>
              <a:ext uri="{FF2B5EF4-FFF2-40B4-BE49-F238E27FC236}">
                <a16:creationId xmlns:a16="http://schemas.microsoft.com/office/drawing/2014/main" id="{AEC275D6-87CD-49E7-973A-0176B9E47C7C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1" name="矩形">
            <a:extLst>
              <a:ext uri="{FF2B5EF4-FFF2-40B4-BE49-F238E27FC236}">
                <a16:creationId xmlns:a16="http://schemas.microsoft.com/office/drawing/2014/main" id="{CE7258AD-F82B-4A53-A76E-CC5AC465824B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2" name="矩形">
            <a:extLst>
              <a:ext uri="{FF2B5EF4-FFF2-40B4-BE49-F238E27FC236}">
                <a16:creationId xmlns:a16="http://schemas.microsoft.com/office/drawing/2014/main" id="{EDE480F5-30CC-41B5-8B99-D6CE97925EEA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3" name="矩形">
            <a:extLst>
              <a:ext uri="{FF2B5EF4-FFF2-40B4-BE49-F238E27FC236}">
                <a16:creationId xmlns:a16="http://schemas.microsoft.com/office/drawing/2014/main" id="{942E9CAB-B0E4-4867-B283-08C26E4A5607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4" name="矩形">
            <a:extLst>
              <a:ext uri="{FF2B5EF4-FFF2-40B4-BE49-F238E27FC236}">
                <a16:creationId xmlns:a16="http://schemas.microsoft.com/office/drawing/2014/main" id="{A3D27091-A06D-42B4-B17F-8FC56AC6CE33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5" name="矩形">
            <a:extLst>
              <a:ext uri="{FF2B5EF4-FFF2-40B4-BE49-F238E27FC236}">
                <a16:creationId xmlns:a16="http://schemas.microsoft.com/office/drawing/2014/main" id="{BB91D17D-785A-455B-9CE1-716DCC49A697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6" name="矩形">
            <a:extLst>
              <a:ext uri="{FF2B5EF4-FFF2-40B4-BE49-F238E27FC236}">
                <a16:creationId xmlns:a16="http://schemas.microsoft.com/office/drawing/2014/main" id="{19AFC69C-EA28-42CC-A84E-67867AEF9D49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7" name="矩形">
            <a:extLst>
              <a:ext uri="{FF2B5EF4-FFF2-40B4-BE49-F238E27FC236}">
                <a16:creationId xmlns:a16="http://schemas.microsoft.com/office/drawing/2014/main" id="{DBE38E6E-333E-4B83-82A9-B159309BDFF7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8" name="矩形">
            <a:extLst>
              <a:ext uri="{FF2B5EF4-FFF2-40B4-BE49-F238E27FC236}">
                <a16:creationId xmlns:a16="http://schemas.microsoft.com/office/drawing/2014/main" id="{241D835B-3D3F-49A9-B544-94F72E756786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9" name="矩形">
            <a:extLst>
              <a:ext uri="{FF2B5EF4-FFF2-40B4-BE49-F238E27FC236}">
                <a16:creationId xmlns:a16="http://schemas.microsoft.com/office/drawing/2014/main" id="{3779DDEC-DBF1-436E-B182-9B118EA77084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20" name="矩形">
            <a:extLst>
              <a:ext uri="{FF2B5EF4-FFF2-40B4-BE49-F238E27FC236}">
                <a16:creationId xmlns:a16="http://schemas.microsoft.com/office/drawing/2014/main" id="{209EF110-F95D-4579-9C9D-6A614B4B3936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21" name="矩形">
            <a:extLst>
              <a:ext uri="{FF2B5EF4-FFF2-40B4-BE49-F238E27FC236}">
                <a16:creationId xmlns:a16="http://schemas.microsoft.com/office/drawing/2014/main" id="{90FAE160-6CA0-481C-886B-F4A868342174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22" name="矩形">
            <a:extLst>
              <a:ext uri="{FF2B5EF4-FFF2-40B4-BE49-F238E27FC236}">
                <a16:creationId xmlns:a16="http://schemas.microsoft.com/office/drawing/2014/main" id="{1F073D25-0457-4B7C-AD8F-204E82CFEB59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23" name="矩形">
            <a:extLst>
              <a:ext uri="{FF2B5EF4-FFF2-40B4-BE49-F238E27FC236}">
                <a16:creationId xmlns:a16="http://schemas.microsoft.com/office/drawing/2014/main" id="{EA2F5A08-B6D7-4A96-9EDB-5BC36BCE960D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924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1925" name="矩形">
            <a:extLst>
              <a:ext uri="{FF2B5EF4-FFF2-40B4-BE49-F238E27FC236}">
                <a16:creationId xmlns:a16="http://schemas.microsoft.com/office/drawing/2014/main" id="{1E3A0F75-18AB-423F-95DB-9FB1B9086D89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26" name="贡献、局限与结论边界">
            <a:extLst>
              <a:ext uri="{FF2B5EF4-FFF2-40B4-BE49-F238E27FC236}">
                <a16:creationId xmlns:a16="http://schemas.microsoft.com/office/drawing/2014/main" id="{03BC9B29-44C5-492B-A89F-EE0F301DB436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贡献、局限与结论边界</a:t>
            </a:r>
          </a:p>
        </p:txBody>
      </p:sp>
      <p:sp>
        <p:nvSpPr>
          <p:cNvPr id="1927" name="矩形">
            <a:extLst>
              <a:ext uri="{FF2B5EF4-FFF2-40B4-BE49-F238E27FC236}">
                <a16:creationId xmlns:a16="http://schemas.microsoft.com/office/drawing/2014/main" id="{DF004C68-415B-4406-9114-A158FF96CDA3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928" name="CONCLUSION">
            <a:extLst>
              <a:ext uri="{FF2B5EF4-FFF2-40B4-BE49-F238E27FC236}">
                <a16:creationId xmlns:a16="http://schemas.microsoft.com/office/drawing/2014/main" id="{88DD55C4-B296-409A-B041-2A46B7E816CD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CONCLUSION</a:t>
            </a:r>
          </a:p>
        </p:txBody>
      </p:sp>
      <p:sp>
        <p:nvSpPr>
          <p:cNvPr id="1930" name="圆角矩形 985">
            <a:extLst>
              <a:ext uri="{FF2B5EF4-FFF2-40B4-BE49-F238E27FC236}">
                <a16:creationId xmlns:a16="http://schemas.microsoft.com/office/drawing/2014/main" id="{3EA4FF3B-E2F6-465A-93A5-05B1985BF95B}"/>
              </a:ext>
            </a:extLst>
          </p:cNvPr>
          <p:cNvSpPr>
            <a:spLocks noGrp="1"/>
          </p:cNvSpPr>
          <p:nvPr/>
        </p:nvSpPr>
        <p:spPr>
          <a:xfrm>
            <a:off x="762000" y="1238250"/>
            <a:ext cx="457200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931" name="矩形">
            <a:extLst>
              <a:ext uri="{FF2B5EF4-FFF2-40B4-BE49-F238E27FC236}">
                <a16:creationId xmlns:a16="http://schemas.microsoft.com/office/drawing/2014/main" id="{3593997E-CCF5-4AF6-9C5E-A7970E340B9E}"/>
              </a:ext>
            </a:extLst>
          </p:cNvPr>
          <p:cNvSpPr>
            <a:spLocks noGrp="1"/>
          </p:cNvSpPr>
          <p:nvPr/>
        </p:nvSpPr>
        <p:spPr>
          <a:xfrm>
            <a:off x="933450" y="1371600"/>
            <a:ext cx="4229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32" name="可恢复可审计原型">
            <a:extLst>
              <a:ext uri="{FF2B5EF4-FFF2-40B4-BE49-F238E27FC236}">
                <a16:creationId xmlns:a16="http://schemas.microsoft.com/office/drawing/2014/main" id="{D5895F8B-2C82-43B8-97B4-1D7F48ADEA88}"/>
              </a:ext>
            </a:extLst>
          </p:cNvPr>
          <p:cNvSpPr>
            <a:spLocks noGrp="1"/>
          </p:cNvSpPr>
          <p:nvPr/>
        </p:nvSpPr>
        <p:spPr>
          <a:xfrm>
            <a:off x="933450" y="1371600"/>
            <a:ext cx="422910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可恢复可审计原型</a:t>
            </a:r>
          </a:p>
        </p:txBody>
      </p:sp>
      <p:sp>
        <p:nvSpPr>
          <p:cNvPr id="1933" name="矩形">
            <a:extLst>
              <a:ext uri="{FF2B5EF4-FFF2-40B4-BE49-F238E27FC236}">
                <a16:creationId xmlns:a16="http://schemas.microsoft.com/office/drawing/2014/main" id="{376E8ADF-94C5-423F-AF59-2D1D6AA43EE0}"/>
              </a:ext>
            </a:extLst>
          </p:cNvPr>
          <p:cNvSpPr>
            <a:spLocks noGrp="1"/>
          </p:cNvSpPr>
          <p:nvPr/>
        </p:nvSpPr>
        <p:spPr>
          <a:xfrm>
            <a:off x="933450" y="1676399"/>
            <a:ext cx="4229100" cy="48577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34" name="打通任务接入、候选计划、工具执行、人工决策和报告输出">
            <a:extLst>
              <a:ext uri="{FF2B5EF4-FFF2-40B4-BE49-F238E27FC236}">
                <a16:creationId xmlns:a16="http://schemas.microsoft.com/office/drawing/2014/main" id="{587965B8-398F-42F2-B410-81B510A6737A}"/>
              </a:ext>
            </a:extLst>
          </p:cNvPr>
          <p:cNvSpPr>
            <a:spLocks noGrp="1"/>
          </p:cNvSpPr>
          <p:nvPr/>
        </p:nvSpPr>
        <p:spPr>
          <a:xfrm>
            <a:off x="933450" y="1676398"/>
            <a:ext cx="4229100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打通任务接入、候选计划、工具执行、人工决策和报告输出</a:t>
            </a:r>
          </a:p>
        </p:txBody>
      </p:sp>
      <p:sp>
        <p:nvSpPr>
          <p:cNvPr id="1935" name="圆角矩形 988">
            <a:extLst>
              <a:ext uri="{FF2B5EF4-FFF2-40B4-BE49-F238E27FC236}">
                <a16:creationId xmlns:a16="http://schemas.microsoft.com/office/drawing/2014/main" id="{7C1E3993-452F-4D68-B428-99673DF766FF}"/>
              </a:ext>
            </a:extLst>
          </p:cNvPr>
          <p:cNvSpPr>
            <a:spLocks noGrp="1"/>
          </p:cNvSpPr>
          <p:nvPr/>
        </p:nvSpPr>
        <p:spPr>
          <a:xfrm>
            <a:off x="6096000" y="1238250"/>
            <a:ext cx="4572000" cy="1000125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>
            <a:solidFill>
              <a:srgbClr val="9DC3E6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936" name="矩形">
            <a:extLst>
              <a:ext uri="{FF2B5EF4-FFF2-40B4-BE49-F238E27FC236}">
                <a16:creationId xmlns:a16="http://schemas.microsoft.com/office/drawing/2014/main" id="{9C9C45D7-727D-4A61-827E-EADDB63CF86F}"/>
              </a:ext>
            </a:extLst>
          </p:cNvPr>
          <p:cNvSpPr>
            <a:spLocks noGrp="1"/>
          </p:cNvSpPr>
          <p:nvPr/>
        </p:nvSpPr>
        <p:spPr>
          <a:xfrm>
            <a:off x="6267450" y="1371600"/>
            <a:ext cx="4229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37" name="CEBRA-WP 机制">
            <a:extLst>
              <a:ext uri="{FF2B5EF4-FFF2-40B4-BE49-F238E27FC236}">
                <a16:creationId xmlns:a16="http://schemas.microsoft.com/office/drawing/2014/main" id="{5FDFA500-F75C-45A1-B8FA-76E824702458}"/>
              </a:ext>
            </a:extLst>
          </p:cNvPr>
          <p:cNvSpPr>
            <a:spLocks noGrp="1"/>
          </p:cNvSpPr>
          <p:nvPr/>
        </p:nvSpPr>
        <p:spPr>
          <a:xfrm>
            <a:off x="6267450" y="1371600"/>
            <a:ext cx="422910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CEBRA-WP 机制</a:t>
            </a:r>
          </a:p>
        </p:txBody>
      </p:sp>
      <p:sp>
        <p:nvSpPr>
          <p:cNvPr id="1938" name="矩形">
            <a:extLst>
              <a:ext uri="{FF2B5EF4-FFF2-40B4-BE49-F238E27FC236}">
                <a16:creationId xmlns:a16="http://schemas.microsoft.com/office/drawing/2014/main" id="{3CC2B060-2D19-424E-BE8C-DDC61D9F6DE7}"/>
              </a:ext>
            </a:extLst>
          </p:cNvPr>
          <p:cNvSpPr>
            <a:spLocks noGrp="1"/>
          </p:cNvSpPr>
          <p:nvPr/>
        </p:nvSpPr>
        <p:spPr>
          <a:xfrm>
            <a:off x="6267450" y="1676399"/>
            <a:ext cx="4229100" cy="48577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39" name="将约束、证据、轻量状态和恢复动作纳入规划闭环">
            <a:extLst>
              <a:ext uri="{FF2B5EF4-FFF2-40B4-BE49-F238E27FC236}">
                <a16:creationId xmlns:a16="http://schemas.microsoft.com/office/drawing/2014/main" id="{C477F3EB-3F6F-441C-8367-5D50B3D85717}"/>
              </a:ext>
            </a:extLst>
          </p:cNvPr>
          <p:cNvSpPr>
            <a:spLocks noGrp="1"/>
          </p:cNvSpPr>
          <p:nvPr/>
        </p:nvSpPr>
        <p:spPr>
          <a:xfrm>
            <a:off x="6267450" y="1676398"/>
            <a:ext cx="4229100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将约束、证据、轻量状态和恢复动作纳入规划闭环</a:t>
            </a:r>
          </a:p>
        </p:txBody>
      </p:sp>
      <p:sp>
        <p:nvSpPr>
          <p:cNvPr id="1940" name="圆角矩形 991">
            <a:extLst>
              <a:ext uri="{FF2B5EF4-FFF2-40B4-BE49-F238E27FC236}">
                <a16:creationId xmlns:a16="http://schemas.microsoft.com/office/drawing/2014/main" id="{80BB6331-5F7C-4DD7-B4AB-F2BF29357D19}"/>
              </a:ext>
            </a:extLst>
          </p:cNvPr>
          <p:cNvSpPr>
            <a:spLocks noGrp="1"/>
          </p:cNvSpPr>
          <p:nvPr/>
        </p:nvSpPr>
        <p:spPr>
          <a:xfrm>
            <a:off x="762000" y="2619375"/>
            <a:ext cx="457200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941" name="矩形">
            <a:extLst>
              <a:ext uri="{FF2B5EF4-FFF2-40B4-BE49-F238E27FC236}">
                <a16:creationId xmlns:a16="http://schemas.microsoft.com/office/drawing/2014/main" id="{2C362A67-5081-4B5D-A248-833E52D2D00D}"/>
              </a:ext>
            </a:extLst>
          </p:cNvPr>
          <p:cNvSpPr>
            <a:spLocks noGrp="1"/>
          </p:cNvSpPr>
          <p:nvPr/>
        </p:nvSpPr>
        <p:spPr>
          <a:xfrm>
            <a:off x="933450" y="2752725"/>
            <a:ext cx="4229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42" name="FSM/HITL 约束">
            <a:extLst>
              <a:ext uri="{FF2B5EF4-FFF2-40B4-BE49-F238E27FC236}">
                <a16:creationId xmlns:a16="http://schemas.microsoft.com/office/drawing/2014/main" id="{0AF597AA-D445-4E38-97F9-9ECB2DAAB496}"/>
              </a:ext>
            </a:extLst>
          </p:cNvPr>
          <p:cNvSpPr>
            <a:spLocks noGrp="1"/>
          </p:cNvSpPr>
          <p:nvPr/>
        </p:nvSpPr>
        <p:spPr>
          <a:xfrm>
            <a:off x="933450" y="2752725"/>
            <a:ext cx="422910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FSM/HITL 约束</a:t>
            </a:r>
          </a:p>
        </p:txBody>
      </p:sp>
      <p:sp>
        <p:nvSpPr>
          <p:cNvPr id="1943" name="矩形">
            <a:extLst>
              <a:ext uri="{FF2B5EF4-FFF2-40B4-BE49-F238E27FC236}">
                <a16:creationId xmlns:a16="http://schemas.microsoft.com/office/drawing/2014/main" id="{CBF301C2-F92F-4249-B94C-584AD8628084}"/>
              </a:ext>
            </a:extLst>
          </p:cNvPr>
          <p:cNvSpPr>
            <a:spLocks noGrp="1"/>
          </p:cNvSpPr>
          <p:nvPr/>
        </p:nvSpPr>
        <p:spPr>
          <a:xfrm>
            <a:off x="933450" y="3057524"/>
            <a:ext cx="4229100" cy="48577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44" name="用等待态、Decision、Snapshot 和 EventLog 约束 Agent 行为">
            <a:extLst>
              <a:ext uri="{FF2B5EF4-FFF2-40B4-BE49-F238E27FC236}">
                <a16:creationId xmlns:a16="http://schemas.microsoft.com/office/drawing/2014/main" id="{10A83F84-C0FB-4A98-8B6C-9F23E480AD92}"/>
              </a:ext>
            </a:extLst>
          </p:cNvPr>
          <p:cNvSpPr>
            <a:spLocks noGrp="1"/>
          </p:cNvSpPr>
          <p:nvPr/>
        </p:nvSpPr>
        <p:spPr>
          <a:xfrm>
            <a:off x="933450" y="3057523"/>
            <a:ext cx="4229100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用等待态、Decision、Snapshot 和 EventLog 约束 Agent 行为</a:t>
            </a:r>
          </a:p>
        </p:txBody>
      </p:sp>
      <p:sp>
        <p:nvSpPr>
          <p:cNvPr id="1945" name="圆角矩形 994">
            <a:extLst>
              <a:ext uri="{FF2B5EF4-FFF2-40B4-BE49-F238E27FC236}">
                <a16:creationId xmlns:a16="http://schemas.microsoft.com/office/drawing/2014/main" id="{A1223F52-089A-4B17-B7CB-B1D8605249FA}"/>
              </a:ext>
            </a:extLst>
          </p:cNvPr>
          <p:cNvSpPr>
            <a:spLocks noGrp="1"/>
          </p:cNvSpPr>
          <p:nvPr/>
        </p:nvSpPr>
        <p:spPr>
          <a:xfrm>
            <a:off x="6096000" y="2619375"/>
            <a:ext cx="457200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946" name="矩形">
            <a:extLst>
              <a:ext uri="{FF2B5EF4-FFF2-40B4-BE49-F238E27FC236}">
                <a16:creationId xmlns:a16="http://schemas.microsoft.com/office/drawing/2014/main" id="{FFD74701-360B-40A6-A57A-FFEBD537269B}"/>
              </a:ext>
            </a:extLst>
          </p:cNvPr>
          <p:cNvSpPr>
            <a:spLocks noGrp="1"/>
          </p:cNvSpPr>
          <p:nvPr/>
        </p:nvSpPr>
        <p:spPr>
          <a:xfrm>
            <a:off x="6267450" y="2752725"/>
            <a:ext cx="4229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47" name="证据链验证">
            <a:extLst>
              <a:ext uri="{FF2B5EF4-FFF2-40B4-BE49-F238E27FC236}">
                <a16:creationId xmlns:a16="http://schemas.microsoft.com/office/drawing/2014/main" id="{99135F9B-F196-45CB-B641-FE56FE9DD2AF}"/>
              </a:ext>
            </a:extLst>
          </p:cNvPr>
          <p:cNvSpPr>
            <a:spLocks noGrp="1"/>
          </p:cNvSpPr>
          <p:nvPr/>
        </p:nvSpPr>
        <p:spPr>
          <a:xfrm>
            <a:off x="6267450" y="2752725"/>
            <a:ext cx="422910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证据链验证</a:t>
            </a:r>
          </a:p>
        </p:txBody>
      </p:sp>
      <p:sp>
        <p:nvSpPr>
          <p:cNvPr id="1948" name="矩形">
            <a:extLst>
              <a:ext uri="{FF2B5EF4-FFF2-40B4-BE49-F238E27FC236}">
                <a16:creationId xmlns:a16="http://schemas.microsoft.com/office/drawing/2014/main" id="{21A87800-0747-4DD3-8D83-43AB3916CDC5}"/>
              </a:ext>
            </a:extLst>
          </p:cNvPr>
          <p:cNvSpPr>
            <a:spLocks noGrp="1"/>
          </p:cNvSpPr>
          <p:nvPr/>
        </p:nvSpPr>
        <p:spPr>
          <a:xfrm>
            <a:off x="6267450" y="3057524"/>
            <a:ext cx="4229100" cy="485778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49" name="系统测试与 84-run 消融支撑主要结论">
            <a:extLst>
              <a:ext uri="{FF2B5EF4-FFF2-40B4-BE49-F238E27FC236}">
                <a16:creationId xmlns:a16="http://schemas.microsoft.com/office/drawing/2014/main" id="{76E4381B-D216-48CD-9A1A-788DF8195011}"/>
              </a:ext>
            </a:extLst>
          </p:cNvPr>
          <p:cNvSpPr>
            <a:spLocks noGrp="1"/>
          </p:cNvSpPr>
          <p:nvPr/>
        </p:nvSpPr>
        <p:spPr>
          <a:xfrm>
            <a:off x="6267450" y="3057523"/>
            <a:ext cx="4229100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系统测试与 84-run 消融支撑主要结论</a:t>
            </a:r>
          </a:p>
        </p:txBody>
      </p:sp>
      <p:sp>
        <p:nvSpPr>
          <p:cNvPr id="1950" name="圆角矩形 997">
            <a:extLst>
              <a:ext uri="{FF2B5EF4-FFF2-40B4-BE49-F238E27FC236}">
                <a16:creationId xmlns:a16="http://schemas.microsoft.com/office/drawing/2014/main" id="{389100EB-3320-42F4-BEC4-90FD19B62A40}"/>
              </a:ext>
            </a:extLst>
          </p:cNvPr>
          <p:cNvSpPr>
            <a:spLocks noGrp="1"/>
          </p:cNvSpPr>
          <p:nvPr/>
        </p:nvSpPr>
        <p:spPr>
          <a:xfrm>
            <a:off x="1428750" y="4286250"/>
            <a:ext cx="9334500" cy="762000"/>
          </a:xfrm>
          <a:prstGeom prst="roundRect">
            <a:avLst>
              <a:gd name="adj" fmla="val 10000"/>
            </a:avLst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1951" name="矩形">
            <a:extLst>
              <a:ext uri="{FF2B5EF4-FFF2-40B4-BE49-F238E27FC236}">
                <a16:creationId xmlns:a16="http://schemas.microsoft.com/office/drawing/2014/main" id="{8F8CE2BE-5B1B-42E2-96FA-88397EF57F42}"/>
              </a:ext>
            </a:extLst>
          </p:cNvPr>
          <p:cNvSpPr>
            <a:spLocks noGrp="1"/>
          </p:cNvSpPr>
          <p:nvPr/>
        </p:nvSpPr>
        <p:spPr>
          <a:xfrm>
            <a:off x="1600200" y="4419600"/>
            <a:ext cx="8991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52" name="结论边界">
            <a:extLst>
              <a:ext uri="{FF2B5EF4-FFF2-40B4-BE49-F238E27FC236}">
                <a16:creationId xmlns:a16="http://schemas.microsoft.com/office/drawing/2014/main" id="{F4E1913F-C763-442C-B711-19A88A923B5D}"/>
              </a:ext>
            </a:extLst>
          </p:cNvPr>
          <p:cNvSpPr>
            <a:spLocks noGrp="1"/>
          </p:cNvSpPr>
          <p:nvPr/>
        </p:nvSpPr>
        <p:spPr>
          <a:xfrm>
            <a:off x="1600200" y="4419600"/>
            <a:ext cx="8991600" cy="228600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结论边界</a:t>
            </a:r>
          </a:p>
        </p:txBody>
      </p:sp>
      <p:sp>
        <p:nvSpPr>
          <p:cNvPr id="1953" name="矩形">
            <a:extLst>
              <a:ext uri="{FF2B5EF4-FFF2-40B4-BE49-F238E27FC236}">
                <a16:creationId xmlns:a16="http://schemas.microsoft.com/office/drawing/2014/main" id="{057F6162-7F60-426A-823C-7B94A9863584}"/>
              </a:ext>
            </a:extLst>
          </p:cNvPr>
          <p:cNvSpPr>
            <a:spLocks noGrp="1"/>
          </p:cNvSpPr>
          <p:nvPr/>
        </p:nvSpPr>
        <p:spPr>
          <a:xfrm>
            <a:off x="1600200" y="4724398"/>
            <a:ext cx="8991600" cy="2476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54" name="本文验证的是工作流层的规划、执行、恢复和审计机制；不把计算评分扩大为湿实验结论，也不声称 CEBRA-WP 显著提升成功率。">
            <a:extLst>
              <a:ext uri="{FF2B5EF4-FFF2-40B4-BE49-F238E27FC236}">
                <a16:creationId xmlns:a16="http://schemas.microsoft.com/office/drawing/2014/main" id="{2524160A-40D0-4988-BB60-3FCC79A16E0D}"/>
              </a:ext>
            </a:extLst>
          </p:cNvPr>
          <p:cNvSpPr>
            <a:spLocks noGrp="1"/>
          </p:cNvSpPr>
          <p:nvPr/>
        </p:nvSpPr>
        <p:spPr>
          <a:xfrm>
            <a:off x="1600200" y="4724398"/>
            <a:ext cx="8991600" cy="2159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本文验证的是工作流层的规划、执行、恢复和审计机制；不把计算评分扩大为湿实验结论，也不声称 CEBRA-WP 显著提升成功率。</a:t>
            </a:r>
          </a:p>
        </p:txBody>
      </p:sp>
      <p:sp>
        <p:nvSpPr>
          <p:cNvPr id="1961" name="矩形 1960">
            <a:extLst>
              <a:ext uri="{FF2B5EF4-FFF2-40B4-BE49-F238E27FC236}">
                <a16:creationId xmlns:a16="http://schemas.microsoft.com/office/drawing/2014/main" id="{B023DC85-DF5E-4BF1-9820-02055D5873B9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218445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2" name="矩形">
            <a:extLst>
              <a:ext uri="{FF2B5EF4-FFF2-40B4-BE49-F238E27FC236}">
                <a16:creationId xmlns:a16="http://schemas.microsoft.com/office/drawing/2014/main" id="{CFA942C3-DF64-43CF-9702-AC361E8060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853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1854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1855" name="矩形">
            <a:extLst>
              <a:ext uri="{FF2B5EF4-FFF2-40B4-BE49-F238E27FC236}">
                <a16:creationId xmlns:a16="http://schemas.microsoft.com/office/drawing/2014/main" id="{AE1719D7-8F75-4235-9263-49D7552F1330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56" name="矩形">
            <a:extLst>
              <a:ext uri="{FF2B5EF4-FFF2-40B4-BE49-F238E27FC236}">
                <a16:creationId xmlns:a16="http://schemas.microsoft.com/office/drawing/2014/main" id="{3B481E2F-1C7D-48B2-A8FD-9EB57033B7BA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57" name="矩形">
            <a:extLst>
              <a:ext uri="{FF2B5EF4-FFF2-40B4-BE49-F238E27FC236}">
                <a16:creationId xmlns:a16="http://schemas.microsoft.com/office/drawing/2014/main" id="{1561C7DA-F719-45FF-88D6-0F85B6C3FC6C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58" name="矩形">
            <a:extLst>
              <a:ext uri="{FF2B5EF4-FFF2-40B4-BE49-F238E27FC236}">
                <a16:creationId xmlns:a16="http://schemas.microsoft.com/office/drawing/2014/main" id="{7BA57430-300C-490F-B0CA-B8165561E580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59" name="矩形">
            <a:extLst>
              <a:ext uri="{FF2B5EF4-FFF2-40B4-BE49-F238E27FC236}">
                <a16:creationId xmlns:a16="http://schemas.microsoft.com/office/drawing/2014/main" id="{5F362B7A-D771-4F83-B554-ECA6F7DBAAAC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0" name="矩形">
            <a:extLst>
              <a:ext uri="{FF2B5EF4-FFF2-40B4-BE49-F238E27FC236}">
                <a16:creationId xmlns:a16="http://schemas.microsoft.com/office/drawing/2014/main" id="{DFDB6E99-1E0B-4363-8F2E-9988E535DFA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1" name="矩形">
            <a:extLst>
              <a:ext uri="{FF2B5EF4-FFF2-40B4-BE49-F238E27FC236}">
                <a16:creationId xmlns:a16="http://schemas.microsoft.com/office/drawing/2014/main" id="{602CBB05-4E54-4DF6-8F3A-D097E8F014F9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2" name="矩形">
            <a:extLst>
              <a:ext uri="{FF2B5EF4-FFF2-40B4-BE49-F238E27FC236}">
                <a16:creationId xmlns:a16="http://schemas.microsoft.com/office/drawing/2014/main" id="{4DDE7D4D-8626-4C22-BC4D-4FF67065E3B2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3" name="矩形">
            <a:extLst>
              <a:ext uri="{FF2B5EF4-FFF2-40B4-BE49-F238E27FC236}">
                <a16:creationId xmlns:a16="http://schemas.microsoft.com/office/drawing/2014/main" id="{8222ED9B-D622-43B5-985D-1A5A02890EDC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4" name="矩形">
            <a:extLst>
              <a:ext uri="{FF2B5EF4-FFF2-40B4-BE49-F238E27FC236}">
                <a16:creationId xmlns:a16="http://schemas.microsoft.com/office/drawing/2014/main" id="{171D1192-BD44-4B6F-8836-4918E88CA518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5" name="矩形">
            <a:extLst>
              <a:ext uri="{FF2B5EF4-FFF2-40B4-BE49-F238E27FC236}">
                <a16:creationId xmlns:a16="http://schemas.microsoft.com/office/drawing/2014/main" id="{15534996-6902-4058-8FC0-CB64E1ED36F3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6" name="矩形">
            <a:extLst>
              <a:ext uri="{FF2B5EF4-FFF2-40B4-BE49-F238E27FC236}">
                <a16:creationId xmlns:a16="http://schemas.microsoft.com/office/drawing/2014/main" id="{20BB4BE7-F32D-4668-ADDF-B7764EDA15D4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7" name="矩形">
            <a:extLst>
              <a:ext uri="{FF2B5EF4-FFF2-40B4-BE49-F238E27FC236}">
                <a16:creationId xmlns:a16="http://schemas.microsoft.com/office/drawing/2014/main" id="{CDA1B15C-E7AD-4392-8E7A-328B3E3053B8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8" name="矩形">
            <a:extLst>
              <a:ext uri="{FF2B5EF4-FFF2-40B4-BE49-F238E27FC236}">
                <a16:creationId xmlns:a16="http://schemas.microsoft.com/office/drawing/2014/main" id="{90914E6B-E395-4202-94B3-A621816765E6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69" name="矩形">
            <a:extLst>
              <a:ext uri="{FF2B5EF4-FFF2-40B4-BE49-F238E27FC236}">
                <a16:creationId xmlns:a16="http://schemas.microsoft.com/office/drawing/2014/main" id="{A0D40F32-C247-4B86-98DC-169EC6F4B390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0" name="矩形">
            <a:extLst>
              <a:ext uri="{FF2B5EF4-FFF2-40B4-BE49-F238E27FC236}">
                <a16:creationId xmlns:a16="http://schemas.microsoft.com/office/drawing/2014/main" id="{D72A424B-62F2-4D61-9236-2AFD86B438D2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1" name="矩形">
            <a:extLst>
              <a:ext uri="{FF2B5EF4-FFF2-40B4-BE49-F238E27FC236}">
                <a16:creationId xmlns:a16="http://schemas.microsoft.com/office/drawing/2014/main" id="{B6E6115C-96D9-4FC3-ACCF-5BFFBD7A5BAC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2" name="矩形">
            <a:extLst>
              <a:ext uri="{FF2B5EF4-FFF2-40B4-BE49-F238E27FC236}">
                <a16:creationId xmlns:a16="http://schemas.microsoft.com/office/drawing/2014/main" id="{03831049-0E61-4219-A242-A199D043BA75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3" name="矩形">
            <a:extLst>
              <a:ext uri="{FF2B5EF4-FFF2-40B4-BE49-F238E27FC236}">
                <a16:creationId xmlns:a16="http://schemas.microsoft.com/office/drawing/2014/main" id="{90DE0439-1836-4BC8-B008-6143670D15C9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4" name="矩形">
            <a:extLst>
              <a:ext uri="{FF2B5EF4-FFF2-40B4-BE49-F238E27FC236}">
                <a16:creationId xmlns:a16="http://schemas.microsoft.com/office/drawing/2014/main" id="{EAB2EF98-BD97-41FE-944B-FE54C5A9118E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5" name="矩形">
            <a:extLst>
              <a:ext uri="{FF2B5EF4-FFF2-40B4-BE49-F238E27FC236}">
                <a16:creationId xmlns:a16="http://schemas.microsoft.com/office/drawing/2014/main" id="{673CB991-7A11-4B95-9FC2-8C758A93E701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6" name="矩形">
            <a:extLst>
              <a:ext uri="{FF2B5EF4-FFF2-40B4-BE49-F238E27FC236}">
                <a16:creationId xmlns:a16="http://schemas.microsoft.com/office/drawing/2014/main" id="{7D50368C-ECAA-450C-8BD6-1895E56E131F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7" name="矩形">
            <a:extLst>
              <a:ext uri="{FF2B5EF4-FFF2-40B4-BE49-F238E27FC236}">
                <a16:creationId xmlns:a16="http://schemas.microsoft.com/office/drawing/2014/main" id="{3BD6B6B2-31CA-42A3-86B3-A49A9F4F61D5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8" name="矩形">
            <a:extLst>
              <a:ext uri="{FF2B5EF4-FFF2-40B4-BE49-F238E27FC236}">
                <a16:creationId xmlns:a16="http://schemas.microsoft.com/office/drawing/2014/main" id="{0CDFED52-321B-476E-B65D-48D865FE6502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79" name="矩形">
            <a:extLst>
              <a:ext uri="{FF2B5EF4-FFF2-40B4-BE49-F238E27FC236}">
                <a16:creationId xmlns:a16="http://schemas.microsoft.com/office/drawing/2014/main" id="{3DE2AA3D-1CC9-4E84-B0E5-E738EC69E1EA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0" name="矩形">
            <a:extLst>
              <a:ext uri="{FF2B5EF4-FFF2-40B4-BE49-F238E27FC236}">
                <a16:creationId xmlns:a16="http://schemas.microsoft.com/office/drawing/2014/main" id="{C7757965-EA62-44A8-8EBE-FF394A52086A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1" name="矩形">
            <a:extLst>
              <a:ext uri="{FF2B5EF4-FFF2-40B4-BE49-F238E27FC236}">
                <a16:creationId xmlns:a16="http://schemas.microsoft.com/office/drawing/2014/main" id="{EC3715B2-D7B0-44DE-83B8-7DAAF616BA02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2" name="矩形">
            <a:extLst>
              <a:ext uri="{FF2B5EF4-FFF2-40B4-BE49-F238E27FC236}">
                <a16:creationId xmlns:a16="http://schemas.microsoft.com/office/drawing/2014/main" id="{1C88BC7E-A20D-428E-894E-05B5BF40E27E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3" name="矩形">
            <a:extLst>
              <a:ext uri="{FF2B5EF4-FFF2-40B4-BE49-F238E27FC236}">
                <a16:creationId xmlns:a16="http://schemas.microsoft.com/office/drawing/2014/main" id="{71590196-0FE6-4547-97ED-7622287F46A5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4" name="矩形">
            <a:extLst>
              <a:ext uri="{FF2B5EF4-FFF2-40B4-BE49-F238E27FC236}">
                <a16:creationId xmlns:a16="http://schemas.microsoft.com/office/drawing/2014/main" id="{26FE3121-22EB-4181-86DE-56880A59F90B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5" name="矩形">
            <a:extLst>
              <a:ext uri="{FF2B5EF4-FFF2-40B4-BE49-F238E27FC236}">
                <a16:creationId xmlns:a16="http://schemas.microsoft.com/office/drawing/2014/main" id="{88A908E8-0795-4CE0-B4B8-B255657A951D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6" name="矩形">
            <a:extLst>
              <a:ext uri="{FF2B5EF4-FFF2-40B4-BE49-F238E27FC236}">
                <a16:creationId xmlns:a16="http://schemas.microsoft.com/office/drawing/2014/main" id="{3018505F-4EBC-4BAB-A8B1-6F2FDCAFA780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7" name="矩形">
            <a:extLst>
              <a:ext uri="{FF2B5EF4-FFF2-40B4-BE49-F238E27FC236}">
                <a16:creationId xmlns:a16="http://schemas.microsoft.com/office/drawing/2014/main" id="{1EC19F2B-E987-4014-9E38-902698256384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8" name="矩形">
            <a:extLst>
              <a:ext uri="{FF2B5EF4-FFF2-40B4-BE49-F238E27FC236}">
                <a16:creationId xmlns:a16="http://schemas.microsoft.com/office/drawing/2014/main" id="{A5269DAD-725C-4DBB-983A-29CD5DADDFBE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89" name="矩形">
            <a:extLst>
              <a:ext uri="{FF2B5EF4-FFF2-40B4-BE49-F238E27FC236}">
                <a16:creationId xmlns:a16="http://schemas.microsoft.com/office/drawing/2014/main" id="{05B1DE54-1AA9-44DD-ACA8-0B538B962778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0" name="矩形">
            <a:extLst>
              <a:ext uri="{FF2B5EF4-FFF2-40B4-BE49-F238E27FC236}">
                <a16:creationId xmlns:a16="http://schemas.microsoft.com/office/drawing/2014/main" id="{597CE30E-BF0B-4AAB-983F-ADDB422C156E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1" name="矩形">
            <a:extLst>
              <a:ext uri="{FF2B5EF4-FFF2-40B4-BE49-F238E27FC236}">
                <a16:creationId xmlns:a16="http://schemas.microsoft.com/office/drawing/2014/main" id="{398D21D2-7E06-4B18-8B46-E41DF12479B8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2" name="矩形">
            <a:extLst>
              <a:ext uri="{FF2B5EF4-FFF2-40B4-BE49-F238E27FC236}">
                <a16:creationId xmlns:a16="http://schemas.microsoft.com/office/drawing/2014/main" id="{3FB5439C-CA5D-4D1D-AA62-B02EE21EB567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3" name="矩形">
            <a:extLst>
              <a:ext uri="{FF2B5EF4-FFF2-40B4-BE49-F238E27FC236}">
                <a16:creationId xmlns:a16="http://schemas.microsoft.com/office/drawing/2014/main" id="{17C07169-8781-42E1-878A-F70C6902AC9C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4" name="矩形">
            <a:extLst>
              <a:ext uri="{FF2B5EF4-FFF2-40B4-BE49-F238E27FC236}">
                <a16:creationId xmlns:a16="http://schemas.microsoft.com/office/drawing/2014/main" id="{E9874DA6-7B09-4D84-912A-138D91ABDA07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5" name="矩形">
            <a:extLst>
              <a:ext uri="{FF2B5EF4-FFF2-40B4-BE49-F238E27FC236}">
                <a16:creationId xmlns:a16="http://schemas.microsoft.com/office/drawing/2014/main" id="{6BC7A33E-F79E-42B6-9DFA-523BF948D815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6" name="矩形">
            <a:extLst>
              <a:ext uri="{FF2B5EF4-FFF2-40B4-BE49-F238E27FC236}">
                <a16:creationId xmlns:a16="http://schemas.microsoft.com/office/drawing/2014/main" id="{143C8E64-CA8F-4BB6-AB96-C93C94B9F3F1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7" name="矩形">
            <a:extLst>
              <a:ext uri="{FF2B5EF4-FFF2-40B4-BE49-F238E27FC236}">
                <a16:creationId xmlns:a16="http://schemas.microsoft.com/office/drawing/2014/main" id="{E493E90C-03F9-46AB-8BC7-D25454E0CBA3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8" name="矩形">
            <a:extLst>
              <a:ext uri="{FF2B5EF4-FFF2-40B4-BE49-F238E27FC236}">
                <a16:creationId xmlns:a16="http://schemas.microsoft.com/office/drawing/2014/main" id="{0151738C-B1D2-41BC-9405-753EDB0F8940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899" name="矩形">
            <a:extLst>
              <a:ext uri="{FF2B5EF4-FFF2-40B4-BE49-F238E27FC236}">
                <a16:creationId xmlns:a16="http://schemas.microsoft.com/office/drawing/2014/main" id="{05ED0C64-76A2-4315-9D9F-99AACA9577E9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0" name="矩形">
            <a:extLst>
              <a:ext uri="{FF2B5EF4-FFF2-40B4-BE49-F238E27FC236}">
                <a16:creationId xmlns:a16="http://schemas.microsoft.com/office/drawing/2014/main" id="{86BCD03C-2E8F-493C-BD62-DEC0EF09D48E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1" name="矩形">
            <a:extLst>
              <a:ext uri="{FF2B5EF4-FFF2-40B4-BE49-F238E27FC236}">
                <a16:creationId xmlns:a16="http://schemas.microsoft.com/office/drawing/2014/main" id="{761F81EA-6103-4ED0-A79E-C467EB5E5FFB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2" name="矩形">
            <a:extLst>
              <a:ext uri="{FF2B5EF4-FFF2-40B4-BE49-F238E27FC236}">
                <a16:creationId xmlns:a16="http://schemas.microsoft.com/office/drawing/2014/main" id="{1E6F10BC-D569-413B-ADDE-A7B9F4DFB16C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3" name="矩形">
            <a:extLst>
              <a:ext uri="{FF2B5EF4-FFF2-40B4-BE49-F238E27FC236}">
                <a16:creationId xmlns:a16="http://schemas.microsoft.com/office/drawing/2014/main" id="{E7B3B279-84E3-4741-916B-1D6BB26BE949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4" name="矩形">
            <a:extLst>
              <a:ext uri="{FF2B5EF4-FFF2-40B4-BE49-F238E27FC236}">
                <a16:creationId xmlns:a16="http://schemas.microsoft.com/office/drawing/2014/main" id="{57BFD555-F95E-42B8-9FF4-7B2BA94FAEFC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5" name="矩形">
            <a:extLst>
              <a:ext uri="{FF2B5EF4-FFF2-40B4-BE49-F238E27FC236}">
                <a16:creationId xmlns:a16="http://schemas.microsoft.com/office/drawing/2014/main" id="{D2ACC66C-60BF-40F1-9570-49284E82DE3D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6" name="矩形">
            <a:extLst>
              <a:ext uri="{FF2B5EF4-FFF2-40B4-BE49-F238E27FC236}">
                <a16:creationId xmlns:a16="http://schemas.microsoft.com/office/drawing/2014/main" id="{B9B7F557-75C1-4949-A6C9-9AF7FED978B3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7" name="矩形">
            <a:extLst>
              <a:ext uri="{FF2B5EF4-FFF2-40B4-BE49-F238E27FC236}">
                <a16:creationId xmlns:a16="http://schemas.microsoft.com/office/drawing/2014/main" id="{32295B50-97BF-4A2F-9F45-93332AED0260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8" name="矩形">
            <a:extLst>
              <a:ext uri="{FF2B5EF4-FFF2-40B4-BE49-F238E27FC236}">
                <a16:creationId xmlns:a16="http://schemas.microsoft.com/office/drawing/2014/main" id="{7DDF554B-471A-4DA6-897C-796A1838A01A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09" name="矩形">
            <a:extLst>
              <a:ext uri="{FF2B5EF4-FFF2-40B4-BE49-F238E27FC236}">
                <a16:creationId xmlns:a16="http://schemas.microsoft.com/office/drawing/2014/main" id="{DC67E7AC-1A34-45FA-954B-7483F800A260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0" name="矩形">
            <a:extLst>
              <a:ext uri="{FF2B5EF4-FFF2-40B4-BE49-F238E27FC236}">
                <a16:creationId xmlns:a16="http://schemas.microsoft.com/office/drawing/2014/main" id="{AEC275D6-87CD-49E7-973A-0176B9E47C7C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1" name="矩形">
            <a:extLst>
              <a:ext uri="{FF2B5EF4-FFF2-40B4-BE49-F238E27FC236}">
                <a16:creationId xmlns:a16="http://schemas.microsoft.com/office/drawing/2014/main" id="{CE7258AD-F82B-4A53-A76E-CC5AC465824B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2" name="矩形">
            <a:extLst>
              <a:ext uri="{FF2B5EF4-FFF2-40B4-BE49-F238E27FC236}">
                <a16:creationId xmlns:a16="http://schemas.microsoft.com/office/drawing/2014/main" id="{EDE480F5-30CC-41B5-8B99-D6CE97925EEA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3" name="矩形">
            <a:extLst>
              <a:ext uri="{FF2B5EF4-FFF2-40B4-BE49-F238E27FC236}">
                <a16:creationId xmlns:a16="http://schemas.microsoft.com/office/drawing/2014/main" id="{942E9CAB-B0E4-4867-B283-08C26E4A5607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4" name="矩形">
            <a:extLst>
              <a:ext uri="{FF2B5EF4-FFF2-40B4-BE49-F238E27FC236}">
                <a16:creationId xmlns:a16="http://schemas.microsoft.com/office/drawing/2014/main" id="{A3D27091-A06D-42B4-B17F-8FC56AC6CE33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5" name="矩形">
            <a:extLst>
              <a:ext uri="{FF2B5EF4-FFF2-40B4-BE49-F238E27FC236}">
                <a16:creationId xmlns:a16="http://schemas.microsoft.com/office/drawing/2014/main" id="{BB91D17D-785A-455B-9CE1-716DCC49A697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6" name="矩形">
            <a:extLst>
              <a:ext uri="{FF2B5EF4-FFF2-40B4-BE49-F238E27FC236}">
                <a16:creationId xmlns:a16="http://schemas.microsoft.com/office/drawing/2014/main" id="{19AFC69C-EA28-42CC-A84E-67867AEF9D49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7" name="矩形">
            <a:extLst>
              <a:ext uri="{FF2B5EF4-FFF2-40B4-BE49-F238E27FC236}">
                <a16:creationId xmlns:a16="http://schemas.microsoft.com/office/drawing/2014/main" id="{DBE38E6E-333E-4B83-82A9-B159309BDFF7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8" name="矩形">
            <a:extLst>
              <a:ext uri="{FF2B5EF4-FFF2-40B4-BE49-F238E27FC236}">
                <a16:creationId xmlns:a16="http://schemas.microsoft.com/office/drawing/2014/main" id="{241D835B-3D3F-49A9-B544-94F72E756786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19" name="矩形">
            <a:extLst>
              <a:ext uri="{FF2B5EF4-FFF2-40B4-BE49-F238E27FC236}">
                <a16:creationId xmlns:a16="http://schemas.microsoft.com/office/drawing/2014/main" id="{3779DDEC-DBF1-436E-B182-9B118EA77084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20" name="矩形">
            <a:extLst>
              <a:ext uri="{FF2B5EF4-FFF2-40B4-BE49-F238E27FC236}">
                <a16:creationId xmlns:a16="http://schemas.microsoft.com/office/drawing/2014/main" id="{209EF110-F95D-4579-9C9D-6A614B4B3936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21" name="矩形">
            <a:extLst>
              <a:ext uri="{FF2B5EF4-FFF2-40B4-BE49-F238E27FC236}">
                <a16:creationId xmlns:a16="http://schemas.microsoft.com/office/drawing/2014/main" id="{90FAE160-6CA0-481C-886B-F4A868342174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22" name="矩形">
            <a:extLst>
              <a:ext uri="{FF2B5EF4-FFF2-40B4-BE49-F238E27FC236}">
                <a16:creationId xmlns:a16="http://schemas.microsoft.com/office/drawing/2014/main" id="{1F073D25-0457-4B7C-AD8F-204E82CFEB59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23" name="矩形">
            <a:extLst>
              <a:ext uri="{FF2B5EF4-FFF2-40B4-BE49-F238E27FC236}">
                <a16:creationId xmlns:a16="http://schemas.microsoft.com/office/drawing/2014/main" id="{EA2F5A08-B6D7-4A96-9EDB-5BC36BCE960D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924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1961" name="矩形 1960">
            <a:extLst>
              <a:ext uri="{FF2B5EF4-FFF2-40B4-BE49-F238E27FC236}">
                <a16:creationId xmlns:a16="http://schemas.microsoft.com/office/drawing/2014/main" id="{97BCD18E-6AD5-4F87-AEC7-ACC627DAFE64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25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rPr>
              <a:t>评阅意见与论文修改说明</a:t>
            </a:r>
          </a:p>
        </p:txBody>
      </p:sp>
      <p:sp>
        <p:nvSpPr>
          <p:cNvPr id="1962" name="矩形 1961">
            <a:extLst>
              <a:ext uri="{FF2B5EF4-FFF2-40B4-BE49-F238E27FC236}">
                <a16:creationId xmlns:a16="http://schemas.microsoft.com/office/drawing/2014/main" id="{C854077A-E99C-40B3-8691-76F1394937B0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75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B7280"/>
                </a:solidFill>
                <a:latin typeface="Arial"/>
                <a:ea typeface="Arial"/>
                <a:cs typeface="Arial"/>
              </a:rPr>
              <a:t>RESPONSE</a:t>
            </a:r>
          </a:p>
        </p:txBody>
      </p:sp>
      <p:sp>
        <p:nvSpPr>
          <p:cNvPr id="1964" name="矩形 1963">
            <a:extLst>
              <a:ext uri="{FF2B5EF4-FFF2-40B4-BE49-F238E27FC236}">
                <a16:creationId xmlns:a16="http://schemas.microsoft.com/office/drawing/2014/main" id="{3184ECDF-E8A3-49EF-A128-DFD44638945C}"/>
              </a:ext>
            </a:extLst>
          </p:cNvPr>
          <p:cNvSpPr>
            <a:spLocks noGrp="1"/>
          </p:cNvSpPr>
          <p:nvPr/>
        </p:nvSpPr>
        <p:spPr>
          <a:xfrm>
            <a:off x="876300" y="1019175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rPr>
              <a:t>评阅教师意见</a:t>
            </a:r>
          </a:p>
        </p:txBody>
      </p:sp>
      <p:sp>
        <p:nvSpPr>
          <p:cNvPr id="1965" name="圆角矩形 1964">
            <a:extLst>
              <a:ext uri="{FF2B5EF4-FFF2-40B4-BE49-F238E27FC236}">
                <a16:creationId xmlns:a16="http://schemas.microsoft.com/office/drawing/2014/main" id="{300D1E22-64D9-4A94-9FE8-85034DC7779F}"/>
              </a:ext>
            </a:extLst>
          </p:cNvPr>
          <p:cNvSpPr>
            <a:spLocks noGrp="1"/>
          </p:cNvSpPr>
          <p:nvPr/>
        </p:nvSpPr>
        <p:spPr>
          <a:xfrm>
            <a:off x="876300" y="1352550"/>
            <a:ext cx="4953000" cy="1314450"/>
          </a:xfrm>
          <a:prstGeom prst="roundRect">
            <a:avLst>
              <a:gd name="adj" fmla="val 5797"/>
            </a:avLst>
          </a:prstGeom>
          <a:solidFill>
            <a:srgbClr val="F5F9FE"/>
          </a:solidFill>
          <a:ln w="9525">
            <a:solidFill>
              <a:srgbClr val="C9DDF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6" name="矩形 1965">
            <a:extLst>
              <a:ext uri="{FF2B5EF4-FFF2-40B4-BE49-F238E27FC236}">
                <a16:creationId xmlns:a16="http://schemas.microsoft.com/office/drawing/2014/main" id="{D239718A-5C9A-4DF2-9490-4BC6616549BD}"/>
              </a:ext>
            </a:extLst>
          </p:cNvPr>
          <p:cNvSpPr>
            <a:spLocks noGrp="1"/>
          </p:cNvSpPr>
          <p:nvPr/>
        </p:nvSpPr>
        <p:spPr>
          <a:xfrm>
            <a:off x="1085850" y="1504950"/>
            <a:ext cx="4533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rPr>
              <a:t>评阅教师 1</a:t>
            </a:r>
          </a:p>
        </p:txBody>
      </p:sp>
      <p:sp>
        <p:nvSpPr>
          <p:cNvPr id="1967" name="矩形 1966">
            <a:extLst>
              <a:ext uri="{FF2B5EF4-FFF2-40B4-BE49-F238E27FC236}">
                <a16:creationId xmlns:a16="http://schemas.microsoft.com/office/drawing/2014/main" id="{4238A290-B94F-4D80-ACE0-45BCBC680000}"/>
              </a:ext>
            </a:extLst>
          </p:cNvPr>
          <p:cNvSpPr>
            <a:spLocks noGrp="1"/>
          </p:cNvSpPr>
          <p:nvPr/>
        </p:nvSpPr>
        <p:spPr>
          <a:xfrm>
            <a:off x="1085850" y="1809750"/>
            <a:ext cx="45339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基本完成毕设任务要求，论文工作完整，格式正确，符合本科毕业要求。</a:t>
            </a:r>
          </a:p>
        </p:txBody>
      </p:sp>
      <p:sp>
        <p:nvSpPr>
          <p:cNvPr id="1968" name="圆角矩形 1967">
            <a:extLst>
              <a:ext uri="{FF2B5EF4-FFF2-40B4-BE49-F238E27FC236}">
                <a16:creationId xmlns:a16="http://schemas.microsoft.com/office/drawing/2014/main" id="{0900F32D-2990-480D-ADB4-330D2A78272E}"/>
              </a:ext>
            </a:extLst>
          </p:cNvPr>
          <p:cNvSpPr>
            <a:spLocks noGrp="1"/>
          </p:cNvSpPr>
          <p:nvPr/>
        </p:nvSpPr>
        <p:spPr>
          <a:xfrm>
            <a:off x="6362700" y="1352550"/>
            <a:ext cx="4953000" cy="1314450"/>
          </a:xfrm>
          <a:prstGeom prst="roundRect">
            <a:avLst>
              <a:gd name="adj" fmla="val 5797"/>
            </a:avLst>
          </a:prstGeom>
          <a:solidFill>
            <a:srgbClr val="F5F9FE"/>
          </a:solidFill>
          <a:ln w="9525">
            <a:solidFill>
              <a:srgbClr val="C9DDF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9" name="矩形 1968">
            <a:extLst>
              <a:ext uri="{FF2B5EF4-FFF2-40B4-BE49-F238E27FC236}">
                <a16:creationId xmlns:a16="http://schemas.microsoft.com/office/drawing/2014/main" id="{18998124-6FD7-435F-AD2D-39D68AC04080}"/>
              </a:ext>
            </a:extLst>
          </p:cNvPr>
          <p:cNvSpPr>
            <a:spLocks noGrp="1"/>
          </p:cNvSpPr>
          <p:nvPr/>
        </p:nvSpPr>
        <p:spPr>
          <a:xfrm>
            <a:off x="6572250" y="1504950"/>
            <a:ext cx="4533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rPr>
              <a:t>评阅教师 2</a:t>
            </a:r>
          </a:p>
        </p:txBody>
      </p:sp>
      <p:sp>
        <p:nvSpPr>
          <p:cNvPr id="1970" name="矩形 1969">
            <a:extLst>
              <a:ext uri="{FF2B5EF4-FFF2-40B4-BE49-F238E27FC236}">
                <a16:creationId xmlns:a16="http://schemas.microsoft.com/office/drawing/2014/main" id="{92E8668B-EE9F-40E4-A6E3-394F1C9974A6}"/>
              </a:ext>
            </a:extLst>
          </p:cNvPr>
          <p:cNvSpPr>
            <a:spLocks noGrp="1"/>
          </p:cNvSpPr>
          <p:nvPr/>
        </p:nvSpPr>
        <p:spPr>
          <a:xfrm>
            <a:off x="6572250" y="1809750"/>
            <a:ext cx="45339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论文内容丰富；结构和格式需部分调整，结论需要简化，部分图表需清晰，论文后面章节需要合并。</a:t>
            </a:r>
          </a:p>
          <a:p>
            <a:pPr algn="l">
              <a:defRPr sz="1013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同时肯定系统具有一定实践意义，论文符合本科毕业要求，同意参加毕业答辩。</a:t>
            </a:r>
          </a:p>
        </p:txBody>
      </p:sp>
      <p:sp>
        <p:nvSpPr>
          <p:cNvPr id="1971" name="矩形 1970">
            <a:extLst>
              <a:ext uri="{FF2B5EF4-FFF2-40B4-BE49-F238E27FC236}">
                <a16:creationId xmlns:a16="http://schemas.microsoft.com/office/drawing/2014/main" id="{21427CC3-EB83-41CA-8D9E-7A5D797BD3CB}"/>
              </a:ext>
            </a:extLst>
          </p:cNvPr>
          <p:cNvSpPr>
            <a:spLocks noGrp="1"/>
          </p:cNvSpPr>
          <p:nvPr/>
        </p:nvSpPr>
        <p:spPr>
          <a:xfrm>
            <a:off x="876300" y="299085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rPr>
              <a:t>针对评阅教师 2 意见的终稿修改</a:t>
            </a:r>
          </a:p>
        </p:txBody>
      </p:sp>
      <p:sp>
        <p:nvSpPr>
          <p:cNvPr id="1972" name="矩形 1971">
            <a:extLst>
              <a:ext uri="{FF2B5EF4-FFF2-40B4-BE49-F238E27FC236}">
                <a16:creationId xmlns:a16="http://schemas.microsoft.com/office/drawing/2014/main" id="{39F6AF0B-5362-483D-A412-6420AAF3910C}"/>
              </a:ext>
            </a:extLst>
          </p:cNvPr>
          <p:cNvSpPr>
            <a:spLocks noGrp="1"/>
          </p:cNvSpPr>
          <p:nvPr/>
        </p:nvSpPr>
        <p:spPr>
          <a:xfrm>
            <a:off x="4619625" y="3028950"/>
            <a:ext cx="6762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修改定位来自终稿目录与正文：第4章、第5章、第6章、第7章、结论、附录A。</a:t>
            </a:r>
          </a:p>
        </p:txBody>
      </p:sp>
      <p:sp>
        <p:nvSpPr>
          <p:cNvPr id="1973" name="圆角矩形 1972">
            <a:extLst>
              <a:ext uri="{FF2B5EF4-FFF2-40B4-BE49-F238E27FC236}">
                <a16:creationId xmlns:a16="http://schemas.microsoft.com/office/drawing/2014/main" id="{71E24A83-FA0A-45BE-8684-F039591B67A8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24574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C9DDF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4" name="矩形 1973">
            <a:extLst>
              <a:ext uri="{FF2B5EF4-FFF2-40B4-BE49-F238E27FC236}">
                <a16:creationId xmlns:a16="http://schemas.microsoft.com/office/drawing/2014/main" id="{6CE9D203-6B1C-4B4E-AF7B-2462FC81D39B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47625" cy="1200150"/>
          </a:xfrm>
          <a:prstGeom prst="rect">
            <a:avLst/>
          </a:prstGeom>
          <a:solidFill>
            <a:srgbClr val="0052A5"/>
          </a:solidFill>
          <a:ln w="0">
            <a:solidFill>
              <a:srgbClr val="0052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5" name="矩形 1974">
            <a:extLst>
              <a:ext uri="{FF2B5EF4-FFF2-40B4-BE49-F238E27FC236}">
                <a16:creationId xmlns:a16="http://schemas.microsoft.com/office/drawing/2014/main" id="{5989A35F-63CB-4FA6-9DA2-D62B0A365A3D}"/>
              </a:ext>
            </a:extLst>
          </p:cNvPr>
          <p:cNvSpPr>
            <a:spLocks noGrp="1"/>
          </p:cNvSpPr>
          <p:nvPr/>
        </p:nvSpPr>
        <p:spPr>
          <a:xfrm>
            <a:off x="1047750" y="3619500"/>
            <a:ext cx="3619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52A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976" name="矩形 1975">
            <a:extLst>
              <a:ext uri="{FF2B5EF4-FFF2-40B4-BE49-F238E27FC236}">
                <a16:creationId xmlns:a16="http://schemas.microsoft.com/office/drawing/2014/main" id="{DD9E15F4-95D2-4E30-83F8-3DC903B37EBA}"/>
              </a:ext>
            </a:extLst>
          </p:cNvPr>
          <p:cNvSpPr>
            <a:spLocks noGrp="1"/>
          </p:cNvSpPr>
          <p:nvPr/>
        </p:nvSpPr>
        <p:spPr>
          <a:xfrm>
            <a:off x="1447800" y="3648075"/>
            <a:ext cx="1733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rPr>
              <a:t>结构与格式</a:t>
            </a:r>
          </a:p>
        </p:txBody>
      </p:sp>
      <p:sp>
        <p:nvSpPr>
          <p:cNvPr id="1977" name="矩形 1976">
            <a:extLst>
              <a:ext uri="{FF2B5EF4-FFF2-40B4-BE49-F238E27FC236}">
                <a16:creationId xmlns:a16="http://schemas.microsoft.com/office/drawing/2014/main" id="{5CCC3EF3-E035-4EA7-A559-280583F910E8}"/>
              </a:ext>
            </a:extLst>
          </p:cNvPr>
          <p:cNvSpPr>
            <a:spLocks noGrp="1"/>
          </p:cNvSpPr>
          <p:nvPr/>
        </p:nvSpPr>
        <p:spPr>
          <a:xfrm>
            <a:off x="1085850" y="4010025"/>
            <a:ext cx="20383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第4章系统设计、第5章系统实现：统一章节层级、术语、图表编号与格式表达，突出架构、算法和工程落点。</a:t>
            </a:r>
          </a:p>
        </p:txBody>
      </p:sp>
      <p:sp>
        <p:nvSpPr>
          <p:cNvPr id="1978" name="圆角矩形 1977">
            <a:extLst>
              <a:ext uri="{FF2B5EF4-FFF2-40B4-BE49-F238E27FC236}">
                <a16:creationId xmlns:a16="http://schemas.microsoft.com/office/drawing/2014/main" id="{85EB111C-55B2-46A7-88D0-5006B77FB548}"/>
              </a:ext>
            </a:extLst>
          </p:cNvPr>
          <p:cNvSpPr>
            <a:spLocks noGrp="1"/>
          </p:cNvSpPr>
          <p:nvPr/>
        </p:nvSpPr>
        <p:spPr>
          <a:xfrm>
            <a:off x="3524250" y="3486150"/>
            <a:ext cx="24574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C9DDF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9" name="矩形 1978">
            <a:extLst>
              <a:ext uri="{FF2B5EF4-FFF2-40B4-BE49-F238E27FC236}">
                <a16:creationId xmlns:a16="http://schemas.microsoft.com/office/drawing/2014/main" id="{B2226F92-F4C5-4386-B87B-364460697BF8}"/>
              </a:ext>
            </a:extLst>
          </p:cNvPr>
          <p:cNvSpPr>
            <a:spLocks noGrp="1"/>
          </p:cNvSpPr>
          <p:nvPr/>
        </p:nvSpPr>
        <p:spPr>
          <a:xfrm>
            <a:off x="3524250" y="3486150"/>
            <a:ext cx="47625" cy="1200150"/>
          </a:xfrm>
          <a:prstGeom prst="rect">
            <a:avLst/>
          </a:prstGeom>
          <a:solidFill>
            <a:srgbClr val="2F9D68"/>
          </a:solidFill>
          <a:ln w="0">
            <a:solidFill>
              <a:srgbClr val="2F9D6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0" name="矩形 1979">
            <a:extLst>
              <a:ext uri="{FF2B5EF4-FFF2-40B4-BE49-F238E27FC236}">
                <a16:creationId xmlns:a16="http://schemas.microsoft.com/office/drawing/2014/main" id="{20B57C5A-06A1-4BD3-B469-5D65A8427F33}"/>
              </a:ext>
            </a:extLst>
          </p:cNvPr>
          <p:cNvSpPr>
            <a:spLocks noGrp="1"/>
          </p:cNvSpPr>
          <p:nvPr/>
        </p:nvSpPr>
        <p:spPr>
          <a:xfrm>
            <a:off x="3695700" y="3619500"/>
            <a:ext cx="3619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9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81" name="矩形 1980">
            <a:extLst>
              <a:ext uri="{FF2B5EF4-FFF2-40B4-BE49-F238E27FC236}">
                <a16:creationId xmlns:a16="http://schemas.microsoft.com/office/drawing/2014/main" id="{F1AE1546-87EE-4E23-B9AA-6748157672EB}"/>
              </a:ext>
            </a:extLst>
          </p:cNvPr>
          <p:cNvSpPr>
            <a:spLocks noGrp="1"/>
          </p:cNvSpPr>
          <p:nvPr/>
        </p:nvSpPr>
        <p:spPr>
          <a:xfrm>
            <a:off x="4095750" y="3648075"/>
            <a:ext cx="1733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rPr>
              <a:t>结论简化</a:t>
            </a:r>
          </a:p>
        </p:txBody>
      </p:sp>
      <p:sp>
        <p:nvSpPr>
          <p:cNvPr id="1982" name="矩形 1981">
            <a:extLst>
              <a:ext uri="{FF2B5EF4-FFF2-40B4-BE49-F238E27FC236}">
                <a16:creationId xmlns:a16="http://schemas.microsoft.com/office/drawing/2014/main" id="{E4305D06-CF1E-44C2-91C2-435332860355}"/>
              </a:ext>
            </a:extLst>
          </p:cNvPr>
          <p:cNvSpPr>
            <a:spLocks noGrp="1"/>
          </p:cNvSpPr>
          <p:nvPr/>
        </p:nvSpPr>
        <p:spPr>
          <a:xfrm>
            <a:off x="3733800" y="4010025"/>
            <a:ext cx="20383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结论部分：压缩贡献、局限和后续工作；明确结论限定在工作流层，不扩大为湿实验或成功率结论。</a:t>
            </a:r>
          </a:p>
        </p:txBody>
      </p:sp>
      <p:sp>
        <p:nvSpPr>
          <p:cNvPr id="1983" name="圆角矩形 1982">
            <a:extLst>
              <a:ext uri="{FF2B5EF4-FFF2-40B4-BE49-F238E27FC236}">
                <a16:creationId xmlns:a16="http://schemas.microsoft.com/office/drawing/2014/main" id="{415D8051-9ADB-41F7-8DA9-6DCB12A6E876}"/>
              </a:ext>
            </a:extLst>
          </p:cNvPr>
          <p:cNvSpPr>
            <a:spLocks noGrp="1"/>
          </p:cNvSpPr>
          <p:nvPr/>
        </p:nvSpPr>
        <p:spPr>
          <a:xfrm>
            <a:off x="6172200" y="3486150"/>
            <a:ext cx="24574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C9DDF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4" name="矩形 1983">
            <a:extLst>
              <a:ext uri="{FF2B5EF4-FFF2-40B4-BE49-F238E27FC236}">
                <a16:creationId xmlns:a16="http://schemas.microsoft.com/office/drawing/2014/main" id="{4EE5ADE8-C793-4DF0-AC4E-B39A7293B620}"/>
              </a:ext>
            </a:extLst>
          </p:cNvPr>
          <p:cNvSpPr>
            <a:spLocks noGrp="1"/>
          </p:cNvSpPr>
          <p:nvPr/>
        </p:nvSpPr>
        <p:spPr>
          <a:xfrm>
            <a:off x="6172200" y="3486150"/>
            <a:ext cx="47625" cy="1200150"/>
          </a:xfrm>
          <a:prstGeom prst="rect">
            <a:avLst/>
          </a:prstGeom>
          <a:solidFill>
            <a:srgbClr val="0052A5"/>
          </a:solidFill>
          <a:ln w="0">
            <a:solidFill>
              <a:srgbClr val="0052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5" name="矩形 1984">
            <a:extLst>
              <a:ext uri="{FF2B5EF4-FFF2-40B4-BE49-F238E27FC236}">
                <a16:creationId xmlns:a16="http://schemas.microsoft.com/office/drawing/2014/main" id="{35784E40-2D12-4A83-8854-20C7B60ABEE5}"/>
              </a:ext>
            </a:extLst>
          </p:cNvPr>
          <p:cNvSpPr>
            <a:spLocks noGrp="1"/>
          </p:cNvSpPr>
          <p:nvPr/>
        </p:nvSpPr>
        <p:spPr>
          <a:xfrm>
            <a:off x="6343650" y="3619500"/>
            <a:ext cx="3619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52A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86" name="矩形 1985">
            <a:extLst>
              <a:ext uri="{FF2B5EF4-FFF2-40B4-BE49-F238E27FC236}">
                <a16:creationId xmlns:a16="http://schemas.microsoft.com/office/drawing/2014/main" id="{68923225-463F-497C-ADD3-B6E1B8B97009}"/>
              </a:ext>
            </a:extLst>
          </p:cNvPr>
          <p:cNvSpPr>
            <a:spLocks noGrp="1"/>
          </p:cNvSpPr>
          <p:nvPr/>
        </p:nvSpPr>
        <p:spPr>
          <a:xfrm>
            <a:off x="6743700" y="3648075"/>
            <a:ext cx="1733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rPr>
              <a:t>图表清晰</a:t>
            </a:r>
          </a:p>
        </p:txBody>
      </p:sp>
      <p:sp>
        <p:nvSpPr>
          <p:cNvPr id="1987" name="矩形 1986">
            <a:extLst>
              <a:ext uri="{FF2B5EF4-FFF2-40B4-BE49-F238E27FC236}">
                <a16:creationId xmlns:a16="http://schemas.microsoft.com/office/drawing/2014/main" id="{1F74CF94-711F-42DF-A6DF-DBDDB65212FE}"/>
              </a:ext>
            </a:extLst>
          </p:cNvPr>
          <p:cNvSpPr>
            <a:spLocks noGrp="1"/>
          </p:cNvSpPr>
          <p:nvPr/>
        </p:nvSpPr>
        <p:spPr>
          <a:xfrm>
            <a:off x="6381750" y="4010025"/>
            <a:ext cx="20383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第4章、第6章、第7章：调整架构、算法、测试和实验类图表，使图示与正文证据对应更清楚。</a:t>
            </a:r>
          </a:p>
        </p:txBody>
      </p:sp>
      <p:sp>
        <p:nvSpPr>
          <p:cNvPr id="1988" name="圆角矩形 1987">
            <a:extLst>
              <a:ext uri="{FF2B5EF4-FFF2-40B4-BE49-F238E27FC236}">
                <a16:creationId xmlns:a16="http://schemas.microsoft.com/office/drawing/2014/main" id="{69E7A1D3-08E9-40F6-9CC4-04EB7ECA0D55}"/>
              </a:ext>
            </a:extLst>
          </p:cNvPr>
          <p:cNvSpPr>
            <a:spLocks noGrp="1"/>
          </p:cNvSpPr>
          <p:nvPr/>
        </p:nvSpPr>
        <p:spPr>
          <a:xfrm>
            <a:off x="8820150" y="3486150"/>
            <a:ext cx="245745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C9DDF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9" name="矩形 1988">
            <a:extLst>
              <a:ext uri="{FF2B5EF4-FFF2-40B4-BE49-F238E27FC236}">
                <a16:creationId xmlns:a16="http://schemas.microsoft.com/office/drawing/2014/main" id="{1512EB2E-1111-49CB-AD24-42E9473DDBB3}"/>
              </a:ext>
            </a:extLst>
          </p:cNvPr>
          <p:cNvSpPr>
            <a:spLocks noGrp="1"/>
          </p:cNvSpPr>
          <p:nvPr/>
        </p:nvSpPr>
        <p:spPr>
          <a:xfrm>
            <a:off x="8820150" y="3486150"/>
            <a:ext cx="47625" cy="1200150"/>
          </a:xfrm>
          <a:prstGeom prst="rect">
            <a:avLst/>
          </a:prstGeom>
          <a:solidFill>
            <a:srgbClr val="2F9D68"/>
          </a:solidFill>
          <a:ln w="0">
            <a:solidFill>
              <a:srgbClr val="2F9D6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0" name="矩形 1989">
            <a:extLst>
              <a:ext uri="{FF2B5EF4-FFF2-40B4-BE49-F238E27FC236}">
                <a16:creationId xmlns:a16="http://schemas.microsoft.com/office/drawing/2014/main" id="{6E40E7F6-99CF-4F66-AA8E-4F339CAAAD89}"/>
              </a:ext>
            </a:extLst>
          </p:cNvPr>
          <p:cNvSpPr>
            <a:spLocks noGrp="1"/>
          </p:cNvSpPr>
          <p:nvPr/>
        </p:nvSpPr>
        <p:spPr>
          <a:xfrm>
            <a:off x="8991600" y="3619500"/>
            <a:ext cx="3619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9D6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91" name="矩形 1990">
            <a:extLst>
              <a:ext uri="{FF2B5EF4-FFF2-40B4-BE49-F238E27FC236}">
                <a16:creationId xmlns:a16="http://schemas.microsoft.com/office/drawing/2014/main" id="{2CDB61D0-D243-40D7-9A05-CDE58CEC19F3}"/>
              </a:ext>
            </a:extLst>
          </p:cNvPr>
          <p:cNvSpPr>
            <a:spLocks noGrp="1"/>
          </p:cNvSpPr>
          <p:nvPr/>
        </p:nvSpPr>
        <p:spPr>
          <a:xfrm>
            <a:off x="9391650" y="3648075"/>
            <a:ext cx="1733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rPr>
              <a:t>后续章节合并</a:t>
            </a:r>
          </a:p>
        </p:txBody>
      </p:sp>
      <p:sp>
        <p:nvSpPr>
          <p:cNvPr id="1992" name="矩形 1991">
            <a:extLst>
              <a:ext uri="{FF2B5EF4-FFF2-40B4-BE49-F238E27FC236}">
                <a16:creationId xmlns:a16="http://schemas.microsoft.com/office/drawing/2014/main" id="{9E0F7383-156C-4DE4-B982-3B4ADD423FBE}"/>
              </a:ext>
            </a:extLst>
          </p:cNvPr>
          <p:cNvSpPr>
            <a:spLocks noGrp="1"/>
          </p:cNvSpPr>
          <p:nvPr/>
        </p:nvSpPr>
        <p:spPr>
          <a:xfrm>
            <a:off x="9029700" y="4010025"/>
            <a:ext cx="20383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第6章正文保留测试策略、关键路径与结论边界；测试明细和证据索引收束到附录A，减少重复铺陈。</a:t>
            </a:r>
          </a:p>
        </p:txBody>
      </p:sp>
      <p:sp>
        <p:nvSpPr>
          <p:cNvPr id="1993" name="圆角矩形 1992">
            <a:extLst>
              <a:ext uri="{FF2B5EF4-FFF2-40B4-BE49-F238E27FC236}">
                <a16:creationId xmlns:a16="http://schemas.microsoft.com/office/drawing/2014/main" id="{B8581875-4BF9-439F-9E55-49519240DE6D}"/>
              </a:ext>
            </a:extLst>
          </p:cNvPr>
          <p:cNvSpPr>
            <a:spLocks noGrp="1"/>
          </p:cNvSpPr>
          <p:nvPr/>
        </p:nvSpPr>
        <p:spPr>
          <a:xfrm>
            <a:off x="1428750" y="5105400"/>
            <a:ext cx="9334500" cy="609600"/>
          </a:xfrm>
          <a:prstGeom prst="roundRect">
            <a:avLst>
              <a:gd name="adj" fmla="val 12500"/>
            </a:avLst>
          </a:prstGeom>
          <a:solidFill>
            <a:srgbClr val="EAF3FF"/>
          </a:solidFill>
          <a:ln w="9525">
            <a:solidFill>
              <a:srgbClr val="D7E8F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4" name="矩形 1993">
            <a:extLst>
              <a:ext uri="{FF2B5EF4-FFF2-40B4-BE49-F238E27FC236}">
                <a16:creationId xmlns:a16="http://schemas.microsoft.com/office/drawing/2014/main" id="{B4FE955D-380A-4CAB-8CE5-9BE9609A5BB7}"/>
              </a:ext>
            </a:extLst>
          </p:cNvPr>
          <p:cNvSpPr>
            <a:spLocks noGrp="1"/>
          </p:cNvSpPr>
          <p:nvPr/>
        </p:nvSpPr>
        <p:spPr>
          <a:xfrm>
            <a:off x="1752600" y="525780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rPr>
              <a:t>修改后的终稿结构</a:t>
            </a:r>
          </a:p>
        </p:txBody>
      </p:sp>
      <p:sp>
        <p:nvSpPr>
          <p:cNvPr id="1995" name="矩形 1994">
            <a:extLst>
              <a:ext uri="{FF2B5EF4-FFF2-40B4-BE49-F238E27FC236}">
                <a16:creationId xmlns:a16="http://schemas.microsoft.com/office/drawing/2014/main" id="{B7BE6F38-F523-41C6-BB8D-9BD721A4BC8D}"/>
              </a:ext>
            </a:extLst>
          </p:cNvPr>
          <p:cNvSpPr>
            <a:spLocks noGrp="1"/>
          </p:cNvSpPr>
          <p:nvPr/>
        </p:nvSpPr>
        <p:spPr>
          <a:xfrm>
            <a:off x="3695700" y="5257800"/>
            <a:ext cx="6724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rPr>
              <a:t>第4章系统设计  →  第5章系统实现  →  第6章系统测试与验证  →  第7章实验与结果分析  →  结论</a:t>
            </a:r>
          </a:p>
        </p:txBody>
      </p:sp>
      <p:sp>
        <p:nvSpPr>
          <p:cNvPr id="1996" name="矩形 1995">
            <a:extLst>
              <a:ext uri="{FF2B5EF4-FFF2-40B4-BE49-F238E27FC236}">
                <a16:creationId xmlns:a16="http://schemas.microsoft.com/office/drawing/2014/main" id="{DE284CD0-DB40-4C60-89F7-FDD7890F0A20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1218445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矩形">
            <a:extLst>
              <a:ext uri="{FF2B5EF4-FFF2-40B4-BE49-F238E27FC236}">
                <a16:creationId xmlns:a16="http://schemas.microsoft.com/office/drawing/2014/main" id="{B8C79654-880D-43D1-B38A-556D73264B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1961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1962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1963" name="矩形">
            <a:extLst>
              <a:ext uri="{FF2B5EF4-FFF2-40B4-BE49-F238E27FC236}">
                <a16:creationId xmlns:a16="http://schemas.microsoft.com/office/drawing/2014/main" id="{5B750036-BFE7-4CD7-8F6F-9CF60BD955C2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64" name="矩形">
            <a:extLst>
              <a:ext uri="{FF2B5EF4-FFF2-40B4-BE49-F238E27FC236}">
                <a16:creationId xmlns:a16="http://schemas.microsoft.com/office/drawing/2014/main" id="{C81A9856-2BB2-43D9-BD27-D4D48C15DDA2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65" name="矩形">
            <a:extLst>
              <a:ext uri="{FF2B5EF4-FFF2-40B4-BE49-F238E27FC236}">
                <a16:creationId xmlns:a16="http://schemas.microsoft.com/office/drawing/2014/main" id="{28132530-AADA-4A04-9955-0DCFEE6FE775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66" name="矩形">
            <a:extLst>
              <a:ext uri="{FF2B5EF4-FFF2-40B4-BE49-F238E27FC236}">
                <a16:creationId xmlns:a16="http://schemas.microsoft.com/office/drawing/2014/main" id="{C64E0DF2-11E4-46D7-8752-D2C24919E93D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67" name="矩形">
            <a:extLst>
              <a:ext uri="{FF2B5EF4-FFF2-40B4-BE49-F238E27FC236}">
                <a16:creationId xmlns:a16="http://schemas.microsoft.com/office/drawing/2014/main" id="{781CD2C6-5891-4988-9DCC-C9790320319E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68" name="矩形">
            <a:extLst>
              <a:ext uri="{FF2B5EF4-FFF2-40B4-BE49-F238E27FC236}">
                <a16:creationId xmlns:a16="http://schemas.microsoft.com/office/drawing/2014/main" id="{EC223A1C-E9C0-4BFD-8CA3-2B90635939C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69" name="矩形">
            <a:extLst>
              <a:ext uri="{FF2B5EF4-FFF2-40B4-BE49-F238E27FC236}">
                <a16:creationId xmlns:a16="http://schemas.microsoft.com/office/drawing/2014/main" id="{2072369C-2030-4A57-9C52-FA0BB57D0EDB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70" name="矩形">
            <a:extLst>
              <a:ext uri="{FF2B5EF4-FFF2-40B4-BE49-F238E27FC236}">
                <a16:creationId xmlns:a16="http://schemas.microsoft.com/office/drawing/2014/main" id="{51D55271-3C8B-4052-977D-22D08B60DBE0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71" name="矩形">
            <a:extLst>
              <a:ext uri="{FF2B5EF4-FFF2-40B4-BE49-F238E27FC236}">
                <a16:creationId xmlns:a16="http://schemas.microsoft.com/office/drawing/2014/main" id="{FD90FA27-0B46-4FFF-BE50-19D87D028B21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72" name="矩形">
            <a:extLst>
              <a:ext uri="{FF2B5EF4-FFF2-40B4-BE49-F238E27FC236}">
                <a16:creationId xmlns:a16="http://schemas.microsoft.com/office/drawing/2014/main" id="{148F39BE-6CA7-4BBA-B353-1A210D48EE14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73" name="矩形">
            <a:extLst>
              <a:ext uri="{FF2B5EF4-FFF2-40B4-BE49-F238E27FC236}">
                <a16:creationId xmlns:a16="http://schemas.microsoft.com/office/drawing/2014/main" id="{750375DC-2C27-43E4-B8A1-1B879DA19E01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74" name="矩形">
            <a:extLst>
              <a:ext uri="{FF2B5EF4-FFF2-40B4-BE49-F238E27FC236}">
                <a16:creationId xmlns:a16="http://schemas.microsoft.com/office/drawing/2014/main" id="{6532C663-3E7B-4FC0-B912-F2D099A49F25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75" name="矩形">
            <a:extLst>
              <a:ext uri="{FF2B5EF4-FFF2-40B4-BE49-F238E27FC236}">
                <a16:creationId xmlns:a16="http://schemas.microsoft.com/office/drawing/2014/main" id="{AFDBFBFB-58CC-48C4-9E6E-718B144368EB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76" name="矩形">
            <a:extLst>
              <a:ext uri="{FF2B5EF4-FFF2-40B4-BE49-F238E27FC236}">
                <a16:creationId xmlns:a16="http://schemas.microsoft.com/office/drawing/2014/main" id="{75D44EEA-EBBF-412A-B6A2-490F9FF2EC29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77" name="矩形">
            <a:extLst>
              <a:ext uri="{FF2B5EF4-FFF2-40B4-BE49-F238E27FC236}">
                <a16:creationId xmlns:a16="http://schemas.microsoft.com/office/drawing/2014/main" id="{7B9F25F4-044F-4FEC-B532-408F830CB489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78" name="矩形">
            <a:extLst>
              <a:ext uri="{FF2B5EF4-FFF2-40B4-BE49-F238E27FC236}">
                <a16:creationId xmlns:a16="http://schemas.microsoft.com/office/drawing/2014/main" id="{CB638E92-AC8C-4358-80FD-D5DEA8536144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79" name="矩形">
            <a:extLst>
              <a:ext uri="{FF2B5EF4-FFF2-40B4-BE49-F238E27FC236}">
                <a16:creationId xmlns:a16="http://schemas.microsoft.com/office/drawing/2014/main" id="{FDF21E6D-7C0F-4957-B176-86F292A52EF1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80" name="矩形">
            <a:extLst>
              <a:ext uri="{FF2B5EF4-FFF2-40B4-BE49-F238E27FC236}">
                <a16:creationId xmlns:a16="http://schemas.microsoft.com/office/drawing/2014/main" id="{865F942E-F9F6-4AA5-A690-EAF7E91215F3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81" name="矩形">
            <a:extLst>
              <a:ext uri="{FF2B5EF4-FFF2-40B4-BE49-F238E27FC236}">
                <a16:creationId xmlns:a16="http://schemas.microsoft.com/office/drawing/2014/main" id="{BA944F54-DC9C-42F7-80FF-862DC9C3D3CD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82" name="矩形">
            <a:extLst>
              <a:ext uri="{FF2B5EF4-FFF2-40B4-BE49-F238E27FC236}">
                <a16:creationId xmlns:a16="http://schemas.microsoft.com/office/drawing/2014/main" id="{62CBC7A5-B3AB-4617-A7E2-B95D56A9EF63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83" name="矩形">
            <a:extLst>
              <a:ext uri="{FF2B5EF4-FFF2-40B4-BE49-F238E27FC236}">
                <a16:creationId xmlns:a16="http://schemas.microsoft.com/office/drawing/2014/main" id="{68AD6E9E-FFFA-459E-A26D-3F3ED8942660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84" name="矩形">
            <a:extLst>
              <a:ext uri="{FF2B5EF4-FFF2-40B4-BE49-F238E27FC236}">
                <a16:creationId xmlns:a16="http://schemas.microsoft.com/office/drawing/2014/main" id="{30A86F4C-15F2-4624-940A-1488438F8507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85" name="矩形">
            <a:extLst>
              <a:ext uri="{FF2B5EF4-FFF2-40B4-BE49-F238E27FC236}">
                <a16:creationId xmlns:a16="http://schemas.microsoft.com/office/drawing/2014/main" id="{688C5B65-22EF-462B-B255-0FE817821532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86" name="矩形">
            <a:extLst>
              <a:ext uri="{FF2B5EF4-FFF2-40B4-BE49-F238E27FC236}">
                <a16:creationId xmlns:a16="http://schemas.microsoft.com/office/drawing/2014/main" id="{1B109D3F-C743-490B-BDC4-14F9073C5CA3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87" name="矩形">
            <a:extLst>
              <a:ext uri="{FF2B5EF4-FFF2-40B4-BE49-F238E27FC236}">
                <a16:creationId xmlns:a16="http://schemas.microsoft.com/office/drawing/2014/main" id="{2B075013-ACEF-4A13-9CD2-6025BD8254F0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88" name="矩形">
            <a:extLst>
              <a:ext uri="{FF2B5EF4-FFF2-40B4-BE49-F238E27FC236}">
                <a16:creationId xmlns:a16="http://schemas.microsoft.com/office/drawing/2014/main" id="{675992E4-A525-455C-9E90-2D58672C085B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89" name="矩形">
            <a:extLst>
              <a:ext uri="{FF2B5EF4-FFF2-40B4-BE49-F238E27FC236}">
                <a16:creationId xmlns:a16="http://schemas.microsoft.com/office/drawing/2014/main" id="{F18962C7-660A-4F0F-9EED-88F698364789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0" name="矩形">
            <a:extLst>
              <a:ext uri="{FF2B5EF4-FFF2-40B4-BE49-F238E27FC236}">
                <a16:creationId xmlns:a16="http://schemas.microsoft.com/office/drawing/2014/main" id="{FB173294-D371-4238-91F3-AC07B820EEA6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1" name="矩形">
            <a:extLst>
              <a:ext uri="{FF2B5EF4-FFF2-40B4-BE49-F238E27FC236}">
                <a16:creationId xmlns:a16="http://schemas.microsoft.com/office/drawing/2014/main" id="{6DC46777-0DD0-47B6-B315-132126F3F054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2" name="矩形">
            <a:extLst>
              <a:ext uri="{FF2B5EF4-FFF2-40B4-BE49-F238E27FC236}">
                <a16:creationId xmlns:a16="http://schemas.microsoft.com/office/drawing/2014/main" id="{4A058D6B-CA5F-4EE3-A289-0B2F32554769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3" name="矩形">
            <a:extLst>
              <a:ext uri="{FF2B5EF4-FFF2-40B4-BE49-F238E27FC236}">
                <a16:creationId xmlns:a16="http://schemas.microsoft.com/office/drawing/2014/main" id="{1C5DF688-EC99-4D79-9B7E-FEA1A50D973C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4" name="矩形">
            <a:extLst>
              <a:ext uri="{FF2B5EF4-FFF2-40B4-BE49-F238E27FC236}">
                <a16:creationId xmlns:a16="http://schemas.microsoft.com/office/drawing/2014/main" id="{C121DB0C-CD62-465D-9BBD-B96914DF0EDE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5" name="矩形">
            <a:extLst>
              <a:ext uri="{FF2B5EF4-FFF2-40B4-BE49-F238E27FC236}">
                <a16:creationId xmlns:a16="http://schemas.microsoft.com/office/drawing/2014/main" id="{14212FB9-DE3C-4874-926E-3276FC7F5C2B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6" name="矩形">
            <a:extLst>
              <a:ext uri="{FF2B5EF4-FFF2-40B4-BE49-F238E27FC236}">
                <a16:creationId xmlns:a16="http://schemas.microsoft.com/office/drawing/2014/main" id="{16A18008-A6AC-4E48-A704-AD5330BADEAD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7" name="矩形">
            <a:extLst>
              <a:ext uri="{FF2B5EF4-FFF2-40B4-BE49-F238E27FC236}">
                <a16:creationId xmlns:a16="http://schemas.microsoft.com/office/drawing/2014/main" id="{D8F0AFB5-69CF-4350-B64A-D8BB29145FBA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8" name="矩形">
            <a:extLst>
              <a:ext uri="{FF2B5EF4-FFF2-40B4-BE49-F238E27FC236}">
                <a16:creationId xmlns:a16="http://schemas.microsoft.com/office/drawing/2014/main" id="{5AD7E44A-F831-4ED4-9142-FD544E758FA7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1999" name="矩形">
            <a:extLst>
              <a:ext uri="{FF2B5EF4-FFF2-40B4-BE49-F238E27FC236}">
                <a16:creationId xmlns:a16="http://schemas.microsoft.com/office/drawing/2014/main" id="{8196BCFE-E58E-41C0-9943-D5BAFD88D084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00" name="矩形">
            <a:extLst>
              <a:ext uri="{FF2B5EF4-FFF2-40B4-BE49-F238E27FC236}">
                <a16:creationId xmlns:a16="http://schemas.microsoft.com/office/drawing/2014/main" id="{4A8E2D6F-D61F-4E74-B591-CD73C1D32536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01" name="矩形">
            <a:extLst>
              <a:ext uri="{FF2B5EF4-FFF2-40B4-BE49-F238E27FC236}">
                <a16:creationId xmlns:a16="http://schemas.microsoft.com/office/drawing/2014/main" id="{088F60CF-1175-4078-B059-9B977D59A285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02" name="矩形">
            <a:extLst>
              <a:ext uri="{FF2B5EF4-FFF2-40B4-BE49-F238E27FC236}">
                <a16:creationId xmlns:a16="http://schemas.microsoft.com/office/drawing/2014/main" id="{350E4E11-87ED-47E7-A7F4-40642A92DDD5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03" name="矩形">
            <a:extLst>
              <a:ext uri="{FF2B5EF4-FFF2-40B4-BE49-F238E27FC236}">
                <a16:creationId xmlns:a16="http://schemas.microsoft.com/office/drawing/2014/main" id="{CA88F6BE-3FF4-41C4-9F49-EC19E5F1B8E1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04" name="矩形">
            <a:extLst>
              <a:ext uri="{FF2B5EF4-FFF2-40B4-BE49-F238E27FC236}">
                <a16:creationId xmlns:a16="http://schemas.microsoft.com/office/drawing/2014/main" id="{04D1119B-ACCE-4568-9284-1EBA5299C418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05" name="矩形">
            <a:extLst>
              <a:ext uri="{FF2B5EF4-FFF2-40B4-BE49-F238E27FC236}">
                <a16:creationId xmlns:a16="http://schemas.microsoft.com/office/drawing/2014/main" id="{B7753916-7959-426C-83DD-CC5D3D302B49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06" name="矩形">
            <a:extLst>
              <a:ext uri="{FF2B5EF4-FFF2-40B4-BE49-F238E27FC236}">
                <a16:creationId xmlns:a16="http://schemas.microsoft.com/office/drawing/2014/main" id="{25DCD58E-C324-4F90-948A-DAE47613EFEA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07" name="矩形">
            <a:extLst>
              <a:ext uri="{FF2B5EF4-FFF2-40B4-BE49-F238E27FC236}">
                <a16:creationId xmlns:a16="http://schemas.microsoft.com/office/drawing/2014/main" id="{B17090B9-C518-425D-8B1C-F92770E1055F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08" name="矩形">
            <a:extLst>
              <a:ext uri="{FF2B5EF4-FFF2-40B4-BE49-F238E27FC236}">
                <a16:creationId xmlns:a16="http://schemas.microsoft.com/office/drawing/2014/main" id="{14E34A70-4C54-46C8-9C2E-1C0526E0A394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09" name="矩形">
            <a:extLst>
              <a:ext uri="{FF2B5EF4-FFF2-40B4-BE49-F238E27FC236}">
                <a16:creationId xmlns:a16="http://schemas.microsoft.com/office/drawing/2014/main" id="{9111576A-B51F-47E9-A206-816B5C5E498F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10" name="矩形">
            <a:extLst>
              <a:ext uri="{FF2B5EF4-FFF2-40B4-BE49-F238E27FC236}">
                <a16:creationId xmlns:a16="http://schemas.microsoft.com/office/drawing/2014/main" id="{D9E8EEE9-6990-4A22-B212-EFA5AF4B5A39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11" name="矩形">
            <a:extLst>
              <a:ext uri="{FF2B5EF4-FFF2-40B4-BE49-F238E27FC236}">
                <a16:creationId xmlns:a16="http://schemas.microsoft.com/office/drawing/2014/main" id="{42F4E96C-9543-4A65-AF64-FD1FC62DC246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12" name="矩形">
            <a:extLst>
              <a:ext uri="{FF2B5EF4-FFF2-40B4-BE49-F238E27FC236}">
                <a16:creationId xmlns:a16="http://schemas.microsoft.com/office/drawing/2014/main" id="{1C45BEBE-7314-4122-ADE2-AA372B1B7FC2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13" name="矩形">
            <a:extLst>
              <a:ext uri="{FF2B5EF4-FFF2-40B4-BE49-F238E27FC236}">
                <a16:creationId xmlns:a16="http://schemas.microsoft.com/office/drawing/2014/main" id="{302CDDA2-EF46-404A-91F9-F2A4BB596C0C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14" name="矩形">
            <a:extLst>
              <a:ext uri="{FF2B5EF4-FFF2-40B4-BE49-F238E27FC236}">
                <a16:creationId xmlns:a16="http://schemas.microsoft.com/office/drawing/2014/main" id="{3480A147-D8EF-495B-87D4-351710930BF4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15" name="矩形">
            <a:extLst>
              <a:ext uri="{FF2B5EF4-FFF2-40B4-BE49-F238E27FC236}">
                <a16:creationId xmlns:a16="http://schemas.microsoft.com/office/drawing/2014/main" id="{AE16DC5F-4600-4554-BC07-77EAC748455B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16" name="矩形">
            <a:extLst>
              <a:ext uri="{FF2B5EF4-FFF2-40B4-BE49-F238E27FC236}">
                <a16:creationId xmlns:a16="http://schemas.microsoft.com/office/drawing/2014/main" id="{35D410A0-7B45-41D7-B13E-21C937681107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17" name="矩形">
            <a:extLst>
              <a:ext uri="{FF2B5EF4-FFF2-40B4-BE49-F238E27FC236}">
                <a16:creationId xmlns:a16="http://schemas.microsoft.com/office/drawing/2014/main" id="{4D3ABB92-D9F6-43BF-98B0-797EB21CF17C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18" name="矩形">
            <a:extLst>
              <a:ext uri="{FF2B5EF4-FFF2-40B4-BE49-F238E27FC236}">
                <a16:creationId xmlns:a16="http://schemas.microsoft.com/office/drawing/2014/main" id="{DDC6C69F-BE95-4E74-B925-9CDC8B64E868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19" name="矩形">
            <a:extLst>
              <a:ext uri="{FF2B5EF4-FFF2-40B4-BE49-F238E27FC236}">
                <a16:creationId xmlns:a16="http://schemas.microsoft.com/office/drawing/2014/main" id="{14686209-FBDB-4BA8-8B18-DA5058D406FD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20" name="矩形">
            <a:extLst>
              <a:ext uri="{FF2B5EF4-FFF2-40B4-BE49-F238E27FC236}">
                <a16:creationId xmlns:a16="http://schemas.microsoft.com/office/drawing/2014/main" id="{485B9108-A51C-4638-99B3-42B2F2A03078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21" name="矩形">
            <a:extLst>
              <a:ext uri="{FF2B5EF4-FFF2-40B4-BE49-F238E27FC236}">
                <a16:creationId xmlns:a16="http://schemas.microsoft.com/office/drawing/2014/main" id="{6390D82C-0A39-4A62-8630-DE070D6AC2A9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22" name="矩形">
            <a:extLst>
              <a:ext uri="{FF2B5EF4-FFF2-40B4-BE49-F238E27FC236}">
                <a16:creationId xmlns:a16="http://schemas.microsoft.com/office/drawing/2014/main" id="{479E7940-312B-4415-9E29-57A04B37F0A7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23" name="矩形">
            <a:extLst>
              <a:ext uri="{FF2B5EF4-FFF2-40B4-BE49-F238E27FC236}">
                <a16:creationId xmlns:a16="http://schemas.microsoft.com/office/drawing/2014/main" id="{E4DBB701-4F64-4CB4-A9B3-CE3FE7685B59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24" name="矩形">
            <a:extLst>
              <a:ext uri="{FF2B5EF4-FFF2-40B4-BE49-F238E27FC236}">
                <a16:creationId xmlns:a16="http://schemas.microsoft.com/office/drawing/2014/main" id="{F4E5385B-38B1-4D18-85BC-7C64FA8BEC9D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25" name="矩形">
            <a:extLst>
              <a:ext uri="{FF2B5EF4-FFF2-40B4-BE49-F238E27FC236}">
                <a16:creationId xmlns:a16="http://schemas.microsoft.com/office/drawing/2014/main" id="{90D4126B-E68A-4D90-8E14-1F2686EB8DC1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26" name="矩形">
            <a:extLst>
              <a:ext uri="{FF2B5EF4-FFF2-40B4-BE49-F238E27FC236}">
                <a16:creationId xmlns:a16="http://schemas.microsoft.com/office/drawing/2014/main" id="{1D06547B-581A-4E63-A4B4-E076AF2CB5CC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27" name="矩形">
            <a:extLst>
              <a:ext uri="{FF2B5EF4-FFF2-40B4-BE49-F238E27FC236}">
                <a16:creationId xmlns:a16="http://schemas.microsoft.com/office/drawing/2014/main" id="{89A598F6-CD1E-4368-99F9-0D0D357DEAB1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28" name="矩形">
            <a:extLst>
              <a:ext uri="{FF2B5EF4-FFF2-40B4-BE49-F238E27FC236}">
                <a16:creationId xmlns:a16="http://schemas.microsoft.com/office/drawing/2014/main" id="{D467BD57-6EC5-4CB2-AFDD-4E4D87D79585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29" name="矩形">
            <a:extLst>
              <a:ext uri="{FF2B5EF4-FFF2-40B4-BE49-F238E27FC236}">
                <a16:creationId xmlns:a16="http://schemas.microsoft.com/office/drawing/2014/main" id="{624CFA3C-1580-457C-84A2-10741084B379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30" name="矩形">
            <a:extLst>
              <a:ext uri="{FF2B5EF4-FFF2-40B4-BE49-F238E27FC236}">
                <a16:creationId xmlns:a16="http://schemas.microsoft.com/office/drawing/2014/main" id="{81FDC54B-92D2-4D08-92BF-F9EF4CB90325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31" name="矩形">
            <a:extLst>
              <a:ext uri="{FF2B5EF4-FFF2-40B4-BE49-F238E27FC236}">
                <a16:creationId xmlns:a16="http://schemas.microsoft.com/office/drawing/2014/main" id="{6AC934CF-8D4C-4B77-99E3-91381B47023F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2032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2033" name="矩形">
            <a:extLst>
              <a:ext uri="{FF2B5EF4-FFF2-40B4-BE49-F238E27FC236}">
                <a16:creationId xmlns:a16="http://schemas.microsoft.com/office/drawing/2014/main" id="{4C553EA3-FA15-48AB-9402-3D00FD9F8BF1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034" name="备份：公式与字段映射">
            <a:extLst>
              <a:ext uri="{FF2B5EF4-FFF2-40B4-BE49-F238E27FC236}">
                <a16:creationId xmlns:a16="http://schemas.microsoft.com/office/drawing/2014/main" id="{76049F44-B6F7-4180-A3E5-7E051C7D30B2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备份：公式与字段映射</a:t>
            </a:r>
          </a:p>
        </p:txBody>
      </p:sp>
      <p:sp>
        <p:nvSpPr>
          <p:cNvPr id="2035" name="矩形">
            <a:extLst>
              <a:ext uri="{FF2B5EF4-FFF2-40B4-BE49-F238E27FC236}">
                <a16:creationId xmlns:a16="http://schemas.microsoft.com/office/drawing/2014/main" id="{26141CA3-0F7A-4680-8613-31CF4D3435C2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036" name="BACKUP">
            <a:extLst>
              <a:ext uri="{FF2B5EF4-FFF2-40B4-BE49-F238E27FC236}">
                <a16:creationId xmlns:a16="http://schemas.microsoft.com/office/drawing/2014/main" id="{09532CC2-3BF8-4900-9C2C-E859896BB8A5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BACKUP</a:t>
            </a:r>
          </a:p>
        </p:txBody>
      </p:sp>
      <p:sp>
        <p:nvSpPr>
          <p:cNvPr id="2038" name="矩形 985">
            <a:extLst>
              <a:ext uri="{FF2B5EF4-FFF2-40B4-BE49-F238E27FC236}">
                <a16:creationId xmlns:a16="http://schemas.microsoft.com/office/drawing/2014/main" id="{42FBB79A-6EFA-4E9C-AF53-CA9650B656BB}"/>
              </a:ext>
            </a:extLst>
          </p:cNvPr>
          <p:cNvSpPr>
            <a:spLocks noGrp="1"/>
          </p:cNvSpPr>
          <p:nvPr/>
        </p:nvSpPr>
        <p:spPr>
          <a:xfrm>
            <a:off x="1047750" y="1143000"/>
            <a:ext cx="9239250" cy="4191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039" name="矩形">
            <a:extLst>
              <a:ext uri="{FF2B5EF4-FFF2-40B4-BE49-F238E27FC236}">
                <a16:creationId xmlns:a16="http://schemas.microsoft.com/office/drawing/2014/main" id="{A04273F6-5E45-4E88-8DBE-47645D679D62}"/>
              </a:ext>
            </a:extLst>
          </p:cNvPr>
          <p:cNvSpPr>
            <a:spLocks noGrp="1"/>
          </p:cNvSpPr>
          <p:nvPr/>
        </p:nvSpPr>
        <p:spPr>
          <a:xfrm>
            <a:off x="1285875" y="123825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40" name="F_h">
                <a:extLst>
                  <a:ext uri="{FF2B5EF4-FFF2-40B4-BE49-F238E27FC236}">
                    <a16:creationId xmlns:a16="http://schemas.microsoft.com/office/drawing/2014/main" id="{5A12A42F-9C65-4418-AFCF-2A16C1981A4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85875" y="1238250"/>
                <a:ext cx="161309" cy="161690"/>
              </a:xfrm>
              <a:prstGeom prst="rect">
                <a:avLst/>
              </a:prstGeom>
              <a:ln w="12700"/>
            </p:spPr>
            <p:txBody>
              <a:bodyPr wrap="none" lIns="0" tIns="0" rIns="0" bIns="0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400">
                              <a:solidFill>
                                <a:srgbClr val="0052A5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sz="1400" i="1">
                              <a:solidFill>
                                <a:srgbClr val="0052A5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𝐹</m:t>
                          </m:r>
                        </m:e>
                        <m:sub>
                          <m:r>
                            <a:rPr sz="1400" i="1">
                              <a:solidFill>
                                <a:srgbClr val="0052A5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2040" name="F_h">
                <a:extLst>
                  <a:ext uri="{FF2B5EF4-FFF2-40B4-BE49-F238E27FC236}">
                    <a16:creationId xmlns:a16="http://schemas.microsoft.com/office/drawing/2014/main" id="{5A12A42F-9C65-4418-AFCF-2A16C1981A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875" y="1238250"/>
                <a:ext cx="161309" cy="161690"/>
              </a:xfrm>
              <a:prstGeom prst="rect">
                <a:avLst/>
              </a:prstGeom>
              <a:blipFill>
                <a:blip r:embed="rId6"/>
                <a:stretch>
                  <a:fillRect l="-38462" r="-38462" b="-57143"/>
                </a:stretch>
              </a:blipFill>
              <a:ln w="1270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1" name="矩形">
            <a:extLst>
              <a:ext uri="{FF2B5EF4-FFF2-40B4-BE49-F238E27FC236}">
                <a16:creationId xmlns:a16="http://schemas.microsoft.com/office/drawing/2014/main" id="{C5099B8B-F296-4BE4-97FB-0030DB9B7834}"/>
              </a:ext>
            </a:extLst>
          </p:cNvPr>
          <p:cNvSpPr>
            <a:spLocks noGrp="1"/>
          </p:cNvSpPr>
          <p:nvPr/>
        </p:nvSpPr>
        <p:spPr>
          <a:xfrm>
            <a:off x="2952750" y="1238249"/>
            <a:ext cx="29527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042" name="candidate_feasibility">
            <a:extLst>
              <a:ext uri="{FF2B5EF4-FFF2-40B4-BE49-F238E27FC236}">
                <a16:creationId xmlns:a16="http://schemas.microsoft.com/office/drawing/2014/main" id="{2F4D0367-C548-48EC-AD21-83C40B292939}"/>
              </a:ext>
            </a:extLst>
          </p:cNvPr>
          <p:cNvSpPr>
            <a:spLocks noGrp="1"/>
          </p:cNvSpPr>
          <p:nvPr/>
        </p:nvSpPr>
        <p:spPr>
          <a:xfrm>
            <a:off x="2952750" y="1238246"/>
            <a:ext cx="2952750" cy="135547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candidate_feasibility</a:t>
            </a:r>
          </a:p>
        </p:txBody>
      </p:sp>
      <p:sp>
        <p:nvSpPr>
          <p:cNvPr id="2043" name="矩形">
            <a:extLst>
              <a:ext uri="{FF2B5EF4-FFF2-40B4-BE49-F238E27FC236}">
                <a16:creationId xmlns:a16="http://schemas.microsoft.com/office/drawing/2014/main" id="{6FE0279C-8B6A-407F-8215-475389C91A13}"/>
              </a:ext>
            </a:extLst>
          </p:cNvPr>
          <p:cNvSpPr>
            <a:spLocks noGrp="1"/>
          </p:cNvSpPr>
          <p:nvPr/>
        </p:nvSpPr>
        <p:spPr>
          <a:xfrm>
            <a:off x="6477000" y="1238249"/>
            <a:ext cx="3429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044" name="硬可行性过滤">
            <a:extLst>
              <a:ext uri="{FF2B5EF4-FFF2-40B4-BE49-F238E27FC236}">
                <a16:creationId xmlns:a16="http://schemas.microsoft.com/office/drawing/2014/main" id="{A61D8DA0-2A65-4F1E-A351-F654DCA7D5C1}"/>
              </a:ext>
            </a:extLst>
          </p:cNvPr>
          <p:cNvSpPr>
            <a:spLocks noGrp="1"/>
          </p:cNvSpPr>
          <p:nvPr/>
        </p:nvSpPr>
        <p:spPr>
          <a:xfrm>
            <a:off x="6477000" y="1238246"/>
            <a:ext cx="342900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硬可行性过滤</a:t>
            </a:r>
          </a:p>
        </p:txBody>
      </p:sp>
      <p:sp>
        <p:nvSpPr>
          <p:cNvPr id="2045" name="矩形 989">
            <a:extLst>
              <a:ext uri="{FF2B5EF4-FFF2-40B4-BE49-F238E27FC236}">
                <a16:creationId xmlns:a16="http://schemas.microsoft.com/office/drawing/2014/main" id="{3A67C025-9756-40B3-B363-6D24C832E29C}"/>
              </a:ext>
            </a:extLst>
          </p:cNvPr>
          <p:cNvSpPr>
            <a:spLocks noGrp="1"/>
          </p:cNvSpPr>
          <p:nvPr/>
        </p:nvSpPr>
        <p:spPr>
          <a:xfrm>
            <a:off x="1047750" y="1695450"/>
            <a:ext cx="9239250" cy="41910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046" name="矩形">
            <a:extLst>
              <a:ext uri="{FF2B5EF4-FFF2-40B4-BE49-F238E27FC236}">
                <a16:creationId xmlns:a16="http://schemas.microsoft.com/office/drawing/2014/main" id="{852A5CB8-9B26-49AE-9D5B-057AEBEADA39}"/>
              </a:ext>
            </a:extLst>
          </p:cNvPr>
          <p:cNvSpPr>
            <a:spLocks noGrp="1"/>
          </p:cNvSpPr>
          <p:nvPr/>
        </p:nvSpPr>
        <p:spPr>
          <a:xfrm>
            <a:off x="1285875" y="179070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47" name="S_static">
                <a:extLst>
                  <a:ext uri="{FF2B5EF4-FFF2-40B4-BE49-F238E27FC236}">
                    <a16:creationId xmlns:a16="http://schemas.microsoft.com/office/drawing/2014/main" id="{B6E3C8C0-022B-4111-8E83-BD29F16FAEF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85875" y="1790700"/>
                <a:ext cx="370366" cy="164684"/>
              </a:xfrm>
              <a:prstGeom prst="rect">
                <a:avLst/>
              </a:prstGeom>
              <a:ln w="12700"/>
            </p:spPr>
            <p:txBody>
              <a:bodyPr wrap="none" lIns="0" tIns="0" rIns="0" bIns="0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400">
                              <a:solidFill>
                                <a:srgbClr val="0052A5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sz="1400" i="1">
                              <a:solidFill>
                                <a:srgbClr val="0052A5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𝑆</m:t>
                          </m:r>
                        </m:e>
                        <m:sub>
                          <m:r>
                            <a:rPr sz="1400" i="1">
                              <a:solidFill>
                                <a:srgbClr val="0052A5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𝑠𝑡𝑎𝑡𝑖𝑐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2047" name="S_static">
                <a:extLst>
                  <a:ext uri="{FF2B5EF4-FFF2-40B4-BE49-F238E27FC236}">
                    <a16:creationId xmlns:a16="http://schemas.microsoft.com/office/drawing/2014/main" id="{B6E3C8C0-022B-4111-8E83-BD29F16FAE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875" y="1790700"/>
                <a:ext cx="370366" cy="164684"/>
              </a:xfrm>
              <a:prstGeom prst="rect">
                <a:avLst/>
              </a:prstGeom>
              <a:blipFill>
                <a:blip r:embed="rId7"/>
                <a:stretch>
                  <a:fillRect l="-16667" r="-33333" b="-50000"/>
                </a:stretch>
              </a:blipFill>
              <a:ln w="1270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8" name="矩形">
            <a:extLst>
              <a:ext uri="{FF2B5EF4-FFF2-40B4-BE49-F238E27FC236}">
                <a16:creationId xmlns:a16="http://schemas.microsoft.com/office/drawing/2014/main" id="{0C76820C-DA8D-48F8-9650-41C7BEC69F1A}"/>
              </a:ext>
            </a:extLst>
          </p:cNvPr>
          <p:cNvSpPr>
            <a:spLocks noGrp="1"/>
          </p:cNvSpPr>
          <p:nvPr/>
        </p:nvSpPr>
        <p:spPr>
          <a:xfrm>
            <a:off x="2952750" y="1790699"/>
            <a:ext cx="29527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049" name="score_breakdown.overall">
            <a:extLst>
              <a:ext uri="{FF2B5EF4-FFF2-40B4-BE49-F238E27FC236}">
                <a16:creationId xmlns:a16="http://schemas.microsoft.com/office/drawing/2014/main" id="{47ABF290-5FEF-4239-AF53-C53F3F873787}"/>
              </a:ext>
            </a:extLst>
          </p:cNvPr>
          <p:cNvSpPr>
            <a:spLocks noGrp="1"/>
          </p:cNvSpPr>
          <p:nvPr/>
        </p:nvSpPr>
        <p:spPr>
          <a:xfrm>
            <a:off x="2952750" y="1790698"/>
            <a:ext cx="2952750" cy="135546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score_breakdown.overall</a:t>
            </a:r>
          </a:p>
        </p:txBody>
      </p:sp>
      <p:sp>
        <p:nvSpPr>
          <p:cNvPr id="2050" name="矩形">
            <a:extLst>
              <a:ext uri="{FF2B5EF4-FFF2-40B4-BE49-F238E27FC236}">
                <a16:creationId xmlns:a16="http://schemas.microsoft.com/office/drawing/2014/main" id="{A39A8FD8-43EB-47C8-9287-D953EF17EA2B}"/>
              </a:ext>
            </a:extLst>
          </p:cNvPr>
          <p:cNvSpPr>
            <a:spLocks noGrp="1"/>
          </p:cNvSpPr>
          <p:nvPr/>
        </p:nvSpPr>
        <p:spPr>
          <a:xfrm>
            <a:off x="6477000" y="1790699"/>
            <a:ext cx="3429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051" name="静态候选效用">
            <a:extLst>
              <a:ext uri="{FF2B5EF4-FFF2-40B4-BE49-F238E27FC236}">
                <a16:creationId xmlns:a16="http://schemas.microsoft.com/office/drawing/2014/main" id="{0135FEFD-5F8B-4245-A5B7-123AB8BFAE4B}"/>
              </a:ext>
            </a:extLst>
          </p:cNvPr>
          <p:cNvSpPr>
            <a:spLocks noGrp="1"/>
          </p:cNvSpPr>
          <p:nvPr/>
        </p:nvSpPr>
        <p:spPr>
          <a:xfrm>
            <a:off x="6477000" y="1790698"/>
            <a:ext cx="342900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静态候选效用</a:t>
            </a:r>
          </a:p>
        </p:txBody>
      </p:sp>
      <p:sp>
        <p:nvSpPr>
          <p:cNvPr id="2052" name="矩形 993">
            <a:extLst>
              <a:ext uri="{FF2B5EF4-FFF2-40B4-BE49-F238E27FC236}">
                <a16:creationId xmlns:a16="http://schemas.microsoft.com/office/drawing/2014/main" id="{E9B5F207-BE6D-4D01-B0C4-B97D56488030}"/>
              </a:ext>
            </a:extLst>
          </p:cNvPr>
          <p:cNvSpPr>
            <a:spLocks noGrp="1"/>
          </p:cNvSpPr>
          <p:nvPr/>
        </p:nvSpPr>
        <p:spPr>
          <a:xfrm>
            <a:off x="1047750" y="2247900"/>
            <a:ext cx="9239250" cy="4191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053" name="矩形">
            <a:extLst>
              <a:ext uri="{FF2B5EF4-FFF2-40B4-BE49-F238E27FC236}">
                <a16:creationId xmlns:a16="http://schemas.microsoft.com/office/drawing/2014/main" id="{6B0D82F1-AE92-4BD3-B496-7A6DD80A0054}"/>
              </a:ext>
            </a:extLst>
          </p:cNvPr>
          <p:cNvSpPr>
            <a:spLocks noGrp="1"/>
          </p:cNvSpPr>
          <p:nvPr/>
        </p:nvSpPr>
        <p:spPr>
          <a:xfrm>
            <a:off x="1285875" y="234315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54" name="G_post">
                <a:extLst>
                  <a:ext uri="{FF2B5EF4-FFF2-40B4-BE49-F238E27FC236}">
                    <a16:creationId xmlns:a16="http://schemas.microsoft.com/office/drawing/2014/main" id="{5FBE2735-1FC8-45DD-85E7-A5212592397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85875" y="2343150"/>
                <a:ext cx="331282" cy="188744"/>
              </a:xfrm>
              <a:prstGeom prst="rect">
                <a:avLst/>
              </a:prstGeom>
              <a:ln w="12700"/>
            </p:spPr>
            <p:txBody>
              <a:bodyPr wrap="none" lIns="0" tIns="0" rIns="0" bIns="0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400">
                              <a:solidFill>
                                <a:srgbClr val="0052A5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sz="1400" i="1">
                              <a:solidFill>
                                <a:srgbClr val="0052A5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𝐺</m:t>
                          </m:r>
                        </m:e>
                        <m:sub>
                          <m:r>
                            <a:rPr sz="1400" i="1">
                              <a:solidFill>
                                <a:srgbClr val="0052A5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𝑝𝑜𝑠𝑡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2054" name="G_post">
                <a:extLst>
                  <a:ext uri="{FF2B5EF4-FFF2-40B4-BE49-F238E27FC236}">
                    <a16:creationId xmlns:a16="http://schemas.microsoft.com/office/drawing/2014/main" id="{5FBE2735-1FC8-45DD-85E7-A521259239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875" y="2343150"/>
                <a:ext cx="331282" cy="188744"/>
              </a:xfrm>
              <a:prstGeom prst="rect">
                <a:avLst/>
              </a:prstGeom>
              <a:blipFill>
                <a:blip r:embed="rId8"/>
                <a:stretch>
                  <a:fillRect l="-18519" r="-29630" b="-43750"/>
                </a:stretch>
              </a:blipFill>
              <a:ln w="1270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5" name="矩形">
            <a:extLst>
              <a:ext uri="{FF2B5EF4-FFF2-40B4-BE49-F238E27FC236}">
                <a16:creationId xmlns:a16="http://schemas.microsoft.com/office/drawing/2014/main" id="{BFE87299-FBFE-4547-85D6-806B91129EBF}"/>
              </a:ext>
            </a:extLst>
          </p:cNvPr>
          <p:cNvSpPr>
            <a:spLocks noGrp="1"/>
          </p:cNvSpPr>
          <p:nvPr/>
        </p:nvSpPr>
        <p:spPr>
          <a:xfrm>
            <a:off x="2952750" y="2343149"/>
            <a:ext cx="29527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056" name="posterior_objective">
            <a:extLst>
              <a:ext uri="{FF2B5EF4-FFF2-40B4-BE49-F238E27FC236}">
                <a16:creationId xmlns:a16="http://schemas.microsoft.com/office/drawing/2014/main" id="{64689501-2493-4BC8-80DB-7356C8E9FE7B}"/>
              </a:ext>
            </a:extLst>
          </p:cNvPr>
          <p:cNvSpPr>
            <a:spLocks noGrp="1"/>
          </p:cNvSpPr>
          <p:nvPr/>
        </p:nvSpPr>
        <p:spPr>
          <a:xfrm>
            <a:off x="2952750" y="2343148"/>
            <a:ext cx="2952750" cy="135546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posterior_objective</a:t>
            </a:r>
          </a:p>
        </p:txBody>
      </p:sp>
      <p:sp>
        <p:nvSpPr>
          <p:cNvPr id="2057" name="矩形">
            <a:extLst>
              <a:ext uri="{FF2B5EF4-FFF2-40B4-BE49-F238E27FC236}">
                <a16:creationId xmlns:a16="http://schemas.microsoft.com/office/drawing/2014/main" id="{CD099919-B8F2-4D46-BB1A-C786F934F237}"/>
              </a:ext>
            </a:extLst>
          </p:cNvPr>
          <p:cNvSpPr>
            <a:spLocks noGrp="1"/>
          </p:cNvSpPr>
          <p:nvPr/>
        </p:nvSpPr>
        <p:spPr>
          <a:xfrm>
            <a:off x="6477000" y="2343149"/>
            <a:ext cx="3429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058" name="证据加权目标项">
            <a:extLst>
              <a:ext uri="{FF2B5EF4-FFF2-40B4-BE49-F238E27FC236}">
                <a16:creationId xmlns:a16="http://schemas.microsoft.com/office/drawing/2014/main" id="{350E85C0-3DA1-4896-8971-A00C8251022E}"/>
              </a:ext>
            </a:extLst>
          </p:cNvPr>
          <p:cNvSpPr>
            <a:spLocks noGrp="1"/>
          </p:cNvSpPr>
          <p:nvPr/>
        </p:nvSpPr>
        <p:spPr>
          <a:xfrm>
            <a:off x="6477000" y="2343148"/>
            <a:ext cx="342900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证据加权目标项</a:t>
            </a:r>
          </a:p>
        </p:txBody>
      </p:sp>
      <p:sp>
        <p:nvSpPr>
          <p:cNvPr id="2059" name="矩形 997">
            <a:extLst>
              <a:ext uri="{FF2B5EF4-FFF2-40B4-BE49-F238E27FC236}">
                <a16:creationId xmlns:a16="http://schemas.microsoft.com/office/drawing/2014/main" id="{3BA766FB-4C28-4D69-80ED-A0E674EDE33E}"/>
              </a:ext>
            </a:extLst>
          </p:cNvPr>
          <p:cNvSpPr>
            <a:spLocks noGrp="1"/>
          </p:cNvSpPr>
          <p:nvPr/>
        </p:nvSpPr>
        <p:spPr>
          <a:xfrm>
            <a:off x="1047750" y="2800350"/>
            <a:ext cx="9239250" cy="41910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060" name="矩形">
            <a:extLst>
              <a:ext uri="{FF2B5EF4-FFF2-40B4-BE49-F238E27FC236}">
                <a16:creationId xmlns:a16="http://schemas.microsoft.com/office/drawing/2014/main" id="{871ECC88-3881-49AB-B190-142149FDB7BB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61" name="x_t">
                <a:extLst>
                  <a:ext uri="{FF2B5EF4-FFF2-40B4-BE49-F238E27FC236}">
                    <a16:creationId xmlns:a16="http://schemas.microsoft.com/office/drawing/2014/main" id="{4B08E85B-9FF1-4E3A-B391-BD71E34F0B4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85875" y="2895600"/>
                <a:ext cx="120163" cy="124249"/>
              </a:xfrm>
              <a:prstGeom prst="rect">
                <a:avLst/>
              </a:prstGeom>
              <a:ln w="12700"/>
            </p:spPr>
            <p:txBody>
              <a:bodyPr wrap="none" lIns="0" tIns="0" rIns="0" bIns="0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400">
                              <a:solidFill>
                                <a:srgbClr val="0052A5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sz="1400" i="1">
                              <a:solidFill>
                                <a:srgbClr val="0052A5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  <m:sub>
                          <m:r>
                            <a:rPr sz="1400" i="1">
                              <a:solidFill>
                                <a:srgbClr val="0052A5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2061" name="x_t">
                <a:extLst>
                  <a:ext uri="{FF2B5EF4-FFF2-40B4-BE49-F238E27FC236}">
                    <a16:creationId xmlns:a16="http://schemas.microsoft.com/office/drawing/2014/main" id="{4B08E85B-9FF1-4E3A-B391-BD71E34F0B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875" y="2895600"/>
                <a:ext cx="120163" cy="124249"/>
              </a:xfrm>
              <a:prstGeom prst="rect">
                <a:avLst/>
              </a:prstGeom>
              <a:blipFill>
                <a:blip r:embed="rId9"/>
                <a:stretch>
                  <a:fillRect l="-40000" r="-60000" b="-110000"/>
                </a:stretch>
              </a:blipFill>
              <a:ln w="1270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2" name="矩形">
            <a:extLst>
              <a:ext uri="{FF2B5EF4-FFF2-40B4-BE49-F238E27FC236}">
                <a16:creationId xmlns:a16="http://schemas.microsoft.com/office/drawing/2014/main" id="{269A210F-F528-4A8A-819D-AB0883B16FBC}"/>
              </a:ext>
            </a:extLst>
          </p:cNvPr>
          <p:cNvSpPr>
            <a:spLocks noGrp="1"/>
          </p:cNvSpPr>
          <p:nvPr/>
        </p:nvSpPr>
        <p:spPr>
          <a:xfrm>
            <a:off x="2952750" y="2895599"/>
            <a:ext cx="29527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063" name="RuntimeState">
            <a:extLst>
              <a:ext uri="{FF2B5EF4-FFF2-40B4-BE49-F238E27FC236}">
                <a16:creationId xmlns:a16="http://schemas.microsoft.com/office/drawing/2014/main" id="{6A009A32-932A-4E53-9DB1-90897A84FDBB}"/>
              </a:ext>
            </a:extLst>
          </p:cNvPr>
          <p:cNvSpPr>
            <a:spLocks noGrp="1"/>
          </p:cNvSpPr>
          <p:nvPr/>
        </p:nvSpPr>
        <p:spPr>
          <a:xfrm>
            <a:off x="2952750" y="2895598"/>
            <a:ext cx="2952750" cy="135546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RuntimeState</a:t>
            </a:r>
          </a:p>
        </p:txBody>
      </p:sp>
      <p:sp>
        <p:nvSpPr>
          <p:cNvPr id="2064" name="矩形">
            <a:extLst>
              <a:ext uri="{FF2B5EF4-FFF2-40B4-BE49-F238E27FC236}">
                <a16:creationId xmlns:a16="http://schemas.microsoft.com/office/drawing/2014/main" id="{0A10B496-0D32-4EE7-896A-36B0D5680B32}"/>
              </a:ext>
            </a:extLst>
          </p:cNvPr>
          <p:cNvSpPr>
            <a:spLocks noGrp="1"/>
          </p:cNvSpPr>
          <p:nvPr/>
        </p:nvSpPr>
        <p:spPr>
          <a:xfrm>
            <a:off x="6477000" y="2895599"/>
            <a:ext cx="3429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065" name="五维运行时状态">
            <a:extLst>
              <a:ext uri="{FF2B5EF4-FFF2-40B4-BE49-F238E27FC236}">
                <a16:creationId xmlns:a16="http://schemas.microsoft.com/office/drawing/2014/main" id="{8E5486A0-860A-407B-876D-BB2F8D579E37}"/>
              </a:ext>
            </a:extLst>
          </p:cNvPr>
          <p:cNvSpPr>
            <a:spLocks noGrp="1"/>
          </p:cNvSpPr>
          <p:nvPr/>
        </p:nvSpPr>
        <p:spPr>
          <a:xfrm>
            <a:off x="6477000" y="2895598"/>
            <a:ext cx="342900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五维运行时状态</a:t>
            </a:r>
          </a:p>
        </p:txBody>
      </p:sp>
      <p:sp>
        <p:nvSpPr>
          <p:cNvPr id="2066" name="矩形 1001">
            <a:extLst>
              <a:ext uri="{FF2B5EF4-FFF2-40B4-BE49-F238E27FC236}">
                <a16:creationId xmlns:a16="http://schemas.microsoft.com/office/drawing/2014/main" id="{2E481F66-06F8-4E1C-8176-0BF63D3AD1F2}"/>
              </a:ext>
            </a:extLst>
          </p:cNvPr>
          <p:cNvSpPr>
            <a:spLocks noGrp="1"/>
          </p:cNvSpPr>
          <p:nvPr/>
        </p:nvSpPr>
        <p:spPr>
          <a:xfrm>
            <a:off x="1047750" y="3352800"/>
            <a:ext cx="9239250" cy="4191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067" name="矩形">
            <a:extLst>
              <a:ext uri="{FF2B5EF4-FFF2-40B4-BE49-F238E27FC236}">
                <a16:creationId xmlns:a16="http://schemas.microsoft.com/office/drawing/2014/main" id="{D3EBFAC0-1E6E-4801-B251-A00C2E25A18C}"/>
              </a:ext>
            </a:extLst>
          </p:cNvPr>
          <p:cNvSpPr>
            <a:spLocks noGrp="1"/>
          </p:cNvSpPr>
          <p:nvPr/>
        </p:nvSpPr>
        <p:spPr>
          <a:xfrm>
            <a:off x="1285875" y="344805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68" name="Delta">
                <a:extLst>
                  <a:ext uri="{FF2B5EF4-FFF2-40B4-BE49-F238E27FC236}">
                    <a16:creationId xmlns:a16="http://schemas.microsoft.com/office/drawing/2014/main" id="{F6E21495-AE5B-4546-BE50-6EFFFD94F41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85875" y="3448050"/>
                <a:ext cx="99213" cy="118771"/>
              </a:xfrm>
              <a:prstGeom prst="rect">
                <a:avLst/>
              </a:prstGeom>
              <a:ln w="12700"/>
            </p:spPr>
            <p:txBody>
              <a:bodyPr wrap="none" lIns="0" tIns="0" rIns="0" bIns="0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40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𝛥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2068" name="Delta">
                <a:extLst>
                  <a:ext uri="{FF2B5EF4-FFF2-40B4-BE49-F238E27FC236}">
                    <a16:creationId xmlns:a16="http://schemas.microsoft.com/office/drawing/2014/main" id="{F6E21495-AE5B-4546-BE50-6EFFFD94F4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875" y="3448050"/>
                <a:ext cx="99213" cy="118771"/>
              </a:xfrm>
              <a:prstGeom prst="rect">
                <a:avLst/>
              </a:prstGeom>
              <a:blipFill>
                <a:blip r:embed="rId10"/>
                <a:stretch>
                  <a:fillRect l="-62500" r="-75000" b="-100000"/>
                </a:stretch>
              </a:blipFill>
              <a:ln w="1270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9" name="矩形">
            <a:extLst>
              <a:ext uri="{FF2B5EF4-FFF2-40B4-BE49-F238E27FC236}">
                <a16:creationId xmlns:a16="http://schemas.microsoft.com/office/drawing/2014/main" id="{F8A77B42-C3FC-403E-88E0-CF6AAB7A89CC}"/>
              </a:ext>
            </a:extLst>
          </p:cNvPr>
          <p:cNvSpPr>
            <a:spLocks noGrp="1"/>
          </p:cNvSpPr>
          <p:nvPr/>
        </p:nvSpPr>
        <p:spPr>
          <a:xfrm>
            <a:off x="2952750" y="3448048"/>
            <a:ext cx="29527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070" name="runtime_adjustment">
            <a:extLst>
              <a:ext uri="{FF2B5EF4-FFF2-40B4-BE49-F238E27FC236}">
                <a16:creationId xmlns:a16="http://schemas.microsoft.com/office/drawing/2014/main" id="{B7611854-5935-4474-952B-2F9DBBFC4853}"/>
              </a:ext>
            </a:extLst>
          </p:cNvPr>
          <p:cNvSpPr>
            <a:spLocks noGrp="1"/>
          </p:cNvSpPr>
          <p:nvPr/>
        </p:nvSpPr>
        <p:spPr>
          <a:xfrm>
            <a:off x="2952750" y="3448048"/>
            <a:ext cx="2952750" cy="135546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runtime_adjustment</a:t>
            </a:r>
          </a:p>
        </p:txBody>
      </p:sp>
      <p:sp>
        <p:nvSpPr>
          <p:cNvPr id="2071" name="矩形">
            <a:extLst>
              <a:ext uri="{FF2B5EF4-FFF2-40B4-BE49-F238E27FC236}">
                <a16:creationId xmlns:a16="http://schemas.microsoft.com/office/drawing/2014/main" id="{3AE95895-5266-4423-98AA-5DCF79FA90DA}"/>
              </a:ext>
            </a:extLst>
          </p:cNvPr>
          <p:cNvSpPr>
            <a:spLocks noGrp="1"/>
          </p:cNvSpPr>
          <p:nvPr/>
        </p:nvSpPr>
        <p:spPr>
          <a:xfrm>
            <a:off x="6477000" y="3448048"/>
            <a:ext cx="3429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072" name="有界运行时修正">
            <a:extLst>
              <a:ext uri="{FF2B5EF4-FFF2-40B4-BE49-F238E27FC236}">
                <a16:creationId xmlns:a16="http://schemas.microsoft.com/office/drawing/2014/main" id="{3E0200F8-F79B-4D27-BA2F-DF72CC277A4F}"/>
              </a:ext>
            </a:extLst>
          </p:cNvPr>
          <p:cNvSpPr>
            <a:spLocks noGrp="1"/>
          </p:cNvSpPr>
          <p:nvPr/>
        </p:nvSpPr>
        <p:spPr>
          <a:xfrm>
            <a:off x="6477000" y="3448048"/>
            <a:ext cx="342900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有界运行时修正</a:t>
            </a:r>
          </a:p>
        </p:txBody>
      </p:sp>
      <p:sp>
        <p:nvSpPr>
          <p:cNvPr id="2073" name="矩形 1005">
            <a:extLst>
              <a:ext uri="{FF2B5EF4-FFF2-40B4-BE49-F238E27FC236}">
                <a16:creationId xmlns:a16="http://schemas.microsoft.com/office/drawing/2014/main" id="{B53F7581-80AF-4E35-9A7D-6BA21312B409}"/>
              </a:ext>
            </a:extLst>
          </p:cNvPr>
          <p:cNvSpPr>
            <a:spLocks noGrp="1"/>
          </p:cNvSpPr>
          <p:nvPr/>
        </p:nvSpPr>
        <p:spPr>
          <a:xfrm>
            <a:off x="1047750" y="3905250"/>
            <a:ext cx="9239250" cy="41910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074" name="矩形">
            <a:extLst>
              <a:ext uri="{FF2B5EF4-FFF2-40B4-BE49-F238E27FC236}">
                <a16:creationId xmlns:a16="http://schemas.microsoft.com/office/drawing/2014/main" id="{AD4E95EB-D8C8-4A11-9F97-DF7E537EC14C}"/>
              </a:ext>
            </a:extLst>
          </p:cNvPr>
          <p:cNvSpPr>
            <a:spLocks noGrp="1"/>
          </p:cNvSpPr>
          <p:nvPr/>
        </p:nvSpPr>
        <p:spPr>
          <a:xfrm>
            <a:off x="1285875" y="400050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75" name="U_pi">
                <a:extLst>
                  <a:ext uri="{FF2B5EF4-FFF2-40B4-BE49-F238E27FC236}">
                    <a16:creationId xmlns:a16="http://schemas.microsoft.com/office/drawing/2014/main" id="{CFB4EF2D-CD8F-45B2-80DE-BDED2988E68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85875" y="4000500"/>
                <a:ext cx="171653" cy="162826"/>
              </a:xfrm>
              <a:prstGeom prst="rect">
                <a:avLst/>
              </a:prstGeom>
              <a:ln w="12700"/>
            </p:spPr>
            <p:txBody>
              <a:bodyPr wrap="none" lIns="0" tIns="0" rIns="0" bIns="0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400">
                              <a:solidFill>
                                <a:srgbClr val="0052A5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sz="1400" i="1">
                              <a:solidFill>
                                <a:srgbClr val="0052A5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𝑈</m:t>
                          </m:r>
                        </m:e>
                        <m:sub>
                          <m:r>
                            <a:rPr sz="1400" i="1">
                              <a:solidFill>
                                <a:srgbClr val="0052A5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2075" name="U_pi">
                <a:extLst>
                  <a:ext uri="{FF2B5EF4-FFF2-40B4-BE49-F238E27FC236}">
                    <a16:creationId xmlns:a16="http://schemas.microsoft.com/office/drawing/2014/main" id="{CFB4EF2D-CD8F-45B2-80DE-BDED2988E6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875" y="4000500"/>
                <a:ext cx="171653" cy="162826"/>
              </a:xfrm>
              <a:prstGeom prst="rect">
                <a:avLst/>
              </a:prstGeom>
              <a:blipFill>
                <a:blip r:embed="rId11"/>
                <a:stretch>
                  <a:fillRect l="-35714" r="-35714" b="-50000"/>
                </a:stretch>
              </a:blipFill>
              <a:ln w="1270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76" name="矩形">
            <a:extLst>
              <a:ext uri="{FF2B5EF4-FFF2-40B4-BE49-F238E27FC236}">
                <a16:creationId xmlns:a16="http://schemas.microsoft.com/office/drawing/2014/main" id="{B7655361-E1B9-4776-A54D-3D71550DD88F}"/>
              </a:ext>
            </a:extLst>
          </p:cNvPr>
          <p:cNvSpPr>
            <a:spLocks noGrp="1"/>
          </p:cNvSpPr>
          <p:nvPr/>
        </p:nvSpPr>
        <p:spPr>
          <a:xfrm>
            <a:off x="2952750" y="4000498"/>
            <a:ext cx="29527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077" name="final_score">
            <a:extLst>
              <a:ext uri="{FF2B5EF4-FFF2-40B4-BE49-F238E27FC236}">
                <a16:creationId xmlns:a16="http://schemas.microsoft.com/office/drawing/2014/main" id="{F77ABB73-1FD5-4C16-B217-42ABF3C3504B}"/>
              </a:ext>
            </a:extLst>
          </p:cNvPr>
          <p:cNvSpPr>
            <a:spLocks noGrp="1"/>
          </p:cNvSpPr>
          <p:nvPr/>
        </p:nvSpPr>
        <p:spPr>
          <a:xfrm>
            <a:off x="2952750" y="4000498"/>
            <a:ext cx="2952750" cy="135546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final_score</a:t>
            </a:r>
          </a:p>
        </p:txBody>
      </p:sp>
      <p:sp>
        <p:nvSpPr>
          <p:cNvPr id="2078" name="矩形">
            <a:extLst>
              <a:ext uri="{FF2B5EF4-FFF2-40B4-BE49-F238E27FC236}">
                <a16:creationId xmlns:a16="http://schemas.microsoft.com/office/drawing/2014/main" id="{98821271-90B6-490E-BCDA-A1AC99A8B3D0}"/>
              </a:ext>
            </a:extLst>
          </p:cNvPr>
          <p:cNvSpPr>
            <a:spLocks noGrp="1"/>
          </p:cNvSpPr>
          <p:nvPr/>
        </p:nvSpPr>
        <p:spPr>
          <a:xfrm>
            <a:off x="6477000" y="4000498"/>
            <a:ext cx="3429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079" name="候选重排效用">
            <a:extLst>
              <a:ext uri="{FF2B5EF4-FFF2-40B4-BE49-F238E27FC236}">
                <a16:creationId xmlns:a16="http://schemas.microsoft.com/office/drawing/2014/main" id="{90BB5F7F-DA0F-4495-A91B-F123A5359C1B}"/>
              </a:ext>
            </a:extLst>
          </p:cNvPr>
          <p:cNvSpPr>
            <a:spLocks noGrp="1"/>
          </p:cNvSpPr>
          <p:nvPr/>
        </p:nvSpPr>
        <p:spPr>
          <a:xfrm>
            <a:off x="6477000" y="4000498"/>
            <a:ext cx="342900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候选重排效用</a:t>
            </a:r>
          </a:p>
        </p:txBody>
      </p:sp>
      <p:sp>
        <p:nvSpPr>
          <p:cNvPr id="2080" name="矩形 1009">
            <a:extLst>
              <a:ext uri="{FF2B5EF4-FFF2-40B4-BE49-F238E27FC236}">
                <a16:creationId xmlns:a16="http://schemas.microsoft.com/office/drawing/2014/main" id="{360B4C98-7A87-4906-8FF7-E7E94EF53A50}"/>
              </a:ext>
            </a:extLst>
          </p:cNvPr>
          <p:cNvSpPr>
            <a:spLocks noGrp="1"/>
          </p:cNvSpPr>
          <p:nvPr/>
        </p:nvSpPr>
        <p:spPr>
          <a:xfrm>
            <a:off x="1047750" y="4457700"/>
            <a:ext cx="9239250" cy="4191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081" name="矩形">
            <a:extLst>
              <a:ext uri="{FF2B5EF4-FFF2-40B4-BE49-F238E27FC236}">
                <a16:creationId xmlns:a16="http://schemas.microsoft.com/office/drawing/2014/main" id="{CB00DEFB-569D-4E32-B17C-748628414F18}"/>
              </a:ext>
            </a:extLst>
          </p:cNvPr>
          <p:cNvSpPr>
            <a:spLocks noGrp="1"/>
          </p:cNvSpPr>
          <p:nvPr/>
        </p:nvSpPr>
        <p:spPr>
          <a:xfrm>
            <a:off x="1285875" y="455295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82" name="U_a">
                <a:extLst>
                  <a:ext uri="{FF2B5EF4-FFF2-40B4-BE49-F238E27FC236}">
                    <a16:creationId xmlns:a16="http://schemas.microsoft.com/office/drawing/2014/main" id="{954B23B0-CC22-4CEB-BC92-434AC4574EA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285875" y="4552950"/>
                <a:ext cx="164079" cy="161943"/>
              </a:xfrm>
              <a:prstGeom prst="rect">
                <a:avLst/>
              </a:prstGeom>
              <a:ln w="12700"/>
            </p:spPr>
            <p:txBody>
              <a:bodyPr wrap="none" lIns="0" tIns="0" rIns="0" bIns="0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400">
                              <a:solidFill>
                                <a:srgbClr val="0052A5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sz="1400" i="1">
                              <a:solidFill>
                                <a:srgbClr val="0052A5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𝑈</m:t>
                          </m:r>
                        </m:e>
                        <m:sub>
                          <m:r>
                            <a:rPr sz="1400" i="1">
                              <a:solidFill>
                                <a:srgbClr val="0052A5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2082" name="U_a">
                <a:extLst>
                  <a:ext uri="{FF2B5EF4-FFF2-40B4-BE49-F238E27FC236}">
                    <a16:creationId xmlns:a16="http://schemas.microsoft.com/office/drawing/2014/main" id="{954B23B0-CC22-4CEB-BC92-434AC4574E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875" y="4552950"/>
                <a:ext cx="164079" cy="161943"/>
              </a:xfrm>
              <a:prstGeom prst="rect">
                <a:avLst/>
              </a:prstGeom>
              <a:blipFill>
                <a:blip r:embed="rId12"/>
                <a:stretch>
                  <a:fillRect l="-35714" r="-35714" b="-50000"/>
                </a:stretch>
              </a:blipFill>
              <a:ln w="1270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3" name="矩形">
            <a:extLst>
              <a:ext uri="{FF2B5EF4-FFF2-40B4-BE49-F238E27FC236}">
                <a16:creationId xmlns:a16="http://schemas.microsoft.com/office/drawing/2014/main" id="{1DF0B04A-E125-4EFB-BE33-189C2438D765}"/>
              </a:ext>
            </a:extLst>
          </p:cNvPr>
          <p:cNvSpPr>
            <a:spLocks noGrp="1"/>
          </p:cNvSpPr>
          <p:nvPr/>
        </p:nvSpPr>
        <p:spPr>
          <a:xfrm>
            <a:off x="2952750" y="4552948"/>
            <a:ext cx="295275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084" name="ActionUtility">
            <a:extLst>
              <a:ext uri="{FF2B5EF4-FFF2-40B4-BE49-F238E27FC236}">
                <a16:creationId xmlns:a16="http://schemas.microsoft.com/office/drawing/2014/main" id="{8CA69CC5-F8AE-4F41-B108-5E7FDC5F83A5}"/>
              </a:ext>
            </a:extLst>
          </p:cNvPr>
          <p:cNvSpPr>
            <a:spLocks noGrp="1"/>
          </p:cNvSpPr>
          <p:nvPr/>
        </p:nvSpPr>
        <p:spPr>
          <a:xfrm>
            <a:off x="2952750" y="4552948"/>
            <a:ext cx="2952750" cy="135546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ActionUtility</a:t>
            </a:r>
          </a:p>
        </p:txBody>
      </p:sp>
      <p:sp>
        <p:nvSpPr>
          <p:cNvPr id="2085" name="矩形">
            <a:extLst>
              <a:ext uri="{FF2B5EF4-FFF2-40B4-BE49-F238E27FC236}">
                <a16:creationId xmlns:a16="http://schemas.microsoft.com/office/drawing/2014/main" id="{BC630AFE-BD19-4343-87D4-8505AD05261C}"/>
              </a:ext>
            </a:extLst>
          </p:cNvPr>
          <p:cNvSpPr>
            <a:spLocks noGrp="1"/>
          </p:cNvSpPr>
          <p:nvPr/>
        </p:nvSpPr>
        <p:spPr>
          <a:xfrm>
            <a:off x="6477000" y="4552948"/>
            <a:ext cx="3429000" cy="19050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086" name="恢复动作效用">
            <a:extLst>
              <a:ext uri="{FF2B5EF4-FFF2-40B4-BE49-F238E27FC236}">
                <a16:creationId xmlns:a16="http://schemas.microsoft.com/office/drawing/2014/main" id="{9EC6F1E3-552C-4912-A3C4-46FFEB0A778C}"/>
              </a:ext>
            </a:extLst>
          </p:cNvPr>
          <p:cNvSpPr>
            <a:spLocks noGrp="1"/>
          </p:cNvSpPr>
          <p:nvPr/>
        </p:nvSpPr>
        <p:spPr>
          <a:xfrm>
            <a:off x="6477000" y="4552948"/>
            <a:ext cx="342900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恢复动作效用</a:t>
            </a:r>
          </a:p>
        </p:txBody>
      </p:sp>
      <p:sp>
        <p:nvSpPr>
          <p:cNvPr id="2093" name="矩形 2092">
            <a:extLst>
              <a:ext uri="{FF2B5EF4-FFF2-40B4-BE49-F238E27FC236}">
                <a16:creationId xmlns:a16="http://schemas.microsoft.com/office/drawing/2014/main" id="{FFD07F83-1AA6-4890-9F03-7220C680407B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130811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2" name="矩形">
            <a:extLst>
              <a:ext uri="{FF2B5EF4-FFF2-40B4-BE49-F238E27FC236}">
                <a16:creationId xmlns:a16="http://schemas.microsoft.com/office/drawing/2014/main" id="{85E557E3-C5AA-4C26-A6B3-26AF2672C9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2093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2094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2095" name="矩形">
            <a:extLst>
              <a:ext uri="{FF2B5EF4-FFF2-40B4-BE49-F238E27FC236}">
                <a16:creationId xmlns:a16="http://schemas.microsoft.com/office/drawing/2014/main" id="{228574A7-AAF5-459C-B0F0-5C2E16716B03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96" name="矩形">
            <a:extLst>
              <a:ext uri="{FF2B5EF4-FFF2-40B4-BE49-F238E27FC236}">
                <a16:creationId xmlns:a16="http://schemas.microsoft.com/office/drawing/2014/main" id="{4B89BCB2-3407-415F-914E-1FFD4A8F5517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97" name="矩形">
            <a:extLst>
              <a:ext uri="{FF2B5EF4-FFF2-40B4-BE49-F238E27FC236}">
                <a16:creationId xmlns:a16="http://schemas.microsoft.com/office/drawing/2014/main" id="{504360CF-7FBF-49CA-B61C-AAC8E510BDDB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98" name="矩形">
            <a:extLst>
              <a:ext uri="{FF2B5EF4-FFF2-40B4-BE49-F238E27FC236}">
                <a16:creationId xmlns:a16="http://schemas.microsoft.com/office/drawing/2014/main" id="{C05E1794-63C8-491E-AA46-ABB06BB8AEE0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099" name="矩形">
            <a:extLst>
              <a:ext uri="{FF2B5EF4-FFF2-40B4-BE49-F238E27FC236}">
                <a16:creationId xmlns:a16="http://schemas.microsoft.com/office/drawing/2014/main" id="{0344347D-0F04-42C2-AF0A-E3D649DD29BB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00" name="矩形">
            <a:extLst>
              <a:ext uri="{FF2B5EF4-FFF2-40B4-BE49-F238E27FC236}">
                <a16:creationId xmlns:a16="http://schemas.microsoft.com/office/drawing/2014/main" id="{06A72CE7-2D26-4B23-B942-86A75F1797D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01" name="矩形">
            <a:extLst>
              <a:ext uri="{FF2B5EF4-FFF2-40B4-BE49-F238E27FC236}">
                <a16:creationId xmlns:a16="http://schemas.microsoft.com/office/drawing/2014/main" id="{F6133D67-10B9-418E-9D00-ABB510310B94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02" name="矩形">
            <a:extLst>
              <a:ext uri="{FF2B5EF4-FFF2-40B4-BE49-F238E27FC236}">
                <a16:creationId xmlns:a16="http://schemas.microsoft.com/office/drawing/2014/main" id="{2F4E73B4-B780-424E-8C0B-19176F6FB12B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03" name="矩形">
            <a:extLst>
              <a:ext uri="{FF2B5EF4-FFF2-40B4-BE49-F238E27FC236}">
                <a16:creationId xmlns:a16="http://schemas.microsoft.com/office/drawing/2014/main" id="{F154B4D3-3834-4150-8ACC-C205DBD58492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04" name="矩形">
            <a:extLst>
              <a:ext uri="{FF2B5EF4-FFF2-40B4-BE49-F238E27FC236}">
                <a16:creationId xmlns:a16="http://schemas.microsoft.com/office/drawing/2014/main" id="{7C8932DD-D331-43BA-92CC-9D3D3E019DDC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05" name="矩形">
            <a:extLst>
              <a:ext uri="{FF2B5EF4-FFF2-40B4-BE49-F238E27FC236}">
                <a16:creationId xmlns:a16="http://schemas.microsoft.com/office/drawing/2014/main" id="{CBC7F614-4D19-4AD9-A2FE-C2CA358A06CF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06" name="矩形">
            <a:extLst>
              <a:ext uri="{FF2B5EF4-FFF2-40B4-BE49-F238E27FC236}">
                <a16:creationId xmlns:a16="http://schemas.microsoft.com/office/drawing/2014/main" id="{330E71B0-E7A4-4156-B8DC-6A2BA27CA8BA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07" name="矩形">
            <a:extLst>
              <a:ext uri="{FF2B5EF4-FFF2-40B4-BE49-F238E27FC236}">
                <a16:creationId xmlns:a16="http://schemas.microsoft.com/office/drawing/2014/main" id="{40D1C6CB-6B13-49DB-9177-7507DE76C601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08" name="矩形">
            <a:extLst>
              <a:ext uri="{FF2B5EF4-FFF2-40B4-BE49-F238E27FC236}">
                <a16:creationId xmlns:a16="http://schemas.microsoft.com/office/drawing/2014/main" id="{D0EC875A-E960-484C-9891-3DABDCCDBE92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09" name="矩形">
            <a:extLst>
              <a:ext uri="{FF2B5EF4-FFF2-40B4-BE49-F238E27FC236}">
                <a16:creationId xmlns:a16="http://schemas.microsoft.com/office/drawing/2014/main" id="{8FFB97B6-90AC-469F-8B42-DC4D46DCF957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10" name="矩形">
            <a:extLst>
              <a:ext uri="{FF2B5EF4-FFF2-40B4-BE49-F238E27FC236}">
                <a16:creationId xmlns:a16="http://schemas.microsoft.com/office/drawing/2014/main" id="{E12E2740-931B-4F07-A987-EBE80E32C57E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11" name="矩形">
            <a:extLst>
              <a:ext uri="{FF2B5EF4-FFF2-40B4-BE49-F238E27FC236}">
                <a16:creationId xmlns:a16="http://schemas.microsoft.com/office/drawing/2014/main" id="{C0DB849D-29A7-4E5B-8384-A772DB265122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12" name="矩形">
            <a:extLst>
              <a:ext uri="{FF2B5EF4-FFF2-40B4-BE49-F238E27FC236}">
                <a16:creationId xmlns:a16="http://schemas.microsoft.com/office/drawing/2014/main" id="{494F8C2B-E3E2-4D61-B3AA-4BF955FB82C5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13" name="矩形">
            <a:extLst>
              <a:ext uri="{FF2B5EF4-FFF2-40B4-BE49-F238E27FC236}">
                <a16:creationId xmlns:a16="http://schemas.microsoft.com/office/drawing/2014/main" id="{A47363D2-BCFB-4C33-856A-F4B2F4B0AF4B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14" name="矩形">
            <a:extLst>
              <a:ext uri="{FF2B5EF4-FFF2-40B4-BE49-F238E27FC236}">
                <a16:creationId xmlns:a16="http://schemas.microsoft.com/office/drawing/2014/main" id="{C609B541-0686-40AD-B642-3327B025AF77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15" name="矩形">
            <a:extLst>
              <a:ext uri="{FF2B5EF4-FFF2-40B4-BE49-F238E27FC236}">
                <a16:creationId xmlns:a16="http://schemas.microsoft.com/office/drawing/2014/main" id="{9B385D3C-71EC-466A-84BE-6D00806F258D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16" name="矩形">
            <a:extLst>
              <a:ext uri="{FF2B5EF4-FFF2-40B4-BE49-F238E27FC236}">
                <a16:creationId xmlns:a16="http://schemas.microsoft.com/office/drawing/2014/main" id="{06A8761D-6854-4221-87E5-5ECF9E65470D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17" name="矩形">
            <a:extLst>
              <a:ext uri="{FF2B5EF4-FFF2-40B4-BE49-F238E27FC236}">
                <a16:creationId xmlns:a16="http://schemas.microsoft.com/office/drawing/2014/main" id="{91AD2DF1-9902-48B3-90A6-62BC7104FCBF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18" name="矩形">
            <a:extLst>
              <a:ext uri="{FF2B5EF4-FFF2-40B4-BE49-F238E27FC236}">
                <a16:creationId xmlns:a16="http://schemas.microsoft.com/office/drawing/2014/main" id="{4F630C04-3670-467C-B119-1E4BE5FED918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19" name="矩形">
            <a:extLst>
              <a:ext uri="{FF2B5EF4-FFF2-40B4-BE49-F238E27FC236}">
                <a16:creationId xmlns:a16="http://schemas.microsoft.com/office/drawing/2014/main" id="{04F881B7-EDC6-4278-999E-3D3732D30B71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20" name="矩形">
            <a:extLst>
              <a:ext uri="{FF2B5EF4-FFF2-40B4-BE49-F238E27FC236}">
                <a16:creationId xmlns:a16="http://schemas.microsoft.com/office/drawing/2014/main" id="{63388C83-FF15-47EB-BF3C-CA39CBDFDF45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21" name="矩形">
            <a:extLst>
              <a:ext uri="{FF2B5EF4-FFF2-40B4-BE49-F238E27FC236}">
                <a16:creationId xmlns:a16="http://schemas.microsoft.com/office/drawing/2014/main" id="{01161A85-08BD-4894-877B-61D710C99AD9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22" name="矩形">
            <a:extLst>
              <a:ext uri="{FF2B5EF4-FFF2-40B4-BE49-F238E27FC236}">
                <a16:creationId xmlns:a16="http://schemas.microsoft.com/office/drawing/2014/main" id="{DC61A209-0FB9-4E16-B166-736F8A08FB11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23" name="矩形">
            <a:extLst>
              <a:ext uri="{FF2B5EF4-FFF2-40B4-BE49-F238E27FC236}">
                <a16:creationId xmlns:a16="http://schemas.microsoft.com/office/drawing/2014/main" id="{05A1170E-D339-4514-B208-0EA7C78753C6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24" name="矩形">
            <a:extLst>
              <a:ext uri="{FF2B5EF4-FFF2-40B4-BE49-F238E27FC236}">
                <a16:creationId xmlns:a16="http://schemas.microsoft.com/office/drawing/2014/main" id="{EED6BAA3-1987-4DB2-B1AA-596544F6021A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25" name="矩形">
            <a:extLst>
              <a:ext uri="{FF2B5EF4-FFF2-40B4-BE49-F238E27FC236}">
                <a16:creationId xmlns:a16="http://schemas.microsoft.com/office/drawing/2014/main" id="{FE1CED1F-33F2-4603-A8B5-8B33361CF5E5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26" name="矩形">
            <a:extLst>
              <a:ext uri="{FF2B5EF4-FFF2-40B4-BE49-F238E27FC236}">
                <a16:creationId xmlns:a16="http://schemas.microsoft.com/office/drawing/2014/main" id="{B5205539-9388-4E34-954F-A487F981C782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27" name="矩形">
            <a:extLst>
              <a:ext uri="{FF2B5EF4-FFF2-40B4-BE49-F238E27FC236}">
                <a16:creationId xmlns:a16="http://schemas.microsoft.com/office/drawing/2014/main" id="{A9CE474F-E88D-4CB4-BE5E-BE68D17A38C3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28" name="矩形">
            <a:extLst>
              <a:ext uri="{FF2B5EF4-FFF2-40B4-BE49-F238E27FC236}">
                <a16:creationId xmlns:a16="http://schemas.microsoft.com/office/drawing/2014/main" id="{78C2812C-D912-48B7-B4EE-23D057235C20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29" name="矩形">
            <a:extLst>
              <a:ext uri="{FF2B5EF4-FFF2-40B4-BE49-F238E27FC236}">
                <a16:creationId xmlns:a16="http://schemas.microsoft.com/office/drawing/2014/main" id="{BB171E3D-D86B-4433-93D6-C6CB5C8E09F7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30" name="矩形">
            <a:extLst>
              <a:ext uri="{FF2B5EF4-FFF2-40B4-BE49-F238E27FC236}">
                <a16:creationId xmlns:a16="http://schemas.microsoft.com/office/drawing/2014/main" id="{C5D85F1F-A4A9-499E-8FBE-CD6057D0A707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31" name="矩形">
            <a:extLst>
              <a:ext uri="{FF2B5EF4-FFF2-40B4-BE49-F238E27FC236}">
                <a16:creationId xmlns:a16="http://schemas.microsoft.com/office/drawing/2014/main" id="{AB702863-4A17-4D74-B547-BBF4333E20E0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32" name="矩形">
            <a:extLst>
              <a:ext uri="{FF2B5EF4-FFF2-40B4-BE49-F238E27FC236}">
                <a16:creationId xmlns:a16="http://schemas.microsoft.com/office/drawing/2014/main" id="{6D61E9FA-E373-429D-9D09-CE19B7DFC949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33" name="矩形">
            <a:extLst>
              <a:ext uri="{FF2B5EF4-FFF2-40B4-BE49-F238E27FC236}">
                <a16:creationId xmlns:a16="http://schemas.microsoft.com/office/drawing/2014/main" id="{00367B02-DD79-4E35-982E-9F9F5FD70542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34" name="矩形">
            <a:extLst>
              <a:ext uri="{FF2B5EF4-FFF2-40B4-BE49-F238E27FC236}">
                <a16:creationId xmlns:a16="http://schemas.microsoft.com/office/drawing/2014/main" id="{210E2761-8C22-4BEF-9646-A9AAD77E15F2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35" name="矩形">
            <a:extLst>
              <a:ext uri="{FF2B5EF4-FFF2-40B4-BE49-F238E27FC236}">
                <a16:creationId xmlns:a16="http://schemas.microsoft.com/office/drawing/2014/main" id="{62440192-12B6-43FC-B811-7ACA670F8357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36" name="矩形">
            <a:extLst>
              <a:ext uri="{FF2B5EF4-FFF2-40B4-BE49-F238E27FC236}">
                <a16:creationId xmlns:a16="http://schemas.microsoft.com/office/drawing/2014/main" id="{E710203A-3CDF-40DC-99B3-EB1D31B87E71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37" name="矩形">
            <a:extLst>
              <a:ext uri="{FF2B5EF4-FFF2-40B4-BE49-F238E27FC236}">
                <a16:creationId xmlns:a16="http://schemas.microsoft.com/office/drawing/2014/main" id="{11B1F10E-5B9F-4151-AF0F-608CF08ACF6A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38" name="矩形">
            <a:extLst>
              <a:ext uri="{FF2B5EF4-FFF2-40B4-BE49-F238E27FC236}">
                <a16:creationId xmlns:a16="http://schemas.microsoft.com/office/drawing/2014/main" id="{514827F4-B579-4BA4-9EC1-56702774851A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39" name="矩形">
            <a:extLst>
              <a:ext uri="{FF2B5EF4-FFF2-40B4-BE49-F238E27FC236}">
                <a16:creationId xmlns:a16="http://schemas.microsoft.com/office/drawing/2014/main" id="{5C25608F-81EA-4EA0-B87B-DE10223765A3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40" name="矩形">
            <a:extLst>
              <a:ext uri="{FF2B5EF4-FFF2-40B4-BE49-F238E27FC236}">
                <a16:creationId xmlns:a16="http://schemas.microsoft.com/office/drawing/2014/main" id="{5FB71D0E-D7EA-4E3B-809D-9A6601C0C804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41" name="矩形">
            <a:extLst>
              <a:ext uri="{FF2B5EF4-FFF2-40B4-BE49-F238E27FC236}">
                <a16:creationId xmlns:a16="http://schemas.microsoft.com/office/drawing/2014/main" id="{064C99C9-D010-400B-88FB-65A89FBCB738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42" name="矩形">
            <a:extLst>
              <a:ext uri="{FF2B5EF4-FFF2-40B4-BE49-F238E27FC236}">
                <a16:creationId xmlns:a16="http://schemas.microsoft.com/office/drawing/2014/main" id="{86C781AA-09E2-45A5-ABD9-794B2A0E6CE1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43" name="矩形">
            <a:extLst>
              <a:ext uri="{FF2B5EF4-FFF2-40B4-BE49-F238E27FC236}">
                <a16:creationId xmlns:a16="http://schemas.microsoft.com/office/drawing/2014/main" id="{B5178F3E-20E9-49DA-977F-45127A05531F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44" name="矩形">
            <a:extLst>
              <a:ext uri="{FF2B5EF4-FFF2-40B4-BE49-F238E27FC236}">
                <a16:creationId xmlns:a16="http://schemas.microsoft.com/office/drawing/2014/main" id="{C554936E-E6E6-4131-ACF2-645DB826B1D2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45" name="矩形">
            <a:extLst>
              <a:ext uri="{FF2B5EF4-FFF2-40B4-BE49-F238E27FC236}">
                <a16:creationId xmlns:a16="http://schemas.microsoft.com/office/drawing/2014/main" id="{6728BA6C-6797-486D-81E1-C42298E7532A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46" name="矩形">
            <a:extLst>
              <a:ext uri="{FF2B5EF4-FFF2-40B4-BE49-F238E27FC236}">
                <a16:creationId xmlns:a16="http://schemas.microsoft.com/office/drawing/2014/main" id="{BD5AFEDD-C10F-45AF-84F5-3BD0E924F861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47" name="矩形">
            <a:extLst>
              <a:ext uri="{FF2B5EF4-FFF2-40B4-BE49-F238E27FC236}">
                <a16:creationId xmlns:a16="http://schemas.microsoft.com/office/drawing/2014/main" id="{8E5B768E-89E0-4511-80EC-39506E9376D3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48" name="矩形">
            <a:extLst>
              <a:ext uri="{FF2B5EF4-FFF2-40B4-BE49-F238E27FC236}">
                <a16:creationId xmlns:a16="http://schemas.microsoft.com/office/drawing/2014/main" id="{6ECEC8B3-2EE5-4872-9C92-F9BCACE37274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49" name="矩形">
            <a:extLst>
              <a:ext uri="{FF2B5EF4-FFF2-40B4-BE49-F238E27FC236}">
                <a16:creationId xmlns:a16="http://schemas.microsoft.com/office/drawing/2014/main" id="{355B40AC-92B1-45B3-882F-74C0F8238827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50" name="矩形">
            <a:extLst>
              <a:ext uri="{FF2B5EF4-FFF2-40B4-BE49-F238E27FC236}">
                <a16:creationId xmlns:a16="http://schemas.microsoft.com/office/drawing/2014/main" id="{FF02D8B4-17E3-42C4-933D-F15EE0D1F28F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51" name="矩形">
            <a:extLst>
              <a:ext uri="{FF2B5EF4-FFF2-40B4-BE49-F238E27FC236}">
                <a16:creationId xmlns:a16="http://schemas.microsoft.com/office/drawing/2014/main" id="{29A35F59-1690-4A70-AD2A-87004615CFF6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52" name="矩形">
            <a:extLst>
              <a:ext uri="{FF2B5EF4-FFF2-40B4-BE49-F238E27FC236}">
                <a16:creationId xmlns:a16="http://schemas.microsoft.com/office/drawing/2014/main" id="{2D53A9B0-BA5D-4C38-ABC1-83F00925AC50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53" name="矩形">
            <a:extLst>
              <a:ext uri="{FF2B5EF4-FFF2-40B4-BE49-F238E27FC236}">
                <a16:creationId xmlns:a16="http://schemas.microsoft.com/office/drawing/2014/main" id="{A067E72F-1014-40D3-AC68-0FEE084C6DED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54" name="矩形">
            <a:extLst>
              <a:ext uri="{FF2B5EF4-FFF2-40B4-BE49-F238E27FC236}">
                <a16:creationId xmlns:a16="http://schemas.microsoft.com/office/drawing/2014/main" id="{24A93938-3271-4234-B26D-7228FE852645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55" name="矩形">
            <a:extLst>
              <a:ext uri="{FF2B5EF4-FFF2-40B4-BE49-F238E27FC236}">
                <a16:creationId xmlns:a16="http://schemas.microsoft.com/office/drawing/2014/main" id="{D8377CD0-415A-4D5E-AD22-BB03BD0E352F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56" name="矩形">
            <a:extLst>
              <a:ext uri="{FF2B5EF4-FFF2-40B4-BE49-F238E27FC236}">
                <a16:creationId xmlns:a16="http://schemas.microsoft.com/office/drawing/2014/main" id="{E8E335E8-AF3B-4496-B7BF-A6884E8009C5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57" name="矩形">
            <a:extLst>
              <a:ext uri="{FF2B5EF4-FFF2-40B4-BE49-F238E27FC236}">
                <a16:creationId xmlns:a16="http://schemas.microsoft.com/office/drawing/2014/main" id="{FF5C4BAF-7254-45FE-9139-9284493CE669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58" name="矩形">
            <a:extLst>
              <a:ext uri="{FF2B5EF4-FFF2-40B4-BE49-F238E27FC236}">
                <a16:creationId xmlns:a16="http://schemas.microsoft.com/office/drawing/2014/main" id="{61207D16-7188-4187-B515-B160BB12639B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59" name="矩形">
            <a:extLst>
              <a:ext uri="{FF2B5EF4-FFF2-40B4-BE49-F238E27FC236}">
                <a16:creationId xmlns:a16="http://schemas.microsoft.com/office/drawing/2014/main" id="{1AA6E40C-4D9F-480D-A6F1-FDDC81D5A1D4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60" name="矩形">
            <a:extLst>
              <a:ext uri="{FF2B5EF4-FFF2-40B4-BE49-F238E27FC236}">
                <a16:creationId xmlns:a16="http://schemas.microsoft.com/office/drawing/2014/main" id="{AF3A705E-AA63-46F1-8064-8157CA582600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61" name="矩形">
            <a:extLst>
              <a:ext uri="{FF2B5EF4-FFF2-40B4-BE49-F238E27FC236}">
                <a16:creationId xmlns:a16="http://schemas.microsoft.com/office/drawing/2014/main" id="{ED503253-8595-447D-BA16-DE9923A5E9A5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62" name="矩形">
            <a:extLst>
              <a:ext uri="{FF2B5EF4-FFF2-40B4-BE49-F238E27FC236}">
                <a16:creationId xmlns:a16="http://schemas.microsoft.com/office/drawing/2014/main" id="{A9F237A7-6619-4559-AE87-24173A23895C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63" name="矩形">
            <a:extLst>
              <a:ext uri="{FF2B5EF4-FFF2-40B4-BE49-F238E27FC236}">
                <a16:creationId xmlns:a16="http://schemas.microsoft.com/office/drawing/2014/main" id="{867BDFCA-53C0-4003-8EB9-50D011C198E1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2164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2165" name="矩形">
            <a:extLst>
              <a:ext uri="{FF2B5EF4-FFF2-40B4-BE49-F238E27FC236}">
                <a16:creationId xmlns:a16="http://schemas.microsoft.com/office/drawing/2014/main" id="{A0C2241E-2EA4-48D3-95B9-21F86FC221F7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166" name="备份：ProteinToolKG 如何约束工具链">
            <a:extLst>
              <a:ext uri="{FF2B5EF4-FFF2-40B4-BE49-F238E27FC236}">
                <a16:creationId xmlns:a16="http://schemas.microsoft.com/office/drawing/2014/main" id="{01887E49-4EAB-4B49-9D4A-0B2E290CFA9B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备份：ProteinToolKG 如何约束工具链</a:t>
            </a:r>
          </a:p>
        </p:txBody>
      </p:sp>
      <p:sp>
        <p:nvSpPr>
          <p:cNvPr id="2167" name="矩形">
            <a:extLst>
              <a:ext uri="{FF2B5EF4-FFF2-40B4-BE49-F238E27FC236}">
                <a16:creationId xmlns:a16="http://schemas.microsoft.com/office/drawing/2014/main" id="{DF96C471-2C45-4C28-9CE6-37B58A471404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168" name="BACKUP">
            <a:extLst>
              <a:ext uri="{FF2B5EF4-FFF2-40B4-BE49-F238E27FC236}">
                <a16:creationId xmlns:a16="http://schemas.microsoft.com/office/drawing/2014/main" id="{44FF69DC-E1E4-4066-B613-68B65EDD67A5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BACKUP</a:t>
            </a:r>
          </a:p>
        </p:txBody>
      </p:sp>
      <p:sp>
        <p:nvSpPr>
          <p:cNvPr id="2170" name="矩形 985">
            <a:extLst>
              <a:ext uri="{FF2B5EF4-FFF2-40B4-BE49-F238E27FC236}">
                <a16:creationId xmlns:a16="http://schemas.microsoft.com/office/drawing/2014/main" id="{7F8E63F4-7CE2-4783-84EC-F70105BEC473}"/>
              </a:ext>
            </a:extLst>
          </p:cNvPr>
          <p:cNvSpPr>
            <a:spLocks noGrp="1"/>
          </p:cNvSpPr>
          <p:nvPr/>
        </p:nvSpPr>
        <p:spPr>
          <a:xfrm>
            <a:off x="1562100" y="990600"/>
            <a:ext cx="9067800" cy="52578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pic>
        <p:nvPicPr>
          <p:cNvPr id="2171" name="图片 98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7267" y="1000125"/>
            <a:ext cx="9037465" cy="5238750"/>
          </a:xfrm>
          <a:prstGeom prst="rect">
            <a:avLst/>
          </a:prstGeom>
        </p:spPr>
      </p:pic>
      <p:sp>
        <p:nvSpPr>
          <p:cNvPr id="2172" name="矩形 987">
            <a:extLst>
              <a:ext uri="{FF2B5EF4-FFF2-40B4-BE49-F238E27FC236}">
                <a16:creationId xmlns:a16="http://schemas.microsoft.com/office/drawing/2014/main" id="{FBDB3EFE-EF84-4BC5-AD42-32951302AEEF}"/>
              </a:ext>
            </a:extLst>
          </p:cNvPr>
          <p:cNvSpPr>
            <a:spLocks noGrp="1"/>
          </p:cNvSpPr>
          <p:nvPr/>
        </p:nvSpPr>
        <p:spPr>
          <a:xfrm>
            <a:off x="1562100" y="990600"/>
            <a:ext cx="9067800" cy="525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180" name="矩形 2179">
            <a:extLst>
              <a:ext uri="{FF2B5EF4-FFF2-40B4-BE49-F238E27FC236}">
                <a16:creationId xmlns:a16="http://schemas.microsoft.com/office/drawing/2014/main" id="{8BA0605F-017C-4045-88BD-332D478C2972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9763591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8" name="矩形">
            <a:extLst>
              <a:ext uri="{FF2B5EF4-FFF2-40B4-BE49-F238E27FC236}">
                <a16:creationId xmlns:a16="http://schemas.microsoft.com/office/drawing/2014/main" id="{1B05FFA5-3D2D-41FC-BAF5-D46B7D7C97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2179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2180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2181" name="矩形">
            <a:extLst>
              <a:ext uri="{FF2B5EF4-FFF2-40B4-BE49-F238E27FC236}">
                <a16:creationId xmlns:a16="http://schemas.microsoft.com/office/drawing/2014/main" id="{FBD400FC-A398-48F1-BF0B-1634A2400AD6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82" name="矩形">
            <a:extLst>
              <a:ext uri="{FF2B5EF4-FFF2-40B4-BE49-F238E27FC236}">
                <a16:creationId xmlns:a16="http://schemas.microsoft.com/office/drawing/2014/main" id="{DFCCE117-7860-4BE6-82B4-A030526210D1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83" name="矩形">
            <a:extLst>
              <a:ext uri="{FF2B5EF4-FFF2-40B4-BE49-F238E27FC236}">
                <a16:creationId xmlns:a16="http://schemas.microsoft.com/office/drawing/2014/main" id="{F08E2DF6-D501-44A2-BD8F-0451D5D58327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84" name="矩形">
            <a:extLst>
              <a:ext uri="{FF2B5EF4-FFF2-40B4-BE49-F238E27FC236}">
                <a16:creationId xmlns:a16="http://schemas.microsoft.com/office/drawing/2014/main" id="{458ED297-F3C1-45ED-B275-94ECBBEF2692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85" name="矩形">
            <a:extLst>
              <a:ext uri="{FF2B5EF4-FFF2-40B4-BE49-F238E27FC236}">
                <a16:creationId xmlns:a16="http://schemas.microsoft.com/office/drawing/2014/main" id="{4AA0452B-0171-4801-BC98-4034F3970B6F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86" name="矩形">
            <a:extLst>
              <a:ext uri="{FF2B5EF4-FFF2-40B4-BE49-F238E27FC236}">
                <a16:creationId xmlns:a16="http://schemas.microsoft.com/office/drawing/2014/main" id="{A8DB384E-D154-4EE0-90CE-8B3E826FA1B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87" name="矩形">
            <a:extLst>
              <a:ext uri="{FF2B5EF4-FFF2-40B4-BE49-F238E27FC236}">
                <a16:creationId xmlns:a16="http://schemas.microsoft.com/office/drawing/2014/main" id="{5107A00F-72E8-4DBF-8DAD-884F84DB9DCA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88" name="矩形">
            <a:extLst>
              <a:ext uri="{FF2B5EF4-FFF2-40B4-BE49-F238E27FC236}">
                <a16:creationId xmlns:a16="http://schemas.microsoft.com/office/drawing/2014/main" id="{6ADEED16-A740-40C9-87ED-BFC0F4F517A3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89" name="矩形">
            <a:extLst>
              <a:ext uri="{FF2B5EF4-FFF2-40B4-BE49-F238E27FC236}">
                <a16:creationId xmlns:a16="http://schemas.microsoft.com/office/drawing/2014/main" id="{5B4A3948-9DD1-4D00-88D5-67AA6BB2E38F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90" name="矩形">
            <a:extLst>
              <a:ext uri="{FF2B5EF4-FFF2-40B4-BE49-F238E27FC236}">
                <a16:creationId xmlns:a16="http://schemas.microsoft.com/office/drawing/2014/main" id="{4E5CB66D-5552-4989-AA88-739F5BC9AA64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91" name="矩形">
            <a:extLst>
              <a:ext uri="{FF2B5EF4-FFF2-40B4-BE49-F238E27FC236}">
                <a16:creationId xmlns:a16="http://schemas.microsoft.com/office/drawing/2014/main" id="{056B1E32-DD65-4BF5-B8E5-921131F96A1D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92" name="矩形">
            <a:extLst>
              <a:ext uri="{FF2B5EF4-FFF2-40B4-BE49-F238E27FC236}">
                <a16:creationId xmlns:a16="http://schemas.microsoft.com/office/drawing/2014/main" id="{165148BD-F5A9-4525-BDF6-895E95FDA120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93" name="矩形">
            <a:extLst>
              <a:ext uri="{FF2B5EF4-FFF2-40B4-BE49-F238E27FC236}">
                <a16:creationId xmlns:a16="http://schemas.microsoft.com/office/drawing/2014/main" id="{39BE077A-D209-404C-8761-82FECB7CD861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94" name="矩形">
            <a:extLst>
              <a:ext uri="{FF2B5EF4-FFF2-40B4-BE49-F238E27FC236}">
                <a16:creationId xmlns:a16="http://schemas.microsoft.com/office/drawing/2014/main" id="{46E518C8-1DEA-441A-A014-70E46677CD78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95" name="矩形">
            <a:extLst>
              <a:ext uri="{FF2B5EF4-FFF2-40B4-BE49-F238E27FC236}">
                <a16:creationId xmlns:a16="http://schemas.microsoft.com/office/drawing/2014/main" id="{45DB4115-4480-4982-9E8D-1CEFA604182D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96" name="矩形">
            <a:extLst>
              <a:ext uri="{FF2B5EF4-FFF2-40B4-BE49-F238E27FC236}">
                <a16:creationId xmlns:a16="http://schemas.microsoft.com/office/drawing/2014/main" id="{4660FED7-E9C1-49BB-BD13-66DF327BACEA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97" name="矩形">
            <a:extLst>
              <a:ext uri="{FF2B5EF4-FFF2-40B4-BE49-F238E27FC236}">
                <a16:creationId xmlns:a16="http://schemas.microsoft.com/office/drawing/2014/main" id="{4E2AEF2A-0EFE-4CA7-BAB5-D3E6CCA954E6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98" name="矩形">
            <a:extLst>
              <a:ext uri="{FF2B5EF4-FFF2-40B4-BE49-F238E27FC236}">
                <a16:creationId xmlns:a16="http://schemas.microsoft.com/office/drawing/2014/main" id="{BF6EC3CC-56E5-41AA-A3D0-0A60A7C56401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199" name="矩形">
            <a:extLst>
              <a:ext uri="{FF2B5EF4-FFF2-40B4-BE49-F238E27FC236}">
                <a16:creationId xmlns:a16="http://schemas.microsoft.com/office/drawing/2014/main" id="{F01DDAD3-8ECF-434C-A8E5-EFBF6828AD57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00" name="矩形">
            <a:extLst>
              <a:ext uri="{FF2B5EF4-FFF2-40B4-BE49-F238E27FC236}">
                <a16:creationId xmlns:a16="http://schemas.microsoft.com/office/drawing/2014/main" id="{ED048B53-2B5C-41E8-9D4A-33C2D70EF87D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01" name="矩形">
            <a:extLst>
              <a:ext uri="{FF2B5EF4-FFF2-40B4-BE49-F238E27FC236}">
                <a16:creationId xmlns:a16="http://schemas.microsoft.com/office/drawing/2014/main" id="{1C8C7394-75A7-424D-AA01-6D3FEB989CCA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02" name="矩形">
            <a:extLst>
              <a:ext uri="{FF2B5EF4-FFF2-40B4-BE49-F238E27FC236}">
                <a16:creationId xmlns:a16="http://schemas.microsoft.com/office/drawing/2014/main" id="{065A8C4C-DFD2-4793-9F9A-9B44E966D577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03" name="矩形">
            <a:extLst>
              <a:ext uri="{FF2B5EF4-FFF2-40B4-BE49-F238E27FC236}">
                <a16:creationId xmlns:a16="http://schemas.microsoft.com/office/drawing/2014/main" id="{D068F211-C085-4CB7-8B1D-A3DA6124411C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04" name="矩形">
            <a:extLst>
              <a:ext uri="{FF2B5EF4-FFF2-40B4-BE49-F238E27FC236}">
                <a16:creationId xmlns:a16="http://schemas.microsoft.com/office/drawing/2014/main" id="{C4FC6CD1-089E-4F81-A058-4DD0C918F647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05" name="矩形">
            <a:extLst>
              <a:ext uri="{FF2B5EF4-FFF2-40B4-BE49-F238E27FC236}">
                <a16:creationId xmlns:a16="http://schemas.microsoft.com/office/drawing/2014/main" id="{E821D4F9-6668-40DF-9002-12964049B949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06" name="矩形">
            <a:extLst>
              <a:ext uri="{FF2B5EF4-FFF2-40B4-BE49-F238E27FC236}">
                <a16:creationId xmlns:a16="http://schemas.microsoft.com/office/drawing/2014/main" id="{144BCB97-5D02-439A-91B4-3A50C7C195BD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07" name="矩形">
            <a:extLst>
              <a:ext uri="{FF2B5EF4-FFF2-40B4-BE49-F238E27FC236}">
                <a16:creationId xmlns:a16="http://schemas.microsoft.com/office/drawing/2014/main" id="{6A86EE62-F9B1-429D-86C2-EA1D01A3A373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08" name="矩形">
            <a:extLst>
              <a:ext uri="{FF2B5EF4-FFF2-40B4-BE49-F238E27FC236}">
                <a16:creationId xmlns:a16="http://schemas.microsoft.com/office/drawing/2014/main" id="{6DE612DA-9C64-43C9-B194-A1CF9B2A1502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09" name="矩形">
            <a:extLst>
              <a:ext uri="{FF2B5EF4-FFF2-40B4-BE49-F238E27FC236}">
                <a16:creationId xmlns:a16="http://schemas.microsoft.com/office/drawing/2014/main" id="{833113F0-FBC1-429F-8FD9-413A80273535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10" name="矩形">
            <a:extLst>
              <a:ext uri="{FF2B5EF4-FFF2-40B4-BE49-F238E27FC236}">
                <a16:creationId xmlns:a16="http://schemas.microsoft.com/office/drawing/2014/main" id="{9FB85F52-2BB4-4D6D-9955-53994A2B64DD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11" name="矩形">
            <a:extLst>
              <a:ext uri="{FF2B5EF4-FFF2-40B4-BE49-F238E27FC236}">
                <a16:creationId xmlns:a16="http://schemas.microsoft.com/office/drawing/2014/main" id="{80D60CCA-9D56-46BB-9123-E178B794FC3F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12" name="矩形">
            <a:extLst>
              <a:ext uri="{FF2B5EF4-FFF2-40B4-BE49-F238E27FC236}">
                <a16:creationId xmlns:a16="http://schemas.microsoft.com/office/drawing/2014/main" id="{DE884B38-17FF-4108-A850-8D71668CE98F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13" name="矩形">
            <a:extLst>
              <a:ext uri="{FF2B5EF4-FFF2-40B4-BE49-F238E27FC236}">
                <a16:creationId xmlns:a16="http://schemas.microsoft.com/office/drawing/2014/main" id="{ACE64504-D7F7-453D-8EA8-4B63182335D8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14" name="矩形">
            <a:extLst>
              <a:ext uri="{FF2B5EF4-FFF2-40B4-BE49-F238E27FC236}">
                <a16:creationId xmlns:a16="http://schemas.microsoft.com/office/drawing/2014/main" id="{7E543D59-F644-45D6-A92A-16844A162196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15" name="矩形">
            <a:extLst>
              <a:ext uri="{FF2B5EF4-FFF2-40B4-BE49-F238E27FC236}">
                <a16:creationId xmlns:a16="http://schemas.microsoft.com/office/drawing/2014/main" id="{B97F6954-AD00-4D5D-9EE2-5C6DCA72B5C5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16" name="矩形">
            <a:extLst>
              <a:ext uri="{FF2B5EF4-FFF2-40B4-BE49-F238E27FC236}">
                <a16:creationId xmlns:a16="http://schemas.microsoft.com/office/drawing/2014/main" id="{5237E155-C1CA-4146-BD5D-173EE92E6C1F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17" name="矩形">
            <a:extLst>
              <a:ext uri="{FF2B5EF4-FFF2-40B4-BE49-F238E27FC236}">
                <a16:creationId xmlns:a16="http://schemas.microsoft.com/office/drawing/2014/main" id="{297A7EEC-88E9-4BBB-9ECD-BEE3E79D6143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18" name="矩形">
            <a:extLst>
              <a:ext uri="{FF2B5EF4-FFF2-40B4-BE49-F238E27FC236}">
                <a16:creationId xmlns:a16="http://schemas.microsoft.com/office/drawing/2014/main" id="{BC1860EF-3FA5-4FB5-A12B-857F1CDC3C36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19" name="矩形">
            <a:extLst>
              <a:ext uri="{FF2B5EF4-FFF2-40B4-BE49-F238E27FC236}">
                <a16:creationId xmlns:a16="http://schemas.microsoft.com/office/drawing/2014/main" id="{537D6BE8-E889-43BB-9FD7-D82CC24C52A6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20" name="矩形">
            <a:extLst>
              <a:ext uri="{FF2B5EF4-FFF2-40B4-BE49-F238E27FC236}">
                <a16:creationId xmlns:a16="http://schemas.microsoft.com/office/drawing/2014/main" id="{6C6C97EB-B232-4AA2-879B-DF774FE723B8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21" name="矩形">
            <a:extLst>
              <a:ext uri="{FF2B5EF4-FFF2-40B4-BE49-F238E27FC236}">
                <a16:creationId xmlns:a16="http://schemas.microsoft.com/office/drawing/2014/main" id="{BE0F4C5B-AC65-40E9-9D90-AA1A7D3838B2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22" name="矩形">
            <a:extLst>
              <a:ext uri="{FF2B5EF4-FFF2-40B4-BE49-F238E27FC236}">
                <a16:creationId xmlns:a16="http://schemas.microsoft.com/office/drawing/2014/main" id="{ECCE9392-C5AB-46E3-A253-4914ACA4C3A4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23" name="矩形">
            <a:extLst>
              <a:ext uri="{FF2B5EF4-FFF2-40B4-BE49-F238E27FC236}">
                <a16:creationId xmlns:a16="http://schemas.microsoft.com/office/drawing/2014/main" id="{34B28A16-9FF4-4EAC-9EDF-AB1E82D86337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24" name="矩形">
            <a:extLst>
              <a:ext uri="{FF2B5EF4-FFF2-40B4-BE49-F238E27FC236}">
                <a16:creationId xmlns:a16="http://schemas.microsoft.com/office/drawing/2014/main" id="{A418E7D2-93B0-4A7C-8F29-A473B74F8C12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25" name="矩形">
            <a:extLst>
              <a:ext uri="{FF2B5EF4-FFF2-40B4-BE49-F238E27FC236}">
                <a16:creationId xmlns:a16="http://schemas.microsoft.com/office/drawing/2014/main" id="{BD488FB5-6ECA-41CB-985C-2BB85E8AD578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26" name="矩形">
            <a:extLst>
              <a:ext uri="{FF2B5EF4-FFF2-40B4-BE49-F238E27FC236}">
                <a16:creationId xmlns:a16="http://schemas.microsoft.com/office/drawing/2014/main" id="{E359B283-0BE5-4252-BC6B-D2AD58B7B9AA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27" name="矩形">
            <a:extLst>
              <a:ext uri="{FF2B5EF4-FFF2-40B4-BE49-F238E27FC236}">
                <a16:creationId xmlns:a16="http://schemas.microsoft.com/office/drawing/2014/main" id="{D738B367-C3B3-4B4A-9C72-2F1878704555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28" name="矩形">
            <a:extLst>
              <a:ext uri="{FF2B5EF4-FFF2-40B4-BE49-F238E27FC236}">
                <a16:creationId xmlns:a16="http://schemas.microsoft.com/office/drawing/2014/main" id="{DF9F51F2-D828-4626-BE94-352D87B8EC2C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29" name="矩形">
            <a:extLst>
              <a:ext uri="{FF2B5EF4-FFF2-40B4-BE49-F238E27FC236}">
                <a16:creationId xmlns:a16="http://schemas.microsoft.com/office/drawing/2014/main" id="{5E2AA477-FACE-4975-99E5-7DAEFC8F5041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30" name="矩形">
            <a:extLst>
              <a:ext uri="{FF2B5EF4-FFF2-40B4-BE49-F238E27FC236}">
                <a16:creationId xmlns:a16="http://schemas.microsoft.com/office/drawing/2014/main" id="{4474A58B-8C3D-46BD-81E0-F49579906FD0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31" name="矩形">
            <a:extLst>
              <a:ext uri="{FF2B5EF4-FFF2-40B4-BE49-F238E27FC236}">
                <a16:creationId xmlns:a16="http://schemas.microsoft.com/office/drawing/2014/main" id="{A8A946D8-8892-4D0D-BE27-51177692495B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32" name="矩形">
            <a:extLst>
              <a:ext uri="{FF2B5EF4-FFF2-40B4-BE49-F238E27FC236}">
                <a16:creationId xmlns:a16="http://schemas.microsoft.com/office/drawing/2014/main" id="{21180432-F8CA-4C2D-A862-7D78E30667D8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33" name="矩形">
            <a:extLst>
              <a:ext uri="{FF2B5EF4-FFF2-40B4-BE49-F238E27FC236}">
                <a16:creationId xmlns:a16="http://schemas.microsoft.com/office/drawing/2014/main" id="{948F7B94-184C-4394-BBD6-DD875AC522EE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34" name="矩形">
            <a:extLst>
              <a:ext uri="{FF2B5EF4-FFF2-40B4-BE49-F238E27FC236}">
                <a16:creationId xmlns:a16="http://schemas.microsoft.com/office/drawing/2014/main" id="{35615EF8-D681-457F-9371-B4FBC734A9FE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35" name="矩形">
            <a:extLst>
              <a:ext uri="{FF2B5EF4-FFF2-40B4-BE49-F238E27FC236}">
                <a16:creationId xmlns:a16="http://schemas.microsoft.com/office/drawing/2014/main" id="{A77E3142-316F-4F2C-9C1B-04C9ED53D105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36" name="矩形">
            <a:extLst>
              <a:ext uri="{FF2B5EF4-FFF2-40B4-BE49-F238E27FC236}">
                <a16:creationId xmlns:a16="http://schemas.microsoft.com/office/drawing/2014/main" id="{1BB2176B-1718-4521-ABD3-0D1028CC942D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37" name="矩形">
            <a:extLst>
              <a:ext uri="{FF2B5EF4-FFF2-40B4-BE49-F238E27FC236}">
                <a16:creationId xmlns:a16="http://schemas.microsoft.com/office/drawing/2014/main" id="{5F750554-069E-4B25-8DD1-DEEEBCBA2832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38" name="矩形">
            <a:extLst>
              <a:ext uri="{FF2B5EF4-FFF2-40B4-BE49-F238E27FC236}">
                <a16:creationId xmlns:a16="http://schemas.microsoft.com/office/drawing/2014/main" id="{28B67E43-2A76-4ED7-9297-3CB43A1BBBD3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39" name="矩形">
            <a:extLst>
              <a:ext uri="{FF2B5EF4-FFF2-40B4-BE49-F238E27FC236}">
                <a16:creationId xmlns:a16="http://schemas.microsoft.com/office/drawing/2014/main" id="{E4234494-A117-4EE1-A99E-389B3D100E4E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40" name="矩形">
            <a:extLst>
              <a:ext uri="{FF2B5EF4-FFF2-40B4-BE49-F238E27FC236}">
                <a16:creationId xmlns:a16="http://schemas.microsoft.com/office/drawing/2014/main" id="{06524DA9-B67F-488F-8B92-0B6A14D6F648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41" name="矩形">
            <a:extLst>
              <a:ext uri="{FF2B5EF4-FFF2-40B4-BE49-F238E27FC236}">
                <a16:creationId xmlns:a16="http://schemas.microsoft.com/office/drawing/2014/main" id="{35DF53CC-75A5-4976-B3AB-D5EB56018907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42" name="矩形">
            <a:extLst>
              <a:ext uri="{FF2B5EF4-FFF2-40B4-BE49-F238E27FC236}">
                <a16:creationId xmlns:a16="http://schemas.microsoft.com/office/drawing/2014/main" id="{38EEE32A-2B19-4EBF-B655-660CFF6246E1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43" name="矩形">
            <a:extLst>
              <a:ext uri="{FF2B5EF4-FFF2-40B4-BE49-F238E27FC236}">
                <a16:creationId xmlns:a16="http://schemas.microsoft.com/office/drawing/2014/main" id="{C14E2911-291E-473C-B75D-557050A6E438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44" name="矩形">
            <a:extLst>
              <a:ext uri="{FF2B5EF4-FFF2-40B4-BE49-F238E27FC236}">
                <a16:creationId xmlns:a16="http://schemas.microsoft.com/office/drawing/2014/main" id="{5DBF528D-2FD8-4F60-8570-B8A57CCFD960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45" name="矩形">
            <a:extLst>
              <a:ext uri="{FF2B5EF4-FFF2-40B4-BE49-F238E27FC236}">
                <a16:creationId xmlns:a16="http://schemas.microsoft.com/office/drawing/2014/main" id="{937CC51D-D308-40C0-A4CC-62679C48C444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46" name="矩形">
            <a:extLst>
              <a:ext uri="{FF2B5EF4-FFF2-40B4-BE49-F238E27FC236}">
                <a16:creationId xmlns:a16="http://schemas.microsoft.com/office/drawing/2014/main" id="{F1149EAA-25D6-4F55-94B9-A9AC99C38416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47" name="矩形">
            <a:extLst>
              <a:ext uri="{FF2B5EF4-FFF2-40B4-BE49-F238E27FC236}">
                <a16:creationId xmlns:a16="http://schemas.microsoft.com/office/drawing/2014/main" id="{F432FCB0-8567-4154-B1B3-9D09B4C57DCC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48" name="矩形">
            <a:extLst>
              <a:ext uri="{FF2B5EF4-FFF2-40B4-BE49-F238E27FC236}">
                <a16:creationId xmlns:a16="http://schemas.microsoft.com/office/drawing/2014/main" id="{65CD45D6-D176-43E1-980C-1D62DCE102BB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49" name="矩形">
            <a:extLst>
              <a:ext uri="{FF2B5EF4-FFF2-40B4-BE49-F238E27FC236}">
                <a16:creationId xmlns:a16="http://schemas.microsoft.com/office/drawing/2014/main" id="{42957E65-57CF-42B5-9CF7-65A1BD703E97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2250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2251" name="矩形">
            <a:extLst>
              <a:ext uri="{FF2B5EF4-FFF2-40B4-BE49-F238E27FC236}">
                <a16:creationId xmlns:a16="http://schemas.microsoft.com/office/drawing/2014/main" id="{49DDCF13-01E0-4194-8566-315459044816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252" name="备份：失败样本与恢复边界">
            <a:extLst>
              <a:ext uri="{FF2B5EF4-FFF2-40B4-BE49-F238E27FC236}">
                <a16:creationId xmlns:a16="http://schemas.microsoft.com/office/drawing/2014/main" id="{D3E20115-BD51-48A9-9A46-232DA2BAF837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备份：失败样本与恢复边界</a:t>
            </a:r>
          </a:p>
        </p:txBody>
      </p:sp>
      <p:sp>
        <p:nvSpPr>
          <p:cNvPr id="2253" name="矩形">
            <a:extLst>
              <a:ext uri="{FF2B5EF4-FFF2-40B4-BE49-F238E27FC236}">
                <a16:creationId xmlns:a16="http://schemas.microsoft.com/office/drawing/2014/main" id="{38314845-0F25-469A-B5C4-3D955C0CA847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254" name="BACKUP">
            <a:extLst>
              <a:ext uri="{FF2B5EF4-FFF2-40B4-BE49-F238E27FC236}">
                <a16:creationId xmlns:a16="http://schemas.microsoft.com/office/drawing/2014/main" id="{AC2E5CE0-A8D5-42E6-978D-234C074BEC5F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BACKUP</a:t>
            </a:r>
          </a:p>
        </p:txBody>
      </p:sp>
      <p:sp>
        <p:nvSpPr>
          <p:cNvPr id="2256" name="矩形 985">
            <a:extLst>
              <a:ext uri="{FF2B5EF4-FFF2-40B4-BE49-F238E27FC236}">
                <a16:creationId xmlns:a16="http://schemas.microsoft.com/office/drawing/2014/main" id="{CAA5BA1D-D522-4A0C-8D19-447868703210}"/>
              </a:ext>
            </a:extLst>
          </p:cNvPr>
          <p:cNvSpPr>
            <a:spLocks noGrp="1"/>
          </p:cNvSpPr>
          <p:nvPr/>
        </p:nvSpPr>
        <p:spPr>
          <a:xfrm>
            <a:off x="1847850" y="990600"/>
            <a:ext cx="8496300" cy="525780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pic>
        <p:nvPicPr>
          <p:cNvPr id="2257" name="图片 98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8433" y="1000125"/>
            <a:ext cx="8475134" cy="5238750"/>
          </a:xfrm>
          <a:prstGeom prst="rect">
            <a:avLst/>
          </a:prstGeom>
        </p:spPr>
      </p:pic>
      <p:sp>
        <p:nvSpPr>
          <p:cNvPr id="2258" name="矩形 987">
            <a:extLst>
              <a:ext uri="{FF2B5EF4-FFF2-40B4-BE49-F238E27FC236}">
                <a16:creationId xmlns:a16="http://schemas.microsoft.com/office/drawing/2014/main" id="{90F8C42A-B195-4FBF-8BB5-ABDED76FFDA0}"/>
              </a:ext>
            </a:extLst>
          </p:cNvPr>
          <p:cNvSpPr>
            <a:spLocks noGrp="1"/>
          </p:cNvSpPr>
          <p:nvPr/>
        </p:nvSpPr>
        <p:spPr>
          <a:xfrm>
            <a:off x="1847850" y="990600"/>
            <a:ext cx="8496300" cy="525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266" name="矩形 2265">
            <a:extLst>
              <a:ext uri="{FF2B5EF4-FFF2-40B4-BE49-F238E27FC236}">
                <a16:creationId xmlns:a16="http://schemas.microsoft.com/office/drawing/2014/main" id="{1CEF4C54-93FA-40CB-887A-B1BE095DF304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850932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4" name="矩形">
            <a:extLst>
              <a:ext uri="{FF2B5EF4-FFF2-40B4-BE49-F238E27FC236}">
                <a16:creationId xmlns:a16="http://schemas.microsoft.com/office/drawing/2014/main" id="{2074C4D6-E5AA-4A73-9BDF-47E9B648F2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2265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</p:spPr>
      </p:pic>
      <p:pic>
        <p:nvPicPr>
          <p:cNvPr id="2266" name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4365" y="133350"/>
            <a:ext cx="690223" cy="457200"/>
          </a:xfrm>
          <a:prstGeom prst="rect">
            <a:avLst/>
          </a:prstGeom>
        </p:spPr>
      </p:pic>
      <p:sp>
        <p:nvSpPr>
          <p:cNvPr id="2267" name="矩形">
            <a:extLst>
              <a:ext uri="{FF2B5EF4-FFF2-40B4-BE49-F238E27FC236}">
                <a16:creationId xmlns:a16="http://schemas.microsoft.com/office/drawing/2014/main" id="{9DEF4D78-8056-4CF8-BA68-3E6979E8C2BF}"/>
              </a:ext>
            </a:extLst>
          </p:cNvPr>
          <p:cNvSpPr>
            <a:spLocks noGrp="1"/>
          </p:cNvSpPr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68" name="矩形">
            <a:extLst>
              <a:ext uri="{FF2B5EF4-FFF2-40B4-BE49-F238E27FC236}">
                <a16:creationId xmlns:a16="http://schemas.microsoft.com/office/drawing/2014/main" id="{3ABDD1F7-512A-40B1-8C4E-52A5D9536B16}"/>
              </a:ext>
            </a:extLst>
          </p:cNvPr>
          <p:cNvSpPr>
            <a:spLocks noGrp="1"/>
          </p:cNvSpPr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69" name="矩形">
            <a:extLst>
              <a:ext uri="{FF2B5EF4-FFF2-40B4-BE49-F238E27FC236}">
                <a16:creationId xmlns:a16="http://schemas.microsoft.com/office/drawing/2014/main" id="{BAFBD0C3-AB99-40C4-A140-5B2FA44A288E}"/>
              </a:ext>
            </a:extLst>
          </p:cNvPr>
          <p:cNvSpPr>
            <a:spLocks noGrp="1"/>
          </p:cNvSpPr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70" name="矩形">
            <a:extLst>
              <a:ext uri="{FF2B5EF4-FFF2-40B4-BE49-F238E27FC236}">
                <a16:creationId xmlns:a16="http://schemas.microsoft.com/office/drawing/2014/main" id="{89F05F3C-E813-4323-8E60-68833A81D939}"/>
              </a:ext>
            </a:extLst>
          </p:cNvPr>
          <p:cNvSpPr>
            <a:spLocks noGrp="1"/>
          </p:cNvSpPr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71" name="矩形">
            <a:extLst>
              <a:ext uri="{FF2B5EF4-FFF2-40B4-BE49-F238E27FC236}">
                <a16:creationId xmlns:a16="http://schemas.microsoft.com/office/drawing/2014/main" id="{40F49A1B-B361-418D-B392-7F27596B7ED2}"/>
              </a:ext>
            </a:extLst>
          </p:cNvPr>
          <p:cNvSpPr>
            <a:spLocks noGrp="1"/>
          </p:cNvSpPr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72" name="矩形">
            <a:extLst>
              <a:ext uri="{FF2B5EF4-FFF2-40B4-BE49-F238E27FC236}">
                <a16:creationId xmlns:a16="http://schemas.microsoft.com/office/drawing/2014/main" id="{8A5FC7FF-D7BE-4981-B7DC-A4C4F28552C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73" name="矩形">
            <a:extLst>
              <a:ext uri="{FF2B5EF4-FFF2-40B4-BE49-F238E27FC236}">
                <a16:creationId xmlns:a16="http://schemas.microsoft.com/office/drawing/2014/main" id="{4BA34312-5563-417F-B6D5-9680B50F0878}"/>
              </a:ext>
            </a:extLst>
          </p:cNvPr>
          <p:cNvSpPr>
            <a:spLocks noGrp="1"/>
          </p:cNvSpPr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74" name="矩形">
            <a:extLst>
              <a:ext uri="{FF2B5EF4-FFF2-40B4-BE49-F238E27FC236}">
                <a16:creationId xmlns:a16="http://schemas.microsoft.com/office/drawing/2014/main" id="{CA686A46-1A51-460D-A32F-302CC3ED871A}"/>
              </a:ext>
            </a:extLst>
          </p:cNvPr>
          <p:cNvSpPr>
            <a:spLocks noGrp="1"/>
          </p:cNvSpPr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75" name="矩形">
            <a:extLst>
              <a:ext uri="{FF2B5EF4-FFF2-40B4-BE49-F238E27FC236}">
                <a16:creationId xmlns:a16="http://schemas.microsoft.com/office/drawing/2014/main" id="{923BF98C-5535-4A96-B77D-1C9C8B23177E}"/>
              </a:ext>
            </a:extLst>
          </p:cNvPr>
          <p:cNvSpPr>
            <a:spLocks noGrp="1"/>
          </p:cNvSpPr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76" name="矩形">
            <a:extLst>
              <a:ext uri="{FF2B5EF4-FFF2-40B4-BE49-F238E27FC236}">
                <a16:creationId xmlns:a16="http://schemas.microsoft.com/office/drawing/2014/main" id="{12D21D01-F6AF-4D9B-962E-F6D66DC9E6F8}"/>
              </a:ext>
            </a:extLst>
          </p:cNvPr>
          <p:cNvSpPr>
            <a:spLocks noGrp="1"/>
          </p:cNvSpPr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77" name="矩形">
            <a:extLst>
              <a:ext uri="{FF2B5EF4-FFF2-40B4-BE49-F238E27FC236}">
                <a16:creationId xmlns:a16="http://schemas.microsoft.com/office/drawing/2014/main" id="{D8F622E1-1CA2-4D7E-A315-EC0E80AF8CA9}"/>
              </a:ext>
            </a:extLst>
          </p:cNvPr>
          <p:cNvSpPr>
            <a:spLocks noGrp="1"/>
          </p:cNvSpPr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78" name="矩形">
            <a:extLst>
              <a:ext uri="{FF2B5EF4-FFF2-40B4-BE49-F238E27FC236}">
                <a16:creationId xmlns:a16="http://schemas.microsoft.com/office/drawing/2014/main" id="{7C28DF3A-D9E1-4217-ADE2-AA64AC0C79A7}"/>
              </a:ext>
            </a:extLst>
          </p:cNvPr>
          <p:cNvSpPr>
            <a:spLocks noGrp="1"/>
          </p:cNvSpPr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79" name="矩形">
            <a:extLst>
              <a:ext uri="{FF2B5EF4-FFF2-40B4-BE49-F238E27FC236}">
                <a16:creationId xmlns:a16="http://schemas.microsoft.com/office/drawing/2014/main" id="{4CC9F0EE-0F39-47E9-A3C7-A3998F751F3E}"/>
              </a:ext>
            </a:extLst>
          </p:cNvPr>
          <p:cNvSpPr>
            <a:spLocks noGrp="1"/>
          </p:cNvSpPr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80" name="矩形">
            <a:extLst>
              <a:ext uri="{FF2B5EF4-FFF2-40B4-BE49-F238E27FC236}">
                <a16:creationId xmlns:a16="http://schemas.microsoft.com/office/drawing/2014/main" id="{4934356C-651F-4B6E-813D-7A1C2FC5BC31}"/>
              </a:ext>
            </a:extLst>
          </p:cNvPr>
          <p:cNvSpPr>
            <a:spLocks noGrp="1"/>
          </p:cNvSpPr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81" name="矩形">
            <a:extLst>
              <a:ext uri="{FF2B5EF4-FFF2-40B4-BE49-F238E27FC236}">
                <a16:creationId xmlns:a16="http://schemas.microsoft.com/office/drawing/2014/main" id="{2ED5E92C-E2FE-45CE-9602-731F97824618}"/>
              </a:ext>
            </a:extLst>
          </p:cNvPr>
          <p:cNvSpPr>
            <a:spLocks noGrp="1"/>
          </p:cNvSpPr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82" name="矩形">
            <a:extLst>
              <a:ext uri="{FF2B5EF4-FFF2-40B4-BE49-F238E27FC236}">
                <a16:creationId xmlns:a16="http://schemas.microsoft.com/office/drawing/2014/main" id="{DFD11218-EB5D-433E-B2A4-AEBAABC491AD}"/>
              </a:ext>
            </a:extLst>
          </p:cNvPr>
          <p:cNvSpPr>
            <a:spLocks noGrp="1"/>
          </p:cNvSpPr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83" name="矩形">
            <a:extLst>
              <a:ext uri="{FF2B5EF4-FFF2-40B4-BE49-F238E27FC236}">
                <a16:creationId xmlns:a16="http://schemas.microsoft.com/office/drawing/2014/main" id="{4B918FF6-C374-4530-B897-727BFA4158B5}"/>
              </a:ext>
            </a:extLst>
          </p:cNvPr>
          <p:cNvSpPr>
            <a:spLocks noGrp="1"/>
          </p:cNvSpPr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84" name="矩形">
            <a:extLst>
              <a:ext uri="{FF2B5EF4-FFF2-40B4-BE49-F238E27FC236}">
                <a16:creationId xmlns:a16="http://schemas.microsoft.com/office/drawing/2014/main" id="{A8C910DB-4352-4065-90D9-9C7A082682A2}"/>
              </a:ext>
            </a:extLst>
          </p:cNvPr>
          <p:cNvSpPr>
            <a:spLocks noGrp="1"/>
          </p:cNvSpPr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85" name="矩形">
            <a:extLst>
              <a:ext uri="{FF2B5EF4-FFF2-40B4-BE49-F238E27FC236}">
                <a16:creationId xmlns:a16="http://schemas.microsoft.com/office/drawing/2014/main" id="{63D1C20E-BD33-4E94-9D1E-DE98DE916BD7}"/>
              </a:ext>
            </a:extLst>
          </p:cNvPr>
          <p:cNvSpPr>
            <a:spLocks noGrp="1"/>
          </p:cNvSpPr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86" name="矩形">
            <a:extLst>
              <a:ext uri="{FF2B5EF4-FFF2-40B4-BE49-F238E27FC236}">
                <a16:creationId xmlns:a16="http://schemas.microsoft.com/office/drawing/2014/main" id="{025E4A2D-7281-48C5-AA99-0DD1D653EA1C}"/>
              </a:ext>
            </a:extLst>
          </p:cNvPr>
          <p:cNvSpPr>
            <a:spLocks noGrp="1"/>
          </p:cNvSpPr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87" name="矩形">
            <a:extLst>
              <a:ext uri="{FF2B5EF4-FFF2-40B4-BE49-F238E27FC236}">
                <a16:creationId xmlns:a16="http://schemas.microsoft.com/office/drawing/2014/main" id="{3E939AD3-F043-4C07-A495-06013F6DFC51}"/>
              </a:ext>
            </a:extLst>
          </p:cNvPr>
          <p:cNvSpPr>
            <a:spLocks noGrp="1"/>
          </p:cNvSpPr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88" name="矩形">
            <a:extLst>
              <a:ext uri="{FF2B5EF4-FFF2-40B4-BE49-F238E27FC236}">
                <a16:creationId xmlns:a16="http://schemas.microsoft.com/office/drawing/2014/main" id="{198E4F43-6E42-47C4-950A-91FA10445584}"/>
              </a:ext>
            </a:extLst>
          </p:cNvPr>
          <p:cNvSpPr>
            <a:spLocks noGrp="1"/>
          </p:cNvSpPr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89" name="矩形">
            <a:extLst>
              <a:ext uri="{FF2B5EF4-FFF2-40B4-BE49-F238E27FC236}">
                <a16:creationId xmlns:a16="http://schemas.microsoft.com/office/drawing/2014/main" id="{DE3A9BE4-C422-43DF-8C62-5C1CA90AFD02}"/>
              </a:ext>
            </a:extLst>
          </p:cNvPr>
          <p:cNvSpPr>
            <a:spLocks noGrp="1"/>
          </p:cNvSpPr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90" name="矩形">
            <a:extLst>
              <a:ext uri="{FF2B5EF4-FFF2-40B4-BE49-F238E27FC236}">
                <a16:creationId xmlns:a16="http://schemas.microsoft.com/office/drawing/2014/main" id="{158E1C72-54B9-412A-A124-E2B4ABD5D45C}"/>
              </a:ext>
            </a:extLst>
          </p:cNvPr>
          <p:cNvSpPr>
            <a:spLocks noGrp="1"/>
          </p:cNvSpPr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91" name="矩形">
            <a:extLst>
              <a:ext uri="{FF2B5EF4-FFF2-40B4-BE49-F238E27FC236}">
                <a16:creationId xmlns:a16="http://schemas.microsoft.com/office/drawing/2014/main" id="{390A996E-7CAD-4BD7-9F33-12E21CDADDD2}"/>
              </a:ext>
            </a:extLst>
          </p:cNvPr>
          <p:cNvSpPr>
            <a:spLocks noGrp="1"/>
          </p:cNvSpPr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92" name="矩形">
            <a:extLst>
              <a:ext uri="{FF2B5EF4-FFF2-40B4-BE49-F238E27FC236}">
                <a16:creationId xmlns:a16="http://schemas.microsoft.com/office/drawing/2014/main" id="{6280676F-88C0-48F9-BDB3-2FB9F42B0AD5}"/>
              </a:ext>
            </a:extLst>
          </p:cNvPr>
          <p:cNvSpPr>
            <a:spLocks noGrp="1"/>
          </p:cNvSpPr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93" name="矩形">
            <a:extLst>
              <a:ext uri="{FF2B5EF4-FFF2-40B4-BE49-F238E27FC236}">
                <a16:creationId xmlns:a16="http://schemas.microsoft.com/office/drawing/2014/main" id="{2DC2C272-3863-424A-8CDE-D790EC444054}"/>
              </a:ext>
            </a:extLst>
          </p:cNvPr>
          <p:cNvSpPr>
            <a:spLocks noGrp="1"/>
          </p:cNvSpPr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94" name="矩形">
            <a:extLst>
              <a:ext uri="{FF2B5EF4-FFF2-40B4-BE49-F238E27FC236}">
                <a16:creationId xmlns:a16="http://schemas.microsoft.com/office/drawing/2014/main" id="{F24EF301-843A-4B01-A9B9-47C394FB60DD}"/>
              </a:ext>
            </a:extLst>
          </p:cNvPr>
          <p:cNvSpPr>
            <a:spLocks noGrp="1"/>
          </p:cNvSpPr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95" name="矩形">
            <a:extLst>
              <a:ext uri="{FF2B5EF4-FFF2-40B4-BE49-F238E27FC236}">
                <a16:creationId xmlns:a16="http://schemas.microsoft.com/office/drawing/2014/main" id="{5FFC94DF-BA27-4705-93BE-7EB32834C695}"/>
              </a:ext>
            </a:extLst>
          </p:cNvPr>
          <p:cNvSpPr>
            <a:spLocks noGrp="1"/>
          </p:cNvSpPr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96" name="矩形">
            <a:extLst>
              <a:ext uri="{FF2B5EF4-FFF2-40B4-BE49-F238E27FC236}">
                <a16:creationId xmlns:a16="http://schemas.microsoft.com/office/drawing/2014/main" id="{D5AD8A54-E54F-4446-8F3E-60B5F0B97744}"/>
              </a:ext>
            </a:extLst>
          </p:cNvPr>
          <p:cNvSpPr>
            <a:spLocks noGrp="1"/>
          </p:cNvSpPr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97" name="矩形">
            <a:extLst>
              <a:ext uri="{FF2B5EF4-FFF2-40B4-BE49-F238E27FC236}">
                <a16:creationId xmlns:a16="http://schemas.microsoft.com/office/drawing/2014/main" id="{83C5DFFB-31B7-4965-99BA-66C378BECA2C}"/>
              </a:ext>
            </a:extLst>
          </p:cNvPr>
          <p:cNvSpPr>
            <a:spLocks noGrp="1"/>
          </p:cNvSpPr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98" name="矩形">
            <a:extLst>
              <a:ext uri="{FF2B5EF4-FFF2-40B4-BE49-F238E27FC236}">
                <a16:creationId xmlns:a16="http://schemas.microsoft.com/office/drawing/2014/main" id="{65A85377-08BD-4D9D-ACD0-1150DCD8EC2C}"/>
              </a:ext>
            </a:extLst>
          </p:cNvPr>
          <p:cNvSpPr>
            <a:spLocks noGrp="1"/>
          </p:cNvSpPr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299" name="矩形">
            <a:extLst>
              <a:ext uri="{FF2B5EF4-FFF2-40B4-BE49-F238E27FC236}">
                <a16:creationId xmlns:a16="http://schemas.microsoft.com/office/drawing/2014/main" id="{E99C9BE8-E514-439F-9E44-6DCB9FA04C76}"/>
              </a:ext>
            </a:extLst>
          </p:cNvPr>
          <p:cNvSpPr>
            <a:spLocks noGrp="1"/>
          </p:cNvSpPr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00" name="矩形">
            <a:extLst>
              <a:ext uri="{FF2B5EF4-FFF2-40B4-BE49-F238E27FC236}">
                <a16:creationId xmlns:a16="http://schemas.microsoft.com/office/drawing/2014/main" id="{D28A1644-5F10-4CDA-8CCE-31E815502C2B}"/>
              </a:ext>
            </a:extLst>
          </p:cNvPr>
          <p:cNvSpPr>
            <a:spLocks noGrp="1"/>
          </p:cNvSpPr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01" name="矩形">
            <a:extLst>
              <a:ext uri="{FF2B5EF4-FFF2-40B4-BE49-F238E27FC236}">
                <a16:creationId xmlns:a16="http://schemas.microsoft.com/office/drawing/2014/main" id="{7102FD19-0C35-4BB5-89AA-426A54BE546C}"/>
              </a:ext>
            </a:extLst>
          </p:cNvPr>
          <p:cNvSpPr>
            <a:spLocks noGrp="1"/>
          </p:cNvSpPr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02" name="矩形">
            <a:extLst>
              <a:ext uri="{FF2B5EF4-FFF2-40B4-BE49-F238E27FC236}">
                <a16:creationId xmlns:a16="http://schemas.microsoft.com/office/drawing/2014/main" id="{6EF79BF0-9809-479D-AC0E-2DF5EC38EBA7}"/>
              </a:ext>
            </a:extLst>
          </p:cNvPr>
          <p:cNvSpPr>
            <a:spLocks noGrp="1"/>
          </p:cNvSpPr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03" name="矩形">
            <a:extLst>
              <a:ext uri="{FF2B5EF4-FFF2-40B4-BE49-F238E27FC236}">
                <a16:creationId xmlns:a16="http://schemas.microsoft.com/office/drawing/2014/main" id="{BC378B51-A202-4B7A-BE34-3838065D7C3E}"/>
              </a:ext>
            </a:extLst>
          </p:cNvPr>
          <p:cNvSpPr>
            <a:spLocks noGrp="1"/>
          </p:cNvSpPr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04" name="矩形">
            <a:extLst>
              <a:ext uri="{FF2B5EF4-FFF2-40B4-BE49-F238E27FC236}">
                <a16:creationId xmlns:a16="http://schemas.microsoft.com/office/drawing/2014/main" id="{28CAD554-5465-4751-A5A0-CDAF8BFD51B8}"/>
              </a:ext>
            </a:extLst>
          </p:cNvPr>
          <p:cNvSpPr>
            <a:spLocks noGrp="1"/>
          </p:cNvSpPr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05" name="矩形">
            <a:extLst>
              <a:ext uri="{FF2B5EF4-FFF2-40B4-BE49-F238E27FC236}">
                <a16:creationId xmlns:a16="http://schemas.microsoft.com/office/drawing/2014/main" id="{C148FA95-D295-436B-8CE4-F82359FA6033}"/>
              </a:ext>
            </a:extLst>
          </p:cNvPr>
          <p:cNvSpPr>
            <a:spLocks noGrp="1"/>
          </p:cNvSpPr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06" name="矩形">
            <a:extLst>
              <a:ext uri="{FF2B5EF4-FFF2-40B4-BE49-F238E27FC236}">
                <a16:creationId xmlns:a16="http://schemas.microsoft.com/office/drawing/2014/main" id="{F9EDDDBD-D402-4588-BC8C-E876969086EC}"/>
              </a:ext>
            </a:extLst>
          </p:cNvPr>
          <p:cNvSpPr>
            <a:spLocks noGrp="1"/>
          </p:cNvSpPr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07" name="矩形">
            <a:extLst>
              <a:ext uri="{FF2B5EF4-FFF2-40B4-BE49-F238E27FC236}">
                <a16:creationId xmlns:a16="http://schemas.microsoft.com/office/drawing/2014/main" id="{7C7E0984-55CD-4D05-B271-54E2F33B8D29}"/>
              </a:ext>
            </a:extLst>
          </p:cNvPr>
          <p:cNvSpPr>
            <a:spLocks noGrp="1"/>
          </p:cNvSpPr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08" name="矩形">
            <a:extLst>
              <a:ext uri="{FF2B5EF4-FFF2-40B4-BE49-F238E27FC236}">
                <a16:creationId xmlns:a16="http://schemas.microsoft.com/office/drawing/2014/main" id="{CF542037-1751-4A00-AB2E-743218A68DCB}"/>
              </a:ext>
            </a:extLst>
          </p:cNvPr>
          <p:cNvSpPr>
            <a:spLocks noGrp="1"/>
          </p:cNvSpPr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09" name="矩形">
            <a:extLst>
              <a:ext uri="{FF2B5EF4-FFF2-40B4-BE49-F238E27FC236}">
                <a16:creationId xmlns:a16="http://schemas.microsoft.com/office/drawing/2014/main" id="{F8EDDD37-9A94-40C7-91E2-BA179B64E919}"/>
              </a:ext>
            </a:extLst>
          </p:cNvPr>
          <p:cNvSpPr>
            <a:spLocks noGrp="1"/>
          </p:cNvSpPr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10" name="矩形">
            <a:extLst>
              <a:ext uri="{FF2B5EF4-FFF2-40B4-BE49-F238E27FC236}">
                <a16:creationId xmlns:a16="http://schemas.microsoft.com/office/drawing/2014/main" id="{94C8D173-CD11-487F-A620-A3362DACF94A}"/>
              </a:ext>
            </a:extLst>
          </p:cNvPr>
          <p:cNvSpPr>
            <a:spLocks noGrp="1"/>
          </p:cNvSpPr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11" name="矩形">
            <a:extLst>
              <a:ext uri="{FF2B5EF4-FFF2-40B4-BE49-F238E27FC236}">
                <a16:creationId xmlns:a16="http://schemas.microsoft.com/office/drawing/2014/main" id="{108E515A-B0A0-47EB-B18A-E91ED04A55C8}"/>
              </a:ext>
            </a:extLst>
          </p:cNvPr>
          <p:cNvSpPr>
            <a:spLocks noGrp="1"/>
          </p:cNvSpPr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12" name="矩形">
            <a:extLst>
              <a:ext uri="{FF2B5EF4-FFF2-40B4-BE49-F238E27FC236}">
                <a16:creationId xmlns:a16="http://schemas.microsoft.com/office/drawing/2014/main" id="{0705EE5E-6213-43B2-8335-8EA2B2865934}"/>
              </a:ext>
            </a:extLst>
          </p:cNvPr>
          <p:cNvSpPr>
            <a:spLocks noGrp="1"/>
          </p:cNvSpPr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13" name="矩形">
            <a:extLst>
              <a:ext uri="{FF2B5EF4-FFF2-40B4-BE49-F238E27FC236}">
                <a16:creationId xmlns:a16="http://schemas.microsoft.com/office/drawing/2014/main" id="{180B301A-A2F5-4D2D-A350-183ADBC90A08}"/>
              </a:ext>
            </a:extLst>
          </p:cNvPr>
          <p:cNvSpPr>
            <a:spLocks noGrp="1"/>
          </p:cNvSpPr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14" name="矩形">
            <a:extLst>
              <a:ext uri="{FF2B5EF4-FFF2-40B4-BE49-F238E27FC236}">
                <a16:creationId xmlns:a16="http://schemas.microsoft.com/office/drawing/2014/main" id="{1741F0F7-4732-4991-962E-8EBD516EDC50}"/>
              </a:ext>
            </a:extLst>
          </p:cNvPr>
          <p:cNvSpPr>
            <a:spLocks noGrp="1"/>
          </p:cNvSpPr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15" name="矩形">
            <a:extLst>
              <a:ext uri="{FF2B5EF4-FFF2-40B4-BE49-F238E27FC236}">
                <a16:creationId xmlns:a16="http://schemas.microsoft.com/office/drawing/2014/main" id="{51E8C140-B3AD-4D44-A3A1-7E440EEA9888}"/>
              </a:ext>
            </a:extLst>
          </p:cNvPr>
          <p:cNvSpPr>
            <a:spLocks noGrp="1"/>
          </p:cNvSpPr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16" name="矩形">
            <a:extLst>
              <a:ext uri="{FF2B5EF4-FFF2-40B4-BE49-F238E27FC236}">
                <a16:creationId xmlns:a16="http://schemas.microsoft.com/office/drawing/2014/main" id="{F52D54EE-E5AB-494F-975E-FEC56CFCF204}"/>
              </a:ext>
            </a:extLst>
          </p:cNvPr>
          <p:cNvSpPr>
            <a:spLocks noGrp="1"/>
          </p:cNvSpPr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17" name="矩形">
            <a:extLst>
              <a:ext uri="{FF2B5EF4-FFF2-40B4-BE49-F238E27FC236}">
                <a16:creationId xmlns:a16="http://schemas.microsoft.com/office/drawing/2014/main" id="{1B2C5E44-E64F-4230-A239-799E74610A7A}"/>
              </a:ext>
            </a:extLst>
          </p:cNvPr>
          <p:cNvSpPr>
            <a:spLocks noGrp="1"/>
          </p:cNvSpPr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18" name="矩形">
            <a:extLst>
              <a:ext uri="{FF2B5EF4-FFF2-40B4-BE49-F238E27FC236}">
                <a16:creationId xmlns:a16="http://schemas.microsoft.com/office/drawing/2014/main" id="{8EF9E489-7FB8-4264-B9A9-B262D41617E2}"/>
              </a:ext>
            </a:extLst>
          </p:cNvPr>
          <p:cNvSpPr>
            <a:spLocks noGrp="1"/>
          </p:cNvSpPr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19" name="矩形">
            <a:extLst>
              <a:ext uri="{FF2B5EF4-FFF2-40B4-BE49-F238E27FC236}">
                <a16:creationId xmlns:a16="http://schemas.microsoft.com/office/drawing/2014/main" id="{4D1A76EC-6187-4EBD-B367-3B50CC32D8BF}"/>
              </a:ext>
            </a:extLst>
          </p:cNvPr>
          <p:cNvSpPr>
            <a:spLocks noGrp="1"/>
          </p:cNvSpPr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20" name="矩形">
            <a:extLst>
              <a:ext uri="{FF2B5EF4-FFF2-40B4-BE49-F238E27FC236}">
                <a16:creationId xmlns:a16="http://schemas.microsoft.com/office/drawing/2014/main" id="{9723E588-0E9D-46E4-B7E0-6B9C757B5B41}"/>
              </a:ext>
            </a:extLst>
          </p:cNvPr>
          <p:cNvSpPr>
            <a:spLocks noGrp="1"/>
          </p:cNvSpPr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21" name="矩形">
            <a:extLst>
              <a:ext uri="{FF2B5EF4-FFF2-40B4-BE49-F238E27FC236}">
                <a16:creationId xmlns:a16="http://schemas.microsoft.com/office/drawing/2014/main" id="{19325AAE-3957-4758-B1CC-4F33FBA4BABC}"/>
              </a:ext>
            </a:extLst>
          </p:cNvPr>
          <p:cNvSpPr>
            <a:spLocks noGrp="1"/>
          </p:cNvSpPr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22" name="矩形">
            <a:extLst>
              <a:ext uri="{FF2B5EF4-FFF2-40B4-BE49-F238E27FC236}">
                <a16:creationId xmlns:a16="http://schemas.microsoft.com/office/drawing/2014/main" id="{E3AC1C96-1A15-437C-A499-772853499396}"/>
              </a:ext>
            </a:extLst>
          </p:cNvPr>
          <p:cNvSpPr>
            <a:spLocks noGrp="1"/>
          </p:cNvSpPr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23" name="矩形">
            <a:extLst>
              <a:ext uri="{FF2B5EF4-FFF2-40B4-BE49-F238E27FC236}">
                <a16:creationId xmlns:a16="http://schemas.microsoft.com/office/drawing/2014/main" id="{8C31CE31-36D7-4915-9791-63A7C73D9D79}"/>
              </a:ext>
            </a:extLst>
          </p:cNvPr>
          <p:cNvSpPr>
            <a:spLocks noGrp="1"/>
          </p:cNvSpPr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24" name="矩形">
            <a:extLst>
              <a:ext uri="{FF2B5EF4-FFF2-40B4-BE49-F238E27FC236}">
                <a16:creationId xmlns:a16="http://schemas.microsoft.com/office/drawing/2014/main" id="{DE166655-E561-41D9-9EBD-723411D9EB67}"/>
              </a:ext>
            </a:extLst>
          </p:cNvPr>
          <p:cNvSpPr>
            <a:spLocks noGrp="1"/>
          </p:cNvSpPr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25" name="矩形">
            <a:extLst>
              <a:ext uri="{FF2B5EF4-FFF2-40B4-BE49-F238E27FC236}">
                <a16:creationId xmlns:a16="http://schemas.microsoft.com/office/drawing/2014/main" id="{1E0B1DCA-60BD-4603-9A7C-01CE2DD0F029}"/>
              </a:ext>
            </a:extLst>
          </p:cNvPr>
          <p:cNvSpPr>
            <a:spLocks noGrp="1"/>
          </p:cNvSpPr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26" name="矩形">
            <a:extLst>
              <a:ext uri="{FF2B5EF4-FFF2-40B4-BE49-F238E27FC236}">
                <a16:creationId xmlns:a16="http://schemas.microsoft.com/office/drawing/2014/main" id="{67758811-5A89-4A86-8EA0-4DD95F92EA3C}"/>
              </a:ext>
            </a:extLst>
          </p:cNvPr>
          <p:cNvSpPr>
            <a:spLocks noGrp="1"/>
          </p:cNvSpPr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27" name="矩形">
            <a:extLst>
              <a:ext uri="{FF2B5EF4-FFF2-40B4-BE49-F238E27FC236}">
                <a16:creationId xmlns:a16="http://schemas.microsoft.com/office/drawing/2014/main" id="{2D536542-9641-4BF4-A146-967302549F24}"/>
              </a:ext>
            </a:extLst>
          </p:cNvPr>
          <p:cNvSpPr>
            <a:spLocks noGrp="1"/>
          </p:cNvSpPr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28" name="矩形">
            <a:extLst>
              <a:ext uri="{FF2B5EF4-FFF2-40B4-BE49-F238E27FC236}">
                <a16:creationId xmlns:a16="http://schemas.microsoft.com/office/drawing/2014/main" id="{661CAE0B-A43C-423A-8DCA-87C6539BD355}"/>
              </a:ext>
            </a:extLst>
          </p:cNvPr>
          <p:cNvSpPr>
            <a:spLocks noGrp="1"/>
          </p:cNvSpPr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29" name="矩形">
            <a:extLst>
              <a:ext uri="{FF2B5EF4-FFF2-40B4-BE49-F238E27FC236}">
                <a16:creationId xmlns:a16="http://schemas.microsoft.com/office/drawing/2014/main" id="{273AFB39-204F-49FB-ADE3-532B7F23922A}"/>
              </a:ext>
            </a:extLst>
          </p:cNvPr>
          <p:cNvSpPr>
            <a:spLocks noGrp="1"/>
          </p:cNvSpPr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30" name="矩形">
            <a:extLst>
              <a:ext uri="{FF2B5EF4-FFF2-40B4-BE49-F238E27FC236}">
                <a16:creationId xmlns:a16="http://schemas.microsoft.com/office/drawing/2014/main" id="{3F91316F-D6D7-460A-BB33-12B5957E3E21}"/>
              </a:ext>
            </a:extLst>
          </p:cNvPr>
          <p:cNvSpPr>
            <a:spLocks noGrp="1"/>
          </p:cNvSpPr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31" name="矩形">
            <a:extLst>
              <a:ext uri="{FF2B5EF4-FFF2-40B4-BE49-F238E27FC236}">
                <a16:creationId xmlns:a16="http://schemas.microsoft.com/office/drawing/2014/main" id="{87E583D9-A0A3-467F-AC8D-E4E1750F87D8}"/>
              </a:ext>
            </a:extLst>
          </p:cNvPr>
          <p:cNvSpPr>
            <a:spLocks noGrp="1"/>
          </p:cNvSpPr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32" name="矩形">
            <a:extLst>
              <a:ext uri="{FF2B5EF4-FFF2-40B4-BE49-F238E27FC236}">
                <a16:creationId xmlns:a16="http://schemas.microsoft.com/office/drawing/2014/main" id="{370A156D-CC57-4460-9449-71094CC0432F}"/>
              </a:ext>
            </a:extLst>
          </p:cNvPr>
          <p:cNvSpPr>
            <a:spLocks noGrp="1"/>
          </p:cNvSpPr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33" name="矩形">
            <a:extLst>
              <a:ext uri="{FF2B5EF4-FFF2-40B4-BE49-F238E27FC236}">
                <a16:creationId xmlns:a16="http://schemas.microsoft.com/office/drawing/2014/main" id="{75A92C2E-555B-4A2E-938B-946E6FBC1539}"/>
              </a:ext>
            </a:extLst>
          </p:cNvPr>
          <p:cNvSpPr>
            <a:spLocks noGrp="1"/>
          </p:cNvSpPr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34" name="矩形">
            <a:extLst>
              <a:ext uri="{FF2B5EF4-FFF2-40B4-BE49-F238E27FC236}">
                <a16:creationId xmlns:a16="http://schemas.microsoft.com/office/drawing/2014/main" id="{858D2C13-AF5D-48E0-8581-6F296D685204}"/>
              </a:ext>
            </a:extLst>
          </p:cNvPr>
          <p:cNvSpPr>
            <a:spLocks noGrp="1"/>
          </p:cNvSpPr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35" name="矩形">
            <a:extLst>
              <a:ext uri="{FF2B5EF4-FFF2-40B4-BE49-F238E27FC236}">
                <a16:creationId xmlns:a16="http://schemas.microsoft.com/office/drawing/2014/main" id="{A13C1924-5E85-4352-9F24-36B1785B73DB}"/>
              </a:ext>
            </a:extLst>
          </p:cNvPr>
          <p:cNvSpPr>
            <a:spLocks noGrp="1"/>
          </p:cNvSpPr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2336" name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6535384"/>
            <a:ext cx="2000250" cy="197562"/>
          </a:xfrm>
          <a:prstGeom prst="rect">
            <a:avLst/>
          </a:prstGeom>
        </p:spPr>
      </p:pic>
      <p:sp>
        <p:nvSpPr>
          <p:cNvPr id="2337" name="矩形">
            <a:extLst>
              <a:ext uri="{FF2B5EF4-FFF2-40B4-BE49-F238E27FC236}">
                <a16:creationId xmlns:a16="http://schemas.microsoft.com/office/drawing/2014/main" id="{D087E301-A644-4E7C-AE06-77090FD23033}"/>
              </a:ext>
            </a:extLst>
          </p:cNvPr>
          <p:cNvSpPr>
            <a:spLocks noGrp="1"/>
          </p:cNvSpPr>
          <p:nvPr/>
        </p:nvSpPr>
        <p:spPr>
          <a:xfrm>
            <a:off x="1000125" y="20002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38" name="备份：测试证据索引">
            <a:extLst>
              <a:ext uri="{FF2B5EF4-FFF2-40B4-BE49-F238E27FC236}">
                <a16:creationId xmlns:a16="http://schemas.microsoft.com/office/drawing/2014/main" id="{4C131C7A-DE5F-4FED-A100-25AF782167FA}"/>
              </a:ext>
            </a:extLst>
          </p:cNvPr>
          <p:cNvSpPr>
            <a:spLocks noGrp="1"/>
          </p:cNvSpPr>
          <p:nvPr/>
        </p:nvSpPr>
        <p:spPr>
          <a:xfrm>
            <a:off x="1000125" y="238124"/>
            <a:ext cx="7239000" cy="381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备份：测试证据索引</a:t>
            </a:r>
          </a:p>
        </p:txBody>
      </p:sp>
      <p:sp>
        <p:nvSpPr>
          <p:cNvPr id="2339" name="矩形">
            <a:extLst>
              <a:ext uri="{FF2B5EF4-FFF2-40B4-BE49-F238E27FC236}">
                <a16:creationId xmlns:a16="http://schemas.microsoft.com/office/drawing/2014/main" id="{2BE24473-500A-4910-A979-780D62F28CC8}"/>
              </a:ext>
            </a:extLst>
          </p:cNvPr>
          <p:cNvSpPr>
            <a:spLocks noGrp="1"/>
          </p:cNvSpPr>
          <p:nvPr/>
        </p:nvSpPr>
        <p:spPr>
          <a:xfrm>
            <a:off x="8667750" y="2286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340" name="BACKUP">
            <a:extLst>
              <a:ext uri="{FF2B5EF4-FFF2-40B4-BE49-F238E27FC236}">
                <a16:creationId xmlns:a16="http://schemas.microsoft.com/office/drawing/2014/main" id="{93A45DE3-ADFD-46B3-B3BB-6C72BD3A406B}"/>
              </a:ext>
            </a:extLst>
          </p:cNvPr>
          <p:cNvSpPr>
            <a:spLocks noGrp="1"/>
          </p:cNvSpPr>
          <p:nvPr/>
        </p:nvSpPr>
        <p:spPr>
          <a:xfrm>
            <a:off x="8667750" y="269872"/>
            <a:ext cx="1428750" cy="127001"/>
          </a:xfrm>
          <a:prstGeom prst="rect">
            <a:avLst/>
          </a:prstGeom>
          <a:ln w="12700"/>
        </p:spPr>
        <p:txBody>
          <a:bodyPr lIns="0" tIns="0" rIns="0" bIns="0" anchor="ctr">
            <a:spAutoFit/>
          </a:bodyPr>
          <a:lstStyle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BACKUP</a:t>
            </a:r>
          </a:p>
        </p:txBody>
      </p:sp>
      <p:sp>
        <p:nvSpPr>
          <p:cNvPr id="2342" name="矩形 985">
            <a:extLst>
              <a:ext uri="{FF2B5EF4-FFF2-40B4-BE49-F238E27FC236}">
                <a16:creationId xmlns:a16="http://schemas.microsoft.com/office/drawing/2014/main" id="{7D6F8B07-2108-4F87-AA10-8424229827BD}"/>
              </a:ext>
            </a:extLst>
          </p:cNvPr>
          <p:cNvSpPr>
            <a:spLocks noGrp="1"/>
          </p:cNvSpPr>
          <p:nvPr/>
        </p:nvSpPr>
        <p:spPr>
          <a:xfrm>
            <a:off x="876300" y="1190625"/>
            <a:ext cx="9858375" cy="55245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343" name="矩形">
            <a:extLst>
              <a:ext uri="{FF2B5EF4-FFF2-40B4-BE49-F238E27FC236}">
                <a16:creationId xmlns:a16="http://schemas.microsoft.com/office/drawing/2014/main" id="{2D0A3DB6-DDF8-4A10-8321-3FE421060EB8}"/>
              </a:ext>
            </a:extLst>
          </p:cNvPr>
          <p:cNvSpPr>
            <a:spLocks noGrp="1"/>
          </p:cNvSpPr>
          <p:nvPr/>
        </p:nvSpPr>
        <p:spPr>
          <a:xfrm>
            <a:off x="1143000" y="1343025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344" name="EVD-API">
            <a:extLst>
              <a:ext uri="{FF2B5EF4-FFF2-40B4-BE49-F238E27FC236}">
                <a16:creationId xmlns:a16="http://schemas.microsoft.com/office/drawing/2014/main" id="{42BB3296-8CB4-477A-A97C-AD71F47D8015}"/>
              </a:ext>
            </a:extLst>
          </p:cNvPr>
          <p:cNvSpPr>
            <a:spLocks noGrp="1"/>
          </p:cNvSpPr>
          <p:nvPr/>
        </p:nvSpPr>
        <p:spPr>
          <a:xfrm>
            <a:off x="1143000" y="1343025"/>
            <a:ext cx="1333500" cy="172815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EVD-API</a:t>
            </a:r>
          </a:p>
        </p:txBody>
      </p:sp>
      <p:sp>
        <p:nvSpPr>
          <p:cNvPr id="2345" name="矩形">
            <a:extLst>
              <a:ext uri="{FF2B5EF4-FFF2-40B4-BE49-F238E27FC236}">
                <a16:creationId xmlns:a16="http://schemas.microsoft.com/office/drawing/2014/main" id="{984EDA36-0CE3-4485-9395-13C1C8254F07}"/>
              </a:ext>
            </a:extLst>
          </p:cNvPr>
          <p:cNvSpPr>
            <a:spLocks noGrp="1"/>
          </p:cNvSpPr>
          <p:nvPr/>
        </p:nvSpPr>
        <p:spPr>
          <a:xfrm>
            <a:off x="2857500" y="1343024"/>
            <a:ext cx="762000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46" name="8 项">
            <a:extLst>
              <a:ext uri="{FF2B5EF4-FFF2-40B4-BE49-F238E27FC236}">
                <a16:creationId xmlns:a16="http://schemas.microsoft.com/office/drawing/2014/main" id="{2EDAD05C-AA65-41B6-8FA4-D3DBEA83B51A}"/>
              </a:ext>
            </a:extLst>
          </p:cNvPr>
          <p:cNvSpPr>
            <a:spLocks noGrp="1"/>
          </p:cNvSpPr>
          <p:nvPr/>
        </p:nvSpPr>
        <p:spPr>
          <a:xfrm>
            <a:off x="2857500" y="1343021"/>
            <a:ext cx="762000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8 项</a:t>
            </a:r>
          </a:p>
        </p:txBody>
      </p:sp>
      <p:sp>
        <p:nvSpPr>
          <p:cNvPr id="2347" name="矩形">
            <a:extLst>
              <a:ext uri="{FF2B5EF4-FFF2-40B4-BE49-F238E27FC236}">
                <a16:creationId xmlns:a16="http://schemas.microsoft.com/office/drawing/2014/main" id="{3C610978-8E72-41C4-A028-9F28B0FFBD7F}"/>
              </a:ext>
            </a:extLst>
          </p:cNvPr>
          <p:cNvSpPr>
            <a:spLocks noGrp="1"/>
          </p:cNvSpPr>
          <p:nvPr/>
        </p:nvSpPr>
        <p:spPr>
          <a:xfrm>
            <a:off x="4095750" y="1343024"/>
            <a:ext cx="6191250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48" name="健康检查、readiness、任务详情、事件、报告、pending action">
            <a:extLst>
              <a:ext uri="{FF2B5EF4-FFF2-40B4-BE49-F238E27FC236}">
                <a16:creationId xmlns:a16="http://schemas.microsoft.com/office/drawing/2014/main" id="{FA964329-C681-4B51-96D2-38B4D17F0970}"/>
              </a:ext>
            </a:extLst>
          </p:cNvPr>
          <p:cNvSpPr>
            <a:spLocks noGrp="1"/>
          </p:cNvSpPr>
          <p:nvPr/>
        </p:nvSpPr>
        <p:spPr>
          <a:xfrm>
            <a:off x="4095750" y="1343021"/>
            <a:ext cx="619125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健康检查、readiness、任务详情、事件、报告、pending action</a:t>
            </a:r>
          </a:p>
        </p:txBody>
      </p:sp>
      <p:sp>
        <p:nvSpPr>
          <p:cNvPr id="2349" name="矩形 989">
            <a:extLst>
              <a:ext uri="{FF2B5EF4-FFF2-40B4-BE49-F238E27FC236}">
                <a16:creationId xmlns:a16="http://schemas.microsoft.com/office/drawing/2014/main" id="{18454B1B-3421-454D-9122-42AEFC4D407A}"/>
              </a:ext>
            </a:extLst>
          </p:cNvPr>
          <p:cNvSpPr>
            <a:spLocks noGrp="1"/>
          </p:cNvSpPr>
          <p:nvPr/>
        </p:nvSpPr>
        <p:spPr>
          <a:xfrm>
            <a:off x="876300" y="1933575"/>
            <a:ext cx="9858375" cy="55245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350" name="矩形">
            <a:extLst>
              <a:ext uri="{FF2B5EF4-FFF2-40B4-BE49-F238E27FC236}">
                <a16:creationId xmlns:a16="http://schemas.microsoft.com/office/drawing/2014/main" id="{9D95919D-89FB-4F44-BBD0-AE9FA8A0095A}"/>
              </a:ext>
            </a:extLst>
          </p:cNvPr>
          <p:cNvSpPr>
            <a:spLocks noGrp="1"/>
          </p:cNvSpPr>
          <p:nvPr/>
        </p:nvSpPr>
        <p:spPr>
          <a:xfrm>
            <a:off x="1143000" y="2085975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351" name="EVD-TEST">
            <a:extLst>
              <a:ext uri="{FF2B5EF4-FFF2-40B4-BE49-F238E27FC236}">
                <a16:creationId xmlns:a16="http://schemas.microsoft.com/office/drawing/2014/main" id="{77AA4FA6-6DDA-44FB-AD5C-8E4075467836}"/>
              </a:ext>
            </a:extLst>
          </p:cNvPr>
          <p:cNvSpPr>
            <a:spLocks noGrp="1"/>
          </p:cNvSpPr>
          <p:nvPr/>
        </p:nvSpPr>
        <p:spPr>
          <a:xfrm>
            <a:off x="1143000" y="2085975"/>
            <a:ext cx="1333500" cy="172815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EVD-TEST</a:t>
            </a:r>
          </a:p>
        </p:txBody>
      </p:sp>
      <p:sp>
        <p:nvSpPr>
          <p:cNvPr id="2352" name="矩形">
            <a:extLst>
              <a:ext uri="{FF2B5EF4-FFF2-40B4-BE49-F238E27FC236}">
                <a16:creationId xmlns:a16="http://schemas.microsoft.com/office/drawing/2014/main" id="{E4DD52E8-299C-4D99-B5CF-C0EE58C70B9E}"/>
              </a:ext>
            </a:extLst>
          </p:cNvPr>
          <p:cNvSpPr>
            <a:spLocks noGrp="1"/>
          </p:cNvSpPr>
          <p:nvPr/>
        </p:nvSpPr>
        <p:spPr>
          <a:xfrm>
            <a:off x="2857500" y="2085974"/>
            <a:ext cx="762000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53" name="4 组">
            <a:extLst>
              <a:ext uri="{FF2B5EF4-FFF2-40B4-BE49-F238E27FC236}">
                <a16:creationId xmlns:a16="http://schemas.microsoft.com/office/drawing/2014/main" id="{AD50E0FE-D450-4DF3-9976-1F36F262AACC}"/>
              </a:ext>
            </a:extLst>
          </p:cNvPr>
          <p:cNvSpPr>
            <a:spLocks noGrp="1"/>
          </p:cNvSpPr>
          <p:nvPr/>
        </p:nvSpPr>
        <p:spPr>
          <a:xfrm>
            <a:off x="2857500" y="2085973"/>
            <a:ext cx="762000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4 组</a:t>
            </a:r>
          </a:p>
        </p:txBody>
      </p:sp>
      <p:sp>
        <p:nvSpPr>
          <p:cNvPr id="2354" name="矩形">
            <a:extLst>
              <a:ext uri="{FF2B5EF4-FFF2-40B4-BE49-F238E27FC236}">
                <a16:creationId xmlns:a16="http://schemas.microsoft.com/office/drawing/2014/main" id="{C65224DA-89CA-4EFA-BE1C-9139166F203B}"/>
              </a:ext>
            </a:extLst>
          </p:cNvPr>
          <p:cNvSpPr>
            <a:spLocks noGrp="1"/>
          </p:cNvSpPr>
          <p:nvPr/>
        </p:nvSpPr>
        <p:spPr>
          <a:xfrm>
            <a:off x="4095750" y="2085974"/>
            <a:ext cx="6191250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55" name="API/Web、FSM/HITL/快照、安全恢复工具、CLI 日志">
            <a:extLst>
              <a:ext uri="{FF2B5EF4-FFF2-40B4-BE49-F238E27FC236}">
                <a16:creationId xmlns:a16="http://schemas.microsoft.com/office/drawing/2014/main" id="{92E4F0FA-96AE-42E3-BFA6-871A93EC0B51}"/>
              </a:ext>
            </a:extLst>
          </p:cNvPr>
          <p:cNvSpPr>
            <a:spLocks noGrp="1"/>
          </p:cNvSpPr>
          <p:nvPr/>
        </p:nvSpPr>
        <p:spPr>
          <a:xfrm>
            <a:off x="4095750" y="2085973"/>
            <a:ext cx="619125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API/Web、FSM/HITL/快照、安全恢复工具、CLI 日志</a:t>
            </a:r>
          </a:p>
        </p:txBody>
      </p:sp>
      <p:sp>
        <p:nvSpPr>
          <p:cNvPr id="2356" name="矩形 993">
            <a:extLst>
              <a:ext uri="{FF2B5EF4-FFF2-40B4-BE49-F238E27FC236}">
                <a16:creationId xmlns:a16="http://schemas.microsoft.com/office/drawing/2014/main" id="{4C9BC8B5-AFA2-44AC-8BFB-94ED2BD0A730}"/>
              </a:ext>
            </a:extLst>
          </p:cNvPr>
          <p:cNvSpPr>
            <a:spLocks noGrp="1"/>
          </p:cNvSpPr>
          <p:nvPr/>
        </p:nvSpPr>
        <p:spPr>
          <a:xfrm>
            <a:off x="876300" y="2676525"/>
            <a:ext cx="9858375" cy="55245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357" name="矩形">
            <a:extLst>
              <a:ext uri="{FF2B5EF4-FFF2-40B4-BE49-F238E27FC236}">
                <a16:creationId xmlns:a16="http://schemas.microsoft.com/office/drawing/2014/main" id="{1CF8D246-79D6-4979-8341-5672247C3771}"/>
              </a:ext>
            </a:extLst>
          </p:cNvPr>
          <p:cNvSpPr>
            <a:spLocks noGrp="1"/>
          </p:cNvSpPr>
          <p:nvPr/>
        </p:nvSpPr>
        <p:spPr>
          <a:xfrm>
            <a:off x="1143000" y="2828925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358" name="FIG-SV">
            <a:extLst>
              <a:ext uri="{FF2B5EF4-FFF2-40B4-BE49-F238E27FC236}">
                <a16:creationId xmlns:a16="http://schemas.microsoft.com/office/drawing/2014/main" id="{945E7731-6C98-410A-84B9-5F98761A8B35}"/>
              </a:ext>
            </a:extLst>
          </p:cNvPr>
          <p:cNvSpPr>
            <a:spLocks noGrp="1"/>
          </p:cNvSpPr>
          <p:nvPr/>
        </p:nvSpPr>
        <p:spPr>
          <a:xfrm>
            <a:off x="1143000" y="2828925"/>
            <a:ext cx="1333500" cy="172815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FIG-SV</a:t>
            </a:r>
          </a:p>
        </p:txBody>
      </p:sp>
      <p:sp>
        <p:nvSpPr>
          <p:cNvPr id="2359" name="矩形">
            <a:extLst>
              <a:ext uri="{FF2B5EF4-FFF2-40B4-BE49-F238E27FC236}">
                <a16:creationId xmlns:a16="http://schemas.microsoft.com/office/drawing/2014/main" id="{2C27F483-DFBF-47C5-952D-668F90582F71}"/>
              </a:ext>
            </a:extLst>
          </p:cNvPr>
          <p:cNvSpPr>
            <a:spLocks noGrp="1"/>
          </p:cNvSpPr>
          <p:nvPr/>
        </p:nvSpPr>
        <p:spPr>
          <a:xfrm>
            <a:off x="2857500" y="2828924"/>
            <a:ext cx="762000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60" name="18 张">
            <a:extLst>
              <a:ext uri="{FF2B5EF4-FFF2-40B4-BE49-F238E27FC236}">
                <a16:creationId xmlns:a16="http://schemas.microsoft.com/office/drawing/2014/main" id="{38D683AA-0196-4ECC-A81A-13BA2202EBEA}"/>
              </a:ext>
            </a:extLst>
          </p:cNvPr>
          <p:cNvSpPr>
            <a:spLocks noGrp="1"/>
          </p:cNvSpPr>
          <p:nvPr/>
        </p:nvSpPr>
        <p:spPr>
          <a:xfrm>
            <a:off x="2857500" y="2828923"/>
            <a:ext cx="762000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18 张</a:t>
            </a:r>
          </a:p>
        </p:txBody>
      </p:sp>
      <p:sp>
        <p:nvSpPr>
          <p:cNvPr id="2361" name="矩形">
            <a:extLst>
              <a:ext uri="{FF2B5EF4-FFF2-40B4-BE49-F238E27FC236}">
                <a16:creationId xmlns:a16="http://schemas.microsoft.com/office/drawing/2014/main" id="{8C6A6224-A4E3-41EC-964C-FA350719B277}"/>
              </a:ext>
            </a:extLst>
          </p:cNvPr>
          <p:cNvSpPr>
            <a:spLocks noGrp="1"/>
          </p:cNvSpPr>
          <p:nvPr/>
        </p:nvSpPr>
        <p:spPr>
          <a:xfrm>
            <a:off x="4095750" y="2828924"/>
            <a:ext cx="6191250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62" name="Dashboard、Task Builder、Task Detail、Timeline 截图">
            <a:extLst>
              <a:ext uri="{FF2B5EF4-FFF2-40B4-BE49-F238E27FC236}">
                <a16:creationId xmlns:a16="http://schemas.microsoft.com/office/drawing/2014/main" id="{1A9A091D-5804-4E7F-AE30-B43BB1A73103}"/>
              </a:ext>
            </a:extLst>
          </p:cNvPr>
          <p:cNvSpPr>
            <a:spLocks noGrp="1"/>
          </p:cNvSpPr>
          <p:nvPr/>
        </p:nvSpPr>
        <p:spPr>
          <a:xfrm>
            <a:off x="4095750" y="2828923"/>
            <a:ext cx="619125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Dashboard、Task Builder、Task Detail、Timeline 截图</a:t>
            </a:r>
          </a:p>
        </p:txBody>
      </p:sp>
      <p:sp>
        <p:nvSpPr>
          <p:cNvPr id="2363" name="矩形 997">
            <a:extLst>
              <a:ext uri="{FF2B5EF4-FFF2-40B4-BE49-F238E27FC236}">
                <a16:creationId xmlns:a16="http://schemas.microsoft.com/office/drawing/2014/main" id="{923AF90A-EE84-4147-A26F-818388AF7091}"/>
              </a:ext>
            </a:extLst>
          </p:cNvPr>
          <p:cNvSpPr>
            <a:spLocks noGrp="1"/>
          </p:cNvSpPr>
          <p:nvPr/>
        </p:nvSpPr>
        <p:spPr>
          <a:xfrm>
            <a:off x="876300" y="3419475"/>
            <a:ext cx="9858375" cy="552450"/>
          </a:xfrm>
          <a:prstGeom prst="rect">
            <a:avLst/>
          </a:prstGeom>
          <a:solidFill>
            <a:srgbClr val="F5F9FE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364" name="矩形">
            <a:extLst>
              <a:ext uri="{FF2B5EF4-FFF2-40B4-BE49-F238E27FC236}">
                <a16:creationId xmlns:a16="http://schemas.microsoft.com/office/drawing/2014/main" id="{E84E0E56-ECB0-4E12-9F86-4632B1358924}"/>
              </a:ext>
            </a:extLst>
          </p:cNvPr>
          <p:cNvSpPr>
            <a:spLocks noGrp="1"/>
          </p:cNvSpPr>
          <p:nvPr/>
        </p:nvSpPr>
        <p:spPr>
          <a:xfrm>
            <a:off x="1143000" y="3571875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365" name="EVD-LOG">
            <a:extLst>
              <a:ext uri="{FF2B5EF4-FFF2-40B4-BE49-F238E27FC236}">
                <a16:creationId xmlns:a16="http://schemas.microsoft.com/office/drawing/2014/main" id="{A72177A3-8566-48A7-96A7-071F19D7B95B}"/>
              </a:ext>
            </a:extLst>
          </p:cNvPr>
          <p:cNvSpPr>
            <a:spLocks noGrp="1"/>
          </p:cNvSpPr>
          <p:nvPr/>
        </p:nvSpPr>
        <p:spPr>
          <a:xfrm>
            <a:off x="1143000" y="3571875"/>
            <a:ext cx="1333500" cy="172815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EVD-LOG</a:t>
            </a:r>
          </a:p>
        </p:txBody>
      </p:sp>
      <p:sp>
        <p:nvSpPr>
          <p:cNvPr id="2366" name="矩形">
            <a:extLst>
              <a:ext uri="{FF2B5EF4-FFF2-40B4-BE49-F238E27FC236}">
                <a16:creationId xmlns:a16="http://schemas.microsoft.com/office/drawing/2014/main" id="{AA27BCEA-FD28-4F72-9719-9C29BF770FAA}"/>
              </a:ext>
            </a:extLst>
          </p:cNvPr>
          <p:cNvSpPr>
            <a:spLocks noGrp="1"/>
          </p:cNvSpPr>
          <p:nvPr/>
        </p:nvSpPr>
        <p:spPr>
          <a:xfrm>
            <a:off x="2857500" y="3571873"/>
            <a:ext cx="762000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67" name="8 组">
            <a:extLst>
              <a:ext uri="{FF2B5EF4-FFF2-40B4-BE49-F238E27FC236}">
                <a16:creationId xmlns:a16="http://schemas.microsoft.com/office/drawing/2014/main" id="{0A9572F6-276B-4CE6-B99C-BD6B24336794}"/>
              </a:ext>
            </a:extLst>
          </p:cNvPr>
          <p:cNvSpPr>
            <a:spLocks noGrp="1"/>
          </p:cNvSpPr>
          <p:nvPr/>
        </p:nvSpPr>
        <p:spPr>
          <a:xfrm>
            <a:off x="2857500" y="3571873"/>
            <a:ext cx="762000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8 组</a:t>
            </a:r>
          </a:p>
        </p:txBody>
      </p:sp>
      <p:sp>
        <p:nvSpPr>
          <p:cNvPr id="2368" name="矩形">
            <a:extLst>
              <a:ext uri="{FF2B5EF4-FFF2-40B4-BE49-F238E27FC236}">
                <a16:creationId xmlns:a16="http://schemas.microsoft.com/office/drawing/2014/main" id="{BD8F68B7-A73B-458F-A278-66B05F6AFE19}"/>
              </a:ext>
            </a:extLst>
          </p:cNvPr>
          <p:cNvSpPr>
            <a:spLocks noGrp="1"/>
          </p:cNvSpPr>
          <p:nvPr/>
        </p:nvSpPr>
        <p:spPr>
          <a:xfrm>
            <a:off x="4095750" y="3571873"/>
            <a:ext cx="6191250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69" name="EventLog、Snapshot、Report、terminal_stop 与等待态样本">
            <a:extLst>
              <a:ext uri="{FF2B5EF4-FFF2-40B4-BE49-F238E27FC236}">
                <a16:creationId xmlns:a16="http://schemas.microsoft.com/office/drawing/2014/main" id="{C640DB8D-BB01-4A8E-923A-EEC4F60FE9EB}"/>
              </a:ext>
            </a:extLst>
          </p:cNvPr>
          <p:cNvSpPr>
            <a:spLocks noGrp="1"/>
          </p:cNvSpPr>
          <p:nvPr/>
        </p:nvSpPr>
        <p:spPr>
          <a:xfrm>
            <a:off x="4095750" y="3571873"/>
            <a:ext cx="619125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EventLog、Snapshot、Report、terminal_stop 与等待态样本</a:t>
            </a:r>
          </a:p>
        </p:txBody>
      </p:sp>
      <p:sp>
        <p:nvSpPr>
          <p:cNvPr id="2370" name="矩形 1001">
            <a:extLst>
              <a:ext uri="{FF2B5EF4-FFF2-40B4-BE49-F238E27FC236}">
                <a16:creationId xmlns:a16="http://schemas.microsoft.com/office/drawing/2014/main" id="{C58D740A-4FE9-4D83-9B8F-26FFEBBED6C6}"/>
              </a:ext>
            </a:extLst>
          </p:cNvPr>
          <p:cNvSpPr>
            <a:spLocks noGrp="1"/>
          </p:cNvSpPr>
          <p:nvPr/>
        </p:nvSpPr>
        <p:spPr>
          <a:xfrm>
            <a:off x="876300" y="4162425"/>
            <a:ext cx="9858375" cy="552450"/>
          </a:xfrm>
          <a:prstGeom prst="rect">
            <a:avLst/>
          </a:prstGeom>
          <a:solidFill>
            <a:srgbClr val="FFFFFF"/>
          </a:solidFill>
          <a:ln>
            <a:solidFill>
              <a:srgbClr val="C9DDF1"/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+mj-lt"/>
                <a:ea typeface="+mj-lt"/>
                <a:cs typeface="+mj-lt"/>
              </a:defRPr>
            </a:pPr>
            <a:endParaRPr/>
          </a:p>
        </p:txBody>
      </p:sp>
      <p:sp>
        <p:nvSpPr>
          <p:cNvPr id="2371" name="矩形">
            <a:extLst>
              <a:ext uri="{FF2B5EF4-FFF2-40B4-BE49-F238E27FC236}">
                <a16:creationId xmlns:a16="http://schemas.microsoft.com/office/drawing/2014/main" id="{22B4173C-8C72-4F21-9F6D-E3C44014667F}"/>
              </a:ext>
            </a:extLst>
          </p:cNvPr>
          <p:cNvSpPr>
            <a:spLocks noGrp="1"/>
          </p:cNvSpPr>
          <p:nvPr/>
        </p:nvSpPr>
        <p:spPr>
          <a:xfrm>
            <a:off x="1143000" y="4314825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372" name="EVD-EXP">
            <a:extLst>
              <a:ext uri="{FF2B5EF4-FFF2-40B4-BE49-F238E27FC236}">
                <a16:creationId xmlns:a16="http://schemas.microsoft.com/office/drawing/2014/main" id="{568A648F-8206-437F-8AA4-2611975A50FE}"/>
              </a:ext>
            </a:extLst>
          </p:cNvPr>
          <p:cNvSpPr>
            <a:spLocks noGrp="1"/>
          </p:cNvSpPr>
          <p:nvPr/>
        </p:nvSpPr>
        <p:spPr>
          <a:xfrm>
            <a:off x="1143000" y="4314825"/>
            <a:ext cx="1333500" cy="172815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EVD-EXP</a:t>
            </a:r>
          </a:p>
        </p:txBody>
      </p:sp>
      <p:sp>
        <p:nvSpPr>
          <p:cNvPr id="2373" name="矩形">
            <a:extLst>
              <a:ext uri="{FF2B5EF4-FFF2-40B4-BE49-F238E27FC236}">
                <a16:creationId xmlns:a16="http://schemas.microsoft.com/office/drawing/2014/main" id="{A0B8BAF3-E2BA-4159-9BA6-DADFAEED3243}"/>
              </a:ext>
            </a:extLst>
          </p:cNvPr>
          <p:cNvSpPr>
            <a:spLocks noGrp="1"/>
          </p:cNvSpPr>
          <p:nvPr/>
        </p:nvSpPr>
        <p:spPr>
          <a:xfrm>
            <a:off x="2857500" y="4314823"/>
            <a:ext cx="762000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74" name="4 项">
            <a:extLst>
              <a:ext uri="{FF2B5EF4-FFF2-40B4-BE49-F238E27FC236}">
                <a16:creationId xmlns:a16="http://schemas.microsoft.com/office/drawing/2014/main" id="{186C8AD6-105F-418E-946C-619DD84A8222}"/>
              </a:ext>
            </a:extLst>
          </p:cNvPr>
          <p:cNvSpPr>
            <a:spLocks noGrp="1"/>
          </p:cNvSpPr>
          <p:nvPr/>
        </p:nvSpPr>
        <p:spPr>
          <a:xfrm>
            <a:off x="2857500" y="4314823"/>
            <a:ext cx="762000" cy="2032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4 项</a:t>
            </a:r>
          </a:p>
        </p:txBody>
      </p:sp>
      <p:sp>
        <p:nvSpPr>
          <p:cNvPr id="2375" name="矩形">
            <a:extLst>
              <a:ext uri="{FF2B5EF4-FFF2-40B4-BE49-F238E27FC236}">
                <a16:creationId xmlns:a16="http://schemas.microsoft.com/office/drawing/2014/main" id="{725A9CEF-222A-4F05-9D47-9DE4E22C3ABC}"/>
              </a:ext>
            </a:extLst>
          </p:cNvPr>
          <p:cNvSpPr>
            <a:spLocks noGrp="1"/>
          </p:cNvSpPr>
          <p:nvPr/>
        </p:nvSpPr>
        <p:spPr>
          <a:xfrm>
            <a:off x="4095750" y="4314823"/>
            <a:ext cx="6191250" cy="2095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76" name="smoke / clean run 与 84-run 实验矩阵聚合产物">
            <a:extLst>
              <a:ext uri="{FF2B5EF4-FFF2-40B4-BE49-F238E27FC236}">
                <a16:creationId xmlns:a16="http://schemas.microsoft.com/office/drawing/2014/main" id="{2EDA12A1-DFBD-458A-BAD6-10DB2F406530}"/>
              </a:ext>
            </a:extLst>
          </p:cNvPr>
          <p:cNvSpPr>
            <a:spLocks noGrp="1"/>
          </p:cNvSpPr>
          <p:nvPr/>
        </p:nvSpPr>
        <p:spPr>
          <a:xfrm>
            <a:off x="4095750" y="4314823"/>
            <a:ext cx="6191250" cy="1778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smoke / clean run 与 84-run 实验矩阵聚合产物</a:t>
            </a:r>
          </a:p>
        </p:txBody>
      </p:sp>
      <p:sp>
        <p:nvSpPr>
          <p:cNvPr id="2377" name="矩形">
            <a:extLst>
              <a:ext uri="{FF2B5EF4-FFF2-40B4-BE49-F238E27FC236}">
                <a16:creationId xmlns:a16="http://schemas.microsoft.com/office/drawing/2014/main" id="{C0D28912-2A5D-48F3-9054-C345379DB199}"/>
              </a:ext>
            </a:extLst>
          </p:cNvPr>
          <p:cNvSpPr>
            <a:spLocks noGrp="1"/>
          </p:cNvSpPr>
          <p:nvPr/>
        </p:nvSpPr>
        <p:spPr>
          <a:xfrm>
            <a:off x="2381250" y="5238748"/>
            <a:ext cx="7429500" cy="285753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14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78" name="证据链覆盖测试充分性与可追溯性两个追问点">
            <a:extLst>
              <a:ext uri="{FF2B5EF4-FFF2-40B4-BE49-F238E27FC236}">
                <a16:creationId xmlns:a16="http://schemas.microsoft.com/office/drawing/2014/main" id="{E819FB66-165F-4F17-9407-73153E612FBE}"/>
              </a:ext>
            </a:extLst>
          </p:cNvPr>
          <p:cNvSpPr>
            <a:spLocks noGrp="1"/>
          </p:cNvSpPr>
          <p:nvPr/>
        </p:nvSpPr>
        <p:spPr>
          <a:xfrm>
            <a:off x="2381250" y="5238748"/>
            <a:ext cx="7429500" cy="2540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14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证据链覆盖测试充分性与可追溯性两个追问点</a:t>
            </a:r>
          </a:p>
        </p:txBody>
      </p:sp>
      <p:sp>
        <p:nvSpPr>
          <p:cNvPr id="2385" name="矩形 2384">
            <a:extLst>
              <a:ext uri="{FF2B5EF4-FFF2-40B4-BE49-F238E27FC236}">
                <a16:creationId xmlns:a16="http://schemas.microsoft.com/office/drawing/2014/main" id="{DD0043EF-2988-4500-AF6E-AAF773015FE6}"/>
              </a:ext>
            </a:extLst>
          </p:cNvPr>
          <p:cNvSpPr>
            <a:spLocks noGrp="1"/>
          </p:cNvSpPr>
          <p:nvPr/>
        </p:nvSpPr>
        <p:spPr>
          <a:xfrm>
            <a:off x="11696700" y="64198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171040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4" name="矩形">
            <a:extLst>
              <a:ext uri="{FF2B5EF4-FFF2-40B4-BE49-F238E27FC236}">
                <a16:creationId xmlns:a16="http://schemas.microsoft.com/office/drawing/2014/main" id="{05B0637F-3C50-49E9-993D-BE8FA0F3BA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2A5E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85" name="矩形">
            <a:extLst>
              <a:ext uri="{FF2B5EF4-FFF2-40B4-BE49-F238E27FC236}">
                <a16:creationId xmlns:a16="http://schemas.microsoft.com/office/drawing/2014/main" id="{AFE2C821-FC79-429D-85EC-E76986B4A9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83B82"/>
              </a:gs>
              <a:gs pos="58000">
                <a:srgbClr val="0869B8"/>
              </a:gs>
              <a:gs pos="100000">
                <a:srgbClr val="0B8ED6"/>
              </a:gs>
            </a:gsLst>
            <a:lin ang="8100000"/>
          </a:gra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sp>
        <p:nvSpPr>
          <p:cNvPr id="2386" name="矩形">
            <a:extLst>
              <a:ext uri="{FF2B5EF4-FFF2-40B4-BE49-F238E27FC236}">
                <a16:creationId xmlns:a16="http://schemas.microsoft.com/office/drawing/2014/main" id="{671A9C45-5253-4E82-A71B-FD103F6B5B39}"/>
              </a:ext>
            </a:extLst>
          </p:cNvPr>
          <p:cNvSpPr>
            <a:spLocks noGrp="1"/>
          </p:cNvSpPr>
          <p:nvPr/>
        </p:nvSpPr>
        <p:spPr>
          <a:xfrm>
            <a:off x="0" y="3524250"/>
            <a:ext cx="2190750" cy="3333750"/>
          </a:xfrm>
          <a:prstGeom prst="rect">
            <a:avLst/>
          </a:prstGeom>
          <a:solidFill>
            <a:srgbClr val="063B82">
              <a:alpha val="8000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2387" name="image.jpeg"/>
          <p:cNvPicPr>
            <a:picLocks noChangeAspect="1"/>
          </p:cNvPicPr>
          <p:nvPr/>
        </p:nvPicPr>
        <p:blipFill>
          <a:blip r:embed="rId3"/>
          <a:srcRect l="23864" r="23864"/>
          <a:stretch>
            <a:fillRect/>
          </a:stretch>
        </p:blipFill>
        <p:spPr>
          <a:xfrm>
            <a:off x="-4" y="3714750"/>
            <a:ext cx="2190756" cy="3143250"/>
          </a:xfrm>
          <a:prstGeom prst="rect">
            <a:avLst/>
          </a:prstGeom>
        </p:spPr>
      </p:pic>
      <p:sp>
        <p:nvSpPr>
          <p:cNvPr id="2388" name="矩形">
            <a:extLst>
              <a:ext uri="{FF2B5EF4-FFF2-40B4-BE49-F238E27FC236}">
                <a16:creationId xmlns:a16="http://schemas.microsoft.com/office/drawing/2014/main" id="{C58B0D4C-FA2A-4F5F-9B3B-299E689255EB}"/>
              </a:ext>
            </a:extLst>
          </p:cNvPr>
          <p:cNvSpPr>
            <a:spLocks noGrp="1"/>
          </p:cNvSpPr>
          <p:nvPr/>
        </p:nvSpPr>
        <p:spPr>
          <a:xfrm>
            <a:off x="0" y="3524250"/>
            <a:ext cx="2190750" cy="3333750"/>
          </a:xfrm>
          <a:prstGeom prst="rect">
            <a:avLst/>
          </a:prstGeom>
          <a:solidFill>
            <a:srgbClr val="063B82">
              <a:alpha val="8000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buNone/>
              <a:defRPr>
                <a:latin typeface="Calibri"/>
                <a:ea typeface="Calibri"/>
                <a:cs typeface="Calibri"/>
              </a:defRPr>
            </a:pPr>
            <a:endParaRPr/>
          </a:p>
        </p:txBody>
      </p:sp>
      <p:pic>
        <p:nvPicPr>
          <p:cNvPr id="2389" name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79" y="457200"/>
            <a:ext cx="2428877" cy="681791"/>
          </a:xfrm>
          <a:prstGeom prst="rect">
            <a:avLst/>
          </a:prstGeom>
        </p:spPr>
      </p:pic>
      <p:sp>
        <p:nvSpPr>
          <p:cNvPr id="2390" name="矩形">
            <a:extLst>
              <a:ext uri="{FF2B5EF4-FFF2-40B4-BE49-F238E27FC236}">
                <a16:creationId xmlns:a16="http://schemas.microsoft.com/office/drawing/2014/main" id="{6466AAD2-5955-4AF3-A207-E0B42B09182E}"/>
              </a:ext>
            </a:extLst>
          </p:cNvPr>
          <p:cNvSpPr>
            <a:spLocks noGrp="1"/>
          </p:cNvSpPr>
          <p:nvPr/>
        </p:nvSpPr>
        <p:spPr>
          <a:xfrm>
            <a:off x="3476625" y="2400299"/>
            <a:ext cx="2476500" cy="7429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3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2391" name="谢谢">
            <a:extLst>
              <a:ext uri="{FF2B5EF4-FFF2-40B4-BE49-F238E27FC236}">
                <a16:creationId xmlns:a16="http://schemas.microsoft.com/office/drawing/2014/main" id="{EFC7F28E-8EDC-4A6F-8E8C-20E655E963CA}"/>
              </a:ext>
            </a:extLst>
          </p:cNvPr>
          <p:cNvSpPr>
            <a:spLocks noGrp="1"/>
          </p:cNvSpPr>
          <p:nvPr/>
        </p:nvSpPr>
        <p:spPr>
          <a:xfrm>
            <a:off x="3476625" y="2400298"/>
            <a:ext cx="2476500" cy="66040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3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>
              <a:buNone/>
            </a:pPr>
            <a:r>
              <a:t>谢谢</a:t>
            </a:r>
          </a:p>
        </p:txBody>
      </p:sp>
      <p:sp>
        <p:nvSpPr>
          <p:cNvPr id="2392" name="矩形">
            <a:extLst>
              <a:ext uri="{FF2B5EF4-FFF2-40B4-BE49-F238E27FC236}">
                <a16:creationId xmlns:a16="http://schemas.microsoft.com/office/drawing/2014/main" id="{82A47D7F-838E-4353-83C8-0774BF5845FC}"/>
              </a:ext>
            </a:extLst>
          </p:cNvPr>
          <p:cNvSpPr>
            <a:spLocks noGrp="1"/>
          </p:cNvSpPr>
          <p:nvPr/>
        </p:nvSpPr>
        <p:spPr>
          <a:xfrm>
            <a:off x="3124200" y="3600448"/>
            <a:ext cx="3238500" cy="742954"/>
          </a:xfrm>
          <a:prstGeom prst="rect">
            <a:avLst/>
          </a:prstGeom>
          <a:solidFill>
            <a:srgbClr val="000000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 algn="ctr">
              <a:buNone/>
              <a:defRPr sz="4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2393" name="Thanks">
            <a:extLst>
              <a:ext uri="{FF2B5EF4-FFF2-40B4-BE49-F238E27FC236}">
                <a16:creationId xmlns:a16="http://schemas.microsoft.com/office/drawing/2014/main" id="{FA51B4CA-1C55-419A-A894-DB6856DBC111}"/>
              </a:ext>
            </a:extLst>
          </p:cNvPr>
          <p:cNvSpPr>
            <a:spLocks noGrp="1"/>
          </p:cNvSpPr>
          <p:nvPr/>
        </p:nvSpPr>
        <p:spPr>
          <a:xfrm>
            <a:off x="3124200" y="3600448"/>
            <a:ext cx="3238500" cy="554881"/>
          </a:xfrm>
          <a:prstGeom prst="rect">
            <a:avLst/>
          </a:prstGeom>
          <a:ln w="12700"/>
        </p:spPr>
        <p:txBody>
          <a:bodyPr lIns="0" tIns="0" rIns="0" bIns="0">
            <a:spAutoFit/>
          </a:bodyPr>
          <a:lstStyle>
            <a:lvl1pPr algn="ctr">
              <a:buNone/>
              <a:defRPr sz="4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>
              <a:buNone/>
            </a:pPr>
            <a:r>
              <a:t>Thanks</a:t>
            </a:r>
          </a:p>
        </p:txBody>
      </p:sp>
      <p:pic>
        <p:nvPicPr>
          <p:cNvPr id="2394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39852">
            <a:off x="7190230" y="376260"/>
            <a:ext cx="5433098" cy="6574571"/>
          </a:xfrm>
          <a:prstGeom prst="rect">
            <a:avLst/>
          </a:prstGeom>
        </p:spPr>
      </p:pic>
      <p:pic>
        <p:nvPicPr>
          <p:cNvPr id="2395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16039">
            <a:off x="7030632" y="406042"/>
            <a:ext cx="5601483" cy="650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25722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1364</Words>
  <Application>Microsoft Macintosh PowerPoint</Application>
  <DocSecurity>0</DocSecurity>
  <PresentationFormat>宽屏</PresentationFormat>
  <Paragraphs>446</Paragraphs>
  <Slides>21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8" baseType="lpstr">
      <vt:lpstr>Microsoft YaHei</vt:lpstr>
      <vt:lpstr>Arial</vt:lpstr>
      <vt:lpstr>Calibri</vt:lpstr>
      <vt:lpstr>Calibri Light</vt:lpstr>
      <vt:lpstr>Cambria Math</vt:lpstr>
      <vt:lpstr>Helvetica Neue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彦文 郑</cp:lastModifiedBy>
  <cp:revision>1</cp:revision>
  <dcterms:created xsi:type="dcterms:W3CDTF">2026-05-25T10:15:43Z</dcterms:created>
  <dcterms:modified xsi:type="dcterms:W3CDTF">2026-05-25T10:28:29Z</dcterms:modified>
</cp:coreProperties>
</file>